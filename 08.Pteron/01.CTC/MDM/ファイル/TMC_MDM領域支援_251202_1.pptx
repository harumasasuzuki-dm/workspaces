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38" r:id="rId4"/>
    <p:sldMasterId id="2147483806" r:id="rId5"/>
  </p:sldMasterIdLst>
  <p:notesMasterIdLst>
    <p:notesMasterId r:id="rId16"/>
  </p:notesMasterIdLst>
  <p:handoutMasterIdLst>
    <p:handoutMasterId r:id="rId17"/>
  </p:handoutMasterIdLst>
  <p:sldIdLst>
    <p:sldId id="914" r:id="rId6"/>
    <p:sldId id="2142534826" r:id="rId7"/>
    <p:sldId id="2142534822" r:id="rId8"/>
    <p:sldId id="2147483084" r:id="rId9"/>
    <p:sldId id="2147483083" r:id="rId10"/>
    <p:sldId id="2147483082" r:id="rId11"/>
    <p:sldId id="2147483077" r:id="rId12"/>
    <p:sldId id="2142534829" r:id="rId13"/>
    <p:sldId id="2142534830" r:id="rId14"/>
    <p:sldId id="1122" r:id="rId15"/>
  </p:sldIdLst>
  <p:sldSz cx="12192000" cy="6858000"/>
  <p:notesSz cx="6735763" cy="9866313"/>
  <p:defaultTextStyle>
    <a:defPPr>
      <a:defRPr lang="ja-JP"/>
    </a:defPPr>
    <a:lvl1pPr marL="0" algn="l" defTabSz="1038977" rtl="0" eaLnBrk="1" latinLnBrk="0" hangingPunct="1">
      <a:defRPr kumimoji="1" sz="2000" kern="1200">
        <a:solidFill>
          <a:schemeClr val="tx1"/>
        </a:solidFill>
        <a:latin typeface="+mn-lt"/>
        <a:ea typeface="+mn-ea"/>
        <a:cs typeface="+mn-cs"/>
      </a:defRPr>
    </a:lvl1pPr>
    <a:lvl2pPr marL="519488" algn="l" defTabSz="1038977" rtl="0" eaLnBrk="1" latinLnBrk="0" hangingPunct="1">
      <a:defRPr kumimoji="1" sz="2000" kern="1200">
        <a:solidFill>
          <a:schemeClr val="tx1"/>
        </a:solidFill>
        <a:latin typeface="+mn-lt"/>
        <a:ea typeface="+mn-ea"/>
        <a:cs typeface="+mn-cs"/>
      </a:defRPr>
    </a:lvl2pPr>
    <a:lvl3pPr marL="1038977" algn="l" defTabSz="1038977" rtl="0" eaLnBrk="1" latinLnBrk="0" hangingPunct="1">
      <a:defRPr kumimoji="1" sz="2000" kern="1200">
        <a:solidFill>
          <a:schemeClr val="tx1"/>
        </a:solidFill>
        <a:latin typeface="+mn-lt"/>
        <a:ea typeface="+mn-ea"/>
        <a:cs typeface="+mn-cs"/>
      </a:defRPr>
    </a:lvl3pPr>
    <a:lvl4pPr marL="1558465" algn="l" defTabSz="1038977" rtl="0" eaLnBrk="1" latinLnBrk="0" hangingPunct="1">
      <a:defRPr kumimoji="1" sz="2000" kern="1200">
        <a:solidFill>
          <a:schemeClr val="tx1"/>
        </a:solidFill>
        <a:latin typeface="+mn-lt"/>
        <a:ea typeface="+mn-ea"/>
        <a:cs typeface="+mn-cs"/>
      </a:defRPr>
    </a:lvl4pPr>
    <a:lvl5pPr marL="2077952" algn="l" defTabSz="1038977" rtl="0" eaLnBrk="1" latinLnBrk="0" hangingPunct="1">
      <a:defRPr kumimoji="1" sz="2000" kern="1200">
        <a:solidFill>
          <a:schemeClr val="tx1"/>
        </a:solidFill>
        <a:latin typeface="+mn-lt"/>
        <a:ea typeface="+mn-ea"/>
        <a:cs typeface="+mn-cs"/>
      </a:defRPr>
    </a:lvl5pPr>
    <a:lvl6pPr marL="2597440" algn="l" defTabSz="1038977" rtl="0" eaLnBrk="1" latinLnBrk="0" hangingPunct="1">
      <a:defRPr kumimoji="1" sz="2000" kern="1200">
        <a:solidFill>
          <a:schemeClr val="tx1"/>
        </a:solidFill>
        <a:latin typeface="+mn-lt"/>
        <a:ea typeface="+mn-ea"/>
        <a:cs typeface="+mn-cs"/>
      </a:defRPr>
    </a:lvl6pPr>
    <a:lvl7pPr marL="3116929" algn="l" defTabSz="1038977" rtl="0" eaLnBrk="1" latinLnBrk="0" hangingPunct="1">
      <a:defRPr kumimoji="1" sz="2000" kern="1200">
        <a:solidFill>
          <a:schemeClr val="tx1"/>
        </a:solidFill>
        <a:latin typeface="+mn-lt"/>
        <a:ea typeface="+mn-ea"/>
        <a:cs typeface="+mn-cs"/>
      </a:defRPr>
    </a:lvl7pPr>
    <a:lvl8pPr marL="3636417" algn="l" defTabSz="1038977" rtl="0" eaLnBrk="1" latinLnBrk="0" hangingPunct="1">
      <a:defRPr kumimoji="1" sz="2000" kern="1200">
        <a:solidFill>
          <a:schemeClr val="tx1"/>
        </a:solidFill>
        <a:latin typeface="+mn-lt"/>
        <a:ea typeface="+mn-ea"/>
        <a:cs typeface="+mn-cs"/>
      </a:defRPr>
    </a:lvl8pPr>
    <a:lvl9pPr marL="4155905" algn="l" defTabSz="1038977" rtl="0" eaLnBrk="1" latinLnBrk="0" hangingPunct="1">
      <a:defRPr kumimoji="1" sz="20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C903FAC-4720-4824-B3B5-A3B35CB70217}">
          <p14:sldIdLst>
            <p14:sldId id="914"/>
            <p14:sldId id="2142534826"/>
            <p14:sldId id="2142534822"/>
            <p14:sldId id="2147483084"/>
            <p14:sldId id="2147483083"/>
            <p14:sldId id="2147483082"/>
            <p14:sldId id="2147483077"/>
            <p14:sldId id="2142534829"/>
            <p14:sldId id="2142534830"/>
            <p14:sldId id="1122"/>
          </p14:sldIdLst>
        </p14:section>
      </p14:sectionLst>
    </p:ext>
    <p:ext uri="{EFAFB233-063F-42B5-8137-9DF3F51BA10A}">
      <p15:sldGuideLst xmlns:p15="http://schemas.microsoft.com/office/powerpoint/2012/main">
        <p15:guide id="1" orient="horz" pos="2311" userDrawn="1">
          <p15:clr>
            <a:srgbClr val="A4A3A4"/>
          </p15:clr>
        </p15:guide>
        <p15:guide id="2" orient="horz" pos="1919" userDrawn="1">
          <p15:clr>
            <a:srgbClr val="A4A3A4"/>
          </p15:clr>
        </p15:guide>
        <p15:guide id="3" orient="horz" pos="3460" userDrawn="1">
          <p15:clr>
            <a:srgbClr val="A4A3A4"/>
          </p15:clr>
        </p15:guide>
        <p15:guide id="4" orient="horz" pos="4187" userDrawn="1">
          <p15:clr>
            <a:srgbClr val="A4A3A4"/>
          </p15:clr>
        </p15:guide>
        <p15:guide id="5" orient="horz" pos="2704" userDrawn="1">
          <p15:clr>
            <a:srgbClr val="A4A3A4"/>
          </p15:clr>
        </p15:guide>
        <p15:guide id="6" pos="1360" userDrawn="1">
          <p15:clr>
            <a:srgbClr val="A4A3A4"/>
          </p15:clr>
        </p15:guide>
        <p15:guide id="7" pos="7045" userDrawn="1">
          <p15:clr>
            <a:srgbClr val="A4A3A4"/>
          </p15:clr>
        </p15:guide>
        <p15:guide id="8" pos="3840" userDrawn="1">
          <p15:clr>
            <a:srgbClr val="A4A3A4"/>
          </p15:clr>
        </p15:guide>
        <p15:guide id="9" pos="2692" userDrawn="1">
          <p15:clr>
            <a:srgbClr val="A4A3A4"/>
          </p15:clr>
        </p15:guide>
        <p15:guide id="10" pos="4172" userDrawn="1">
          <p15:clr>
            <a:srgbClr val="A4A3A4"/>
          </p15:clr>
        </p15:guide>
      </p15:sldGuideLst>
    </p:ext>
    <p:ext uri="{2D200454-40CA-4A62-9FC3-DE9A4176ACB9}">
      <p15:notesGuideLst xmlns:p15="http://schemas.microsoft.com/office/powerpoint/2012/main">
        <p15:guide id="1" orient="horz" pos="2777" userDrawn="1">
          <p15:clr>
            <a:srgbClr val="A4A3A4"/>
          </p15:clr>
        </p15:guide>
        <p15:guide id="2" pos="2050" userDrawn="1">
          <p15:clr>
            <a:srgbClr val="A4A3A4"/>
          </p15:clr>
        </p15:guide>
        <p15:guide id="3" orient="horz" pos="3108" userDrawn="1">
          <p15:clr>
            <a:srgbClr val="A4A3A4"/>
          </p15:clr>
        </p15:guide>
        <p15:guide id="4" pos="212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74B5A4F-3FC6-96A0-7D2D-3F0051EF784F}" name="山下　大樹" initials="DY" userId="S::z2230199@intra.ctc-g.co.jp::a6e8a2f3-57a9-49e4-ab7d-4fb5ccf57b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000000"/>
    <a:srgbClr val="0070C0"/>
    <a:srgbClr val="093D93"/>
    <a:srgbClr val="0000AD"/>
    <a:srgbClr val="1C0045"/>
    <a:srgbClr val="76AAF7"/>
    <a:srgbClr val="FF9933"/>
    <a:srgbClr val="4F81BD"/>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35" autoAdjust="0"/>
    <p:restoredTop sz="94333" autoAdjust="0"/>
  </p:normalViewPr>
  <p:slideViewPr>
    <p:cSldViewPr>
      <p:cViewPr varScale="1">
        <p:scale>
          <a:sx n="110" d="100"/>
          <a:sy n="110" d="100"/>
        </p:scale>
        <p:origin x="1200" y="114"/>
      </p:cViewPr>
      <p:guideLst>
        <p:guide orient="horz" pos="2311"/>
        <p:guide orient="horz" pos="1919"/>
        <p:guide orient="horz" pos="3460"/>
        <p:guide orient="horz" pos="4187"/>
        <p:guide orient="horz" pos="2704"/>
        <p:guide pos="1360"/>
        <p:guide pos="7045"/>
        <p:guide pos="3840"/>
        <p:guide pos="2692"/>
        <p:guide pos="41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62" d="100"/>
          <a:sy n="62" d="100"/>
        </p:scale>
        <p:origin x="3250" y="43"/>
      </p:cViewPr>
      <p:guideLst>
        <p:guide orient="horz" pos="2777"/>
        <p:guide pos="2050"/>
        <p:guide orient="horz" pos="3108"/>
        <p:guide pos="2122"/>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太田　幸治" userId="329d4074-2e52-4674-99dc-ce579bc41477" providerId="ADAL" clId="{C676EE39-71E9-4408-BB4F-96E219EC5E71}"/>
    <pc:docChg chg="undo custSel addSld delSld modSld modSection">
      <pc:chgData name="太田　幸治" userId="329d4074-2e52-4674-99dc-ce579bc41477" providerId="ADAL" clId="{C676EE39-71E9-4408-BB4F-96E219EC5E71}" dt="2025-12-02T10:57:25.839" v="2939" actId="207"/>
      <pc:docMkLst>
        <pc:docMk/>
      </pc:docMkLst>
      <pc:sldChg chg="modSp mod">
        <pc:chgData name="太田　幸治" userId="329d4074-2e52-4674-99dc-ce579bc41477" providerId="ADAL" clId="{C676EE39-71E9-4408-BB4F-96E219EC5E71}" dt="2025-12-01T06:16:56.398" v="25" actId="20577"/>
        <pc:sldMkLst>
          <pc:docMk/>
          <pc:sldMk cId="533749450" sldId="914"/>
        </pc:sldMkLst>
        <pc:spChg chg="mod">
          <ac:chgData name="太田　幸治" userId="329d4074-2e52-4674-99dc-ce579bc41477" providerId="ADAL" clId="{C676EE39-71E9-4408-BB4F-96E219EC5E71}" dt="2025-12-01T06:16:56.398" v="25" actId="20577"/>
          <ac:spMkLst>
            <pc:docMk/>
            <pc:sldMk cId="533749450" sldId="914"/>
            <ac:spMk id="7" creationId="{00000000-0000-0000-0000-000000000000}"/>
          </ac:spMkLst>
        </pc:spChg>
        <pc:spChg chg="mod">
          <ac:chgData name="太田　幸治" userId="329d4074-2e52-4674-99dc-ce579bc41477" providerId="ADAL" clId="{C676EE39-71E9-4408-BB4F-96E219EC5E71}" dt="2025-12-01T06:16:52.817" v="22" actId="20577"/>
          <ac:spMkLst>
            <pc:docMk/>
            <pc:sldMk cId="533749450" sldId="914"/>
            <ac:spMk id="8194" creationId="{00000000-0000-0000-0000-000000000000}"/>
          </ac:spMkLst>
        </pc:spChg>
      </pc:sldChg>
      <pc:sldChg chg="del">
        <pc:chgData name="太田　幸治" userId="329d4074-2e52-4674-99dc-ce579bc41477" providerId="ADAL" clId="{C676EE39-71E9-4408-BB4F-96E219EC5E71}" dt="2025-12-01T06:22:33.340" v="26" actId="47"/>
        <pc:sldMkLst>
          <pc:docMk/>
          <pc:sldMk cId="117164166" sldId="1011"/>
        </pc:sldMkLst>
      </pc:sldChg>
      <pc:sldChg chg="addSp delSp modSp mod">
        <pc:chgData name="太田　幸治" userId="329d4074-2e52-4674-99dc-ce579bc41477" providerId="ADAL" clId="{C676EE39-71E9-4408-BB4F-96E219EC5E71}" dt="2025-12-02T10:57:25.839" v="2939" actId="207"/>
        <pc:sldMkLst>
          <pc:docMk/>
          <pc:sldMk cId="1245783398" sldId="2142534822"/>
        </pc:sldMkLst>
        <pc:spChg chg="mod">
          <ac:chgData name="太田　幸治" userId="329d4074-2e52-4674-99dc-ce579bc41477" providerId="ADAL" clId="{C676EE39-71E9-4408-BB4F-96E219EC5E71}" dt="2025-12-02T10:42:15.957" v="2763" actId="1036"/>
          <ac:spMkLst>
            <pc:docMk/>
            <pc:sldMk cId="1245783398" sldId="2142534822"/>
            <ac:spMk id="4" creationId="{3C7DE53D-8759-C0CD-8A65-BEB4F183B069}"/>
          </ac:spMkLst>
        </pc:spChg>
        <pc:spChg chg="mod">
          <ac:chgData name="太田　幸治" userId="329d4074-2e52-4674-99dc-ce579bc41477" providerId="ADAL" clId="{C676EE39-71E9-4408-BB4F-96E219EC5E71}" dt="2025-12-02T10:42:15.957" v="2763" actId="1036"/>
          <ac:spMkLst>
            <pc:docMk/>
            <pc:sldMk cId="1245783398" sldId="2142534822"/>
            <ac:spMk id="5" creationId="{7BD41412-622E-0B05-B1C5-513DFF29CBA5}"/>
          </ac:spMkLst>
        </pc:spChg>
        <pc:spChg chg="mod">
          <ac:chgData name="太田　幸治" userId="329d4074-2e52-4674-99dc-ce579bc41477" providerId="ADAL" clId="{C676EE39-71E9-4408-BB4F-96E219EC5E71}" dt="2025-12-02T10:55:36.777" v="2913" actId="20577"/>
          <ac:spMkLst>
            <pc:docMk/>
            <pc:sldMk cId="1245783398" sldId="2142534822"/>
            <ac:spMk id="10" creationId="{70CA9A20-28C9-D04B-3953-571374326746}"/>
          </ac:spMkLst>
        </pc:spChg>
        <pc:spChg chg="mod">
          <ac:chgData name="太田　幸治" userId="329d4074-2e52-4674-99dc-ce579bc41477" providerId="ADAL" clId="{C676EE39-71E9-4408-BB4F-96E219EC5E71}" dt="2025-12-02T10:41:50.483" v="2753" actId="14100"/>
          <ac:spMkLst>
            <pc:docMk/>
            <pc:sldMk cId="1245783398" sldId="2142534822"/>
            <ac:spMk id="12" creationId="{6C94C30E-DBF6-5EC3-D9CA-6F4759B6DFC9}"/>
          </ac:spMkLst>
        </pc:spChg>
        <pc:spChg chg="mod">
          <ac:chgData name="太田　幸治" userId="329d4074-2e52-4674-99dc-ce579bc41477" providerId="ADAL" clId="{C676EE39-71E9-4408-BB4F-96E219EC5E71}" dt="2025-12-02T10:42:01.313" v="2762" actId="1035"/>
          <ac:spMkLst>
            <pc:docMk/>
            <pc:sldMk cId="1245783398" sldId="2142534822"/>
            <ac:spMk id="14" creationId="{E45A7104-4307-9BE1-39CC-766A501ED59B}"/>
          </ac:spMkLst>
        </pc:spChg>
        <pc:spChg chg="mod">
          <ac:chgData name="太田　幸治" userId="329d4074-2e52-4674-99dc-ce579bc41477" providerId="ADAL" clId="{C676EE39-71E9-4408-BB4F-96E219EC5E71}" dt="2025-12-02T10:57:25.839" v="2939" actId="207"/>
          <ac:spMkLst>
            <pc:docMk/>
            <pc:sldMk cId="1245783398" sldId="2142534822"/>
            <ac:spMk id="15" creationId="{D29885B2-7F4D-5495-C84C-67B1A62A4D7C}"/>
          </ac:spMkLst>
        </pc:spChg>
        <pc:spChg chg="add mod">
          <ac:chgData name="太田　幸治" userId="329d4074-2e52-4674-99dc-ce579bc41477" providerId="ADAL" clId="{C676EE39-71E9-4408-BB4F-96E219EC5E71}" dt="2025-12-02T10:42:15.957" v="2763" actId="1036"/>
          <ac:spMkLst>
            <pc:docMk/>
            <pc:sldMk cId="1245783398" sldId="2142534822"/>
            <ac:spMk id="16" creationId="{F43DFF39-E812-D495-A242-3A3ABBFD1B2D}"/>
          </ac:spMkLst>
        </pc:spChg>
        <pc:spChg chg="add mod">
          <ac:chgData name="太田　幸治" userId="329d4074-2e52-4674-99dc-ce579bc41477" providerId="ADAL" clId="{C676EE39-71E9-4408-BB4F-96E219EC5E71}" dt="2025-12-02T10:42:15.957" v="2763" actId="1036"/>
          <ac:spMkLst>
            <pc:docMk/>
            <pc:sldMk cId="1245783398" sldId="2142534822"/>
            <ac:spMk id="17" creationId="{EF200296-4860-1735-01B8-10E0C7248821}"/>
          </ac:spMkLst>
        </pc:spChg>
        <pc:spChg chg="mod">
          <ac:chgData name="太田　幸治" userId="329d4074-2e52-4674-99dc-ce579bc41477" providerId="ADAL" clId="{C676EE39-71E9-4408-BB4F-96E219EC5E71}" dt="2025-12-02T10:41:41.189" v="2751" actId="1035"/>
          <ac:spMkLst>
            <pc:docMk/>
            <pc:sldMk cId="1245783398" sldId="2142534822"/>
            <ac:spMk id="19" creationId="{DFFFC468-6925-DD89-BD50-15D8D279E768}"/>
          </ac:spMkLst>
        </pc:spChg>
        <pc:spChg chg="mod">
          <ac:chgData name="太田　幸治" userId="329d4074-2e52-4674-99dc-ce579bc41477" providerId="ADAL" clId="{C676EE39-71E9-4408-BB4F-96E219EC5E71}" dt="2025-12-02T10:41:41.189" v="2751" actId="1035"/>
          <ac:spMkLst>
            <pc:docMk/>
            <pc:sldMk cId="1245783398" sldId="2142534822"/>
            <ac:spMk id="21" creationId="{2E36635A-7EE1-052C-992E-37E674D3A81D}"/>
          </ac:spMkLst>
        </pc:spChg>
        <pc:spChg chg="mod">
          <ac:chgData name="太田　幸治" userId="329d4074-2e52-4674-99dc-ce579bc41477" providerId="ADAL" clId="{C676EE39-71E9-4408-BB4F-96E219EC5E71}" dt="2025-12-02T10:42:15.957" v="2763" actId="1036"/>
          <ac:spMkLst>
            <pc:docMk/>
            <pc:sldMk cId="1245783398" sldId="2142534822"/>
            <ac:spMk id="22" creationId="{2A20A7D6-6D45-F4C9-CB5A-76513F3DB7F2}"/>
          </ac:spMkLst>
        </pc:spChg>
        <pc:spChg chg="mod">
          <ac:chgData name="太田　幸治" userId="329d4074-2e52-4674-99dc-ce579bc41477" providerId="ADAL" clId="{C676EE39-71E9-4408-BB4F-96E219EC5E71}" dt="2025-12-02T10:43:14.722" v="2764" actId="14100"/>
          <ac:spMkLst>
            <pc:docMk/>
            <pc:sldMk cId="1245783398" sldId="2142534822"/>
            <ac:spMk id="23" creationId="{F0AAC23D-782D-BB8D-5C1C-F29B42ACBFA4}"/>
          </ac:spMkLst>
        </pc:spChg>
        <pc:spChg chg="add mod">
          <ac:chgData name="太田　幸治" userId="329d4074-2e52-4674-99dc-ce579bc41477" providerId="ADAL" clId="{C676EE39-71E9-4408-BB4F-96E219EC5E71}" dt="2025-12-02T10:47:57.932" v="2800" actId="1036"/>
          <ac:spMkLst>
            <pc:docMk/>
            <pc:sldMk cId="1245783398" sldId="2142534822"/>
            <ac:spMk id="25" creationId="{F0C37D14-A248-4924-5FD6-33BA26B1302E}"/>
          </ac:spMkLst>
        </pc:spChg>
        <pc:spChg chg="mod">
          <ac:chgData name="太田　幸治" userId="329d4074-2e52-4674-99dc-ce579bc41477" providerId="ADAL" clId="{C676EE39-71E9-4408-BB4F-96E219EC5E71}" dt="2025-12-02T10:41:53.917" v="2754" actId="14100"/>
          <ac:spMkLst>
            <pc:docMk/>
            <pc:sldMk cId="1245783398" sldId="2142534822"/>
            <ac:spMk id="33" creationId="{AC5AD6F7-3652-69F0-3EEA-A4566588A1FD}"/>
          </ac:spMkLst>
        </pc:spChg>
        <pc:spChg chg="mod">
          <ac:chgData name="太田　幸治" userId="329d4074-2e52-4674-99dc-ce579bc41477" providerId="ADAL" clId="{C676EE39-71E9-4408-BB4F-96E219EC5E71}" dt="2025-12-01T06:32:51.221" v="559" actId="207"/>
          <ac:spMkLst>
            <pc:docMk/>
            <pc:sldMk cId="1245783398" sldId="2142534822"/>
            <ac:spMk id="34" creationId="{6414016C-237B-A327-762C-0A0468D8440D}"/>
          </ac:spMkLst>
        </pc:spChg>
        <pc:spChg chg="add mod">
          <ac:chgData name="太田　幸治" userId="329d4074-2e52-4674-99dc-ce579bc41477" providerId="ADAL" clId="{C676EE39-71E9-4408-BB4F-96E219EC5E71}" dt="2025-12-02T10:42:15.957" v="2763" actId="1036"/>
          <ac:spMkLst>
            <pc:docMk/>
            <pc:sldMk cId="1245783398" sldId="2142534822"/>
            <ac:spMk id="35" creationId="{7A5E7C4A-158A-3BB6-172B-FE4F0C36EC3B}"/>
          </ac:spMkLst>
        </pc:spChg>
        <pc:spChg chg="add del mod">
          <ac:chgData name="太田　幸治" userId="329d4074-2e52-4674-99dc-ce579bc41477" providerId="ADAL" clId="{C676EE39-71E9-4408-BB4F-96E219EC5E71}" dt="2025-12-02T10:51:11.076" v="2814" actId="20577"/>
          <ac:spMkLst>
            <pc:docMk/>
            <pc:sldMk cId="1245783398" sldId="2142534822"/>
            <ac:spMk id="36" creationId="{A46F3048-7586-94DF-FCCC-B813E4941C58}"/>
          </ac:spMkLst>
        </pc:spChg>
        <pc:spChg chg="mod">
          <ac:chgData name="太田　幸治" userId="329d4074-2e52-4674-99dc-ce579bc41477" providerId="ADAL" clId="{C676EE39-71E9-4408-BB4F-96E219EC5E71}" dt="2025-12-01T06:32:11.686" v="541" actId="1037"/>
          <ac:spMkLst>
            <pc:docMk/>
            <pc:sldMk cId="1245783398" sldId="2142534822"/>
            <ac:spMk id="48" creationId="{2C8F27C4-3E04-4590-A9F0-2BAF0D095449}"/>
          </ac:spMkLst>
        </pc:spChg>
        <pc:spChg chg="mod">
          <ac:chgData name="太田　幸治" userId="329d4074-2e52-4674-99dc-ce579bc41477" providerId="ADAL" clId="{C676EE39-71E9-4408-BB4F-96E219EC5E71}" dt="2025-12-01T06:32:11.686" v="541" actId="1037"/>
          <ac:spMkLst>
            <pc:docMk/>
            <pc:sldMk cId="1245783398" sldId="2142534822"/>
            <ac:spMk id="49" creationId="{15D729B2-FEE0-4A39-8870-2E6C705B3D93}"/>
          </ac:spMkLst>
        </pc:spChg>
        <pc:spChg chg="add mod">
          <ac:chgData name="太田　幸治" userId="329d4074-2e52-4674-99dc-ce579bc41477" providerId="ADAL" clId="{C676EE39-71E9-4408-BB4F-96E219EC5E71}" dt="2025-12-02T10:40:17.119" v="2733" actId="1037"/>
          <ac:spMkLst>
            <pc:docMk/>
            <pc:sldMk cId="1245783398" sldId="2142534822"/>
            <ac:spMk id="52" creationId="{9742D2B1-820E-C734-6CAD-11238F5106D0}"/>
          </ac:spMkLst>
        </pc:spChg>
        <pc:spChg chg="add mod">
          <ac:chgData name="太田　幸治" userId="329d4074-2e52-4674-99dc-ce579bc41477" providerId="ADAL" clId="{C676EE39-71E9-4408-BB4F-96E219EC5E71}" dt="2025-12-02T10:40:17.119" v="2733" actId="1037"/>
          <ac:spMkLst>
            <pc:docMk/>
            <pc:sldMk cId="1245783398" sldId="2142534822"/>
            <ac:spMk id="53" creationId="{B1A3BFAC-CBAB-4A7D-AE24-C8C1576F3FE9}"/>
          </ac:spMkLst>
        </pc:spChg>
        <pc:spChg chg="mod">
          <ac:chgData name="太田　幸治" userId="329d4074-2e52-4674-99dc-ce579bc41477" providerId="ADAL" clId="{C676EE39-71E9-4408-BB4F-96E219EC5E71}" dt="2025-12-02T10:41:47.087" v="2752" actId="14100"/>
          <ac:spMkLst>
            <pc:docMk/>
            <pc:sldMk cId="1245783398" sldId="2142534822"/>
            <ac:spMk id="59" creationId="{8C1D7F74-77EE-4B6B-824C-4B4D1F7A29A8}"/>
          </ac:spMkLst>
        </pc:spChg>
        <pc:spChg chg="mod">
          <ac:chgData name="太田　幸治" userId="329d4074-2e52-4674-99dc-ce579bc41477" providerId="ADAL" clId="{C676EE39-71E9-4408-BB4F-96E219EC5E71}" dt="2025-12-02T10:42:15.957" v="2763" actId="1036"/>
          <ac:spMkLst>
            <pc:docMk/>
            <pc:sldMk cId="1245783398" sldId="2142534822"/>
            <ac:spMk id="61" creationId="{DF536171-008F-423E-98FE-8E55084155E4}"/>
          </ac:spMkLst>
        </pc:spChg>
        <pc:spChg chg="mod">
          <ac:chgData name="太田　幸治" userId="329d4074-2e52-4674-99dc-ce579bc41477" providerId="ADAL" clId="{C676EE39-71E9-4408-BB4F-96E219EC5E71}" dt="2025-12-02T10:42:15.957" v="2763" actId="1036"/>
          <ac:spMkLst>
            <pc:docMk/>
            <pc:sldMk cId="1245783398" sldId="2142534822"/>
            <ac:spMk id="63" creationId="{FFD463F6-9E8F-4B19-8ED2-DE4F0656AE09}"/>
          </ac:spMkLst>
        </pc:spChg>
        <pc:grpChg chg="mod">
          <ac:chgData name="太田　幸治" userId="329d4074-2e52-4674-99dc-ce579bc41477" providerId="ADAL" clId="{C676EE39-71E9-4408-BB4F-96E219EC5E71}" dt="2025-12-02T10:53:09.497" v="2842" actId="14100"/>
          <ac:grpSpMkLst>
            <pc:docMk/>
            <pc:sldMk cId="1245783398" sldId="2142534822"/>
            <ac:grpSpMk id="11" creationId="{B362577C-7019-4D8A-5D8F-CB3AC2E84434}"/>
          </ac:grpSpMkLst>
        </pc:grpChg>
        <pc:grpChg chg="add mod">
          <ac:chgData name="太田　幸治" userId="329d4074-2e52-4674-99dc-ce579bc41477" providerId="ADAL" clId="{C676EE39-71E9-4408-BB4F-96E219EC5E71}" dt="2025-12-02T10:53:09.497" v="2842" actId="14100"/>
          <ac:grpSpMkLst>
            <pc:docMk/>
            <pc:sldMk cId="1245783398" sldId="2142534822"/>
            <ac:grpSpMk id="31" creationId="{DD195127-5569-EBC5-A6CA-BD86CD3F7D5C}"/>
          </ac:grpSpMkLst>
        </pc:grpChg>
        <pc:grpChg chg="mod">
          <ac:chgData name="太田　幸治" userId="329d4074-2e52-4674-99dc-ce579bc41477" providerId="ADAL" clId="{C676EE39-71E9-4408-BB4F-96E219EC5E71}" dt="2025-12-02T10:53:09.497" v="2842" actId="14100"/>
          <ac:grpSpMkLst>
            <pc:docMk/>
            <pc:sldMk cId="1245783398" sldId="2142534822"/>
            <ac:grpSpMk id="58" creationId="{E45947C0-A22B-4BA1-A4DB-C9D65B8BE6BE}"/>
          </ac:grpSpMkLst>
        </pc:grpChg>
        <pc:cxnChg chg="add mod">
          <ac:chgData name="太田　幸治" userId="329d4074-2e52-4674-99dc-ce579bc41477" providerId="ADAL" clId="{C676EE39-71E9-4408-BB4F-96E219EC5E71}" dt="2025-12-02T10:41:13.504" v="2737" actId="14100"/>
          <ac:cxnSpMkLst>
            <pc:docMk/>
            <pc:sldMk cId="1245783398" sldId="2142534822"/>
            <ac:cxnSpMk id="9" creationId="{6D86760D-AFAA-19B8-BDC9-78091DB26B2C}"/>
          </ac:cxnSpMkLst>
        </pc:cxnChg>
        <pc:cxnChg chg="mod">
          <ac:chgData name="太田　幸治" userId="329d4074-2e52-4674-99dc-ce579bc41477" providerId="ADAL" clId="{C676EE39-71E9-4408-BB4F-96E219EC5E71}" dt="2025-12-01T06:31:57.076" v="524" actId="1037"/>
          <ac:cxnSpMkLst>
            <pc:docMk/>
            <pc:sldMk cId="1245783398" sldId="2142534822"/>
            <ac:cxnSpMk id="24" creationId="{96D1D4E2-4A43-F211-FC3B-F790876AC30E}"/>
          </ac:cxnSpMkLst>
        </pc:cxnChg>
        <pc:cxnChg chg="mod">
          <ac:chgData name="太田　幸治" userId="329d4074-2e52-4674-99dc-ce579bc41477" providerId="ADAL" clId="{C676EE39-71E9-4408-BB4F-96E219EC5E71}" dt="2025-12-02T10:43:23.689" v="2766" actId="14100"/>
          <ac:cxnSpMkLst>
            <pc:docMk/>
            <pc:sldMk cId="1245783398" sldId="2142534822"/>
            <ac:cxnSpMk id="29" creationId="{19A04797-3C03-1AF1-45D1-FAEE397E8F33}"/>
          </ac:cxnSpMkLst>
        </pc:cxnChg>
        <pc:cxnChg chg="mod">
          <ac:chgData name="太田　幸治" userId="329d4074-2e52-4674-99dc-ce579bc41477" providerId="ADAL" clId="{C676EE39-71E9-4408-BB4F-96E219EC5E71}" dt="2025-12-02T10:40:40.887" v="2735" actId="14100"/>
          <ac:cxnSpMkLst>
            <pc:docMk/>
            <pc:sldMk cId="1245783398" sldId="2142534822"/>
            <ac:cxnSpMk id="32" creationId="{C30A178C-DE12-8DF1-CA2C-50D6B63BD403}"/>
          </ac:cxnSpMkLst>
        </pc:cxnChg>
        <pc:cxnChg chg="add mod">
          <ac:chgData name="太田　幸治" userId="329d4074-2e52-4674-99dc-ce579bc41477" providerId="ADAL" clId="{C676EE39-71E9-4408-BB4F-96E219EC5E71}" dt="2025-12-02T10:53:09.497" v="2842" actId="14100"/>
          <ac:cxnSpMkLst>
            <pc:docMk/>
            <pc:sldMk cId="1245783398" sldId="2142534822"/>
            <ac:cxnSpMk id="47" creationId="{1F52A1EE-F56E-D252-9AE3-BF24BBBB3577}"/>
          </ac:cxnSpMkLst>
        </pc:cxnChg>
        <pc:cxnChg chg="mod">
          <ac:chgData name="太田　幸治" userId="329d4074-2e52-4674-99dc-ce579bc41477" providerId="ADAL" clId="{C676EE39-71E9-4408-BB4F-96E219EC5E71}" dt="2025-12-02T10:42:01.313" v="2762" actId="1035"/>
          <ac:cxnSpMkLst>
            <pc:docMk/>
            <pc:sldMk cId="1245783398" sldId="2142534822"/>
            <ac:cxnSpMk id="64" creationId="{92903C05-6B57-426D-A059-DD3752DD3611}"/>
          </ac:cxnSpMkLst>
        </pc:cxnChg>
      </pc:sldChg>
      <pc:sldChg chg="addSp delSp modSp add del mod">
        <pc:chgData name="太田　幸治" userId="329d4074-2e52-4674-99dc-ce579bc41477" providerId="ADAL" clId="{C676EE39-71E9-4408-BB4F-96E219EC5E71}" dt="2025-12-02T05:54:47.219" v="2630" actId="20577"/>
        <pc:sldMkLst>
          <pc:docMk/>
          <pc:sldMk cId="3354001940" sldId="2142534826"/>
        </pc:sldMkLst>
        <pc:spChg chg="mod">
          <ac:chgData name="太田　幸治" userId="329d4074-2e52-4674-99dc-ce579bc41477" providerId="ADAL" clId="{C676EE39-71E9-4408-BB4F-96E219EC5E71}" dt="2025-12-01T06:33:56.655" v="594" actId="6549"/>
          <ac:spMkLst>
            <pc:docMk/>
            <pc:sldMk cId="3354001940" sldId="2142534826"/>
            <ac:spMk id="2" creationId="{C8A08D2B-9CD7-2280-B0C9-E680A73B9A58}"/>
          </ac:spMkLst>
        </pc:spChg>
        <pc:spChg chg="mod">
          <ac:chgData name="太田　幸治" userId="329d4074-2e52-4674-99dc-ce579bc41477" providerId="ADAL" clId="{C676EE39-71E9-4408-BB4F-96E219EC5E71}" dt="2025-12-02T05:54:47.219" v="2630" actId="20577"/>
          <ac:spMkLst>
            <pc:docMk/>
            <pc:sldMk cId="3354001940" sldId="2142534826"/>
            <ac:spMk id="6" creationId="{7B595550-DD36-A2EE-B50D-B8471BDEBB75}"/>
          </ac:spMkLst>
        </pc:spChg>
        <pc:spChg chg="add mod">
          <ac:chgData name="太田　幸治" userId="329d4074-2e52-4674-99dc-ce579bc41477" providerId="ADAL" clId="{C676EE39-71E9-4408-BB4F-96E219EC5E71}" dt="2025-12-02T05:53:23.142" v="2591" actId="255"/>
          <ac:spMkLst>
            <pc:docMk/>
            <pc:sldMk cId="3354001940" sldId="2142534826"/>
            <ac:spMk id="25" creationId="{09CB3EAD-E533-AB64-9DB9-46A2A073FC10}"/>
          </ac:spMkLst>
        </pc:spChg>
        <pc:spChg chg="add mod">
          <ac:chgData name="太田　幸治" userId="329d4074-2e52-4674-99dc-ce579bc41477" providerId="ADAL" clId="{C676EE39-71E9-4408-BB4F-96E219EC5E71}" dt="2025-12-01T07:14:34.730" v="2408" actId="1035"/>
          <ac:spMkLst>
            <pc:docMk/>
            <pc:sldMk cId="3354001940" sldId="2142534826"/>
            <ac:spMk id="28" creationId="{62499164-2FAC-DE5B-1F49-DD472D75F155}"/>
          </ac:spMkLst>
        </pc:spChg>
        <pc:spChg chg="add mod">
          <ac:chgData name="太田　幸治" userId="329d4074-2e52-4674-99dc-ce579bc41477" providerId="ADAL" clId="{C676EE39-71E9-4408-BB4F-96E219EC5E71}" dt="2025-12-01T07:14:34.730" v="2408" actId="1035"/>
          <ac:spMkLst>
            <pc:docMk/>
            <pc:sldMk cId="3354001940" sldId="2142534826"/>
            <ac:spMk id="29" creationId="{5783BF9A-04D7-101A-ECFC-A5C78EC92874}"/>
          </ac:spMkLst>
        </pc:spChg>
        <pc:spChg chg="add mod">
          <ac:chgData name="太田　幸治" userId="329d4074-2e52-4674-99dc-ce579bc41477" providerId="ADAL" clId="{C676EE39-71E9-4408-BB4F-96E219EC5E71}" dt="2025-12-01T07:14:34.730" v="2408" actId="1035"/>
          <ac:spMkLst>
            <pc:docMk/>
            <pc:sldMk cId="3354001940" sldId="2142534826"/>
            <ac:spMk id="30" creationId="{EAFC03BE-E55E-912F-19F3-9FA229B3CAA2}"/>
          </ac:spMkLst>
        </pc:spChg>
        <pc:spChg chg="add mod">
          <ac:chgData name="太田　幸治" userId="329d4074-2e52-4674-99dc-ce579bc41477" providerId="ADAL" clId="{C676EE39-71E9-4408-BB4F-96E219EC5E71}" dt="2025-12-01T07:09:23.440" v="1998" actId="1076"/>
          <ac:spMkLst>
            <pc:docMk/>
            <pc:sldMk cId="3354001940" sldId="2142534826"/>
            <ac:spMk id="31" creationId="{478095E7-16A9-334A-AE77-937CD4A489AB}"/>
          </ac:spMkLst>
        </pc:spChg>
        <pc:spChg chg="add mod">
          <ac:chgData name="太田　幸治" userId="329d4074-2e52-4674-99dc-ce579bc41477" providerId="ADAL" clId="{C676EE39-71E9-4408-BB4F-96E219EC5E71}" dt="2025-12-01T07:19:21.693" v="2546" actId="255"/>
          <ac:spMkLst>
            <pc:docMk/>
            <pc:sldMk cId="3354001940" sldId="2142534826"/>
            <ac:spMk id="32" creationId="{F7970C05-7ED8-EDB2-EFD4-A1C11DCDBE47}"/>
          </ac:spMkLst>
        </pc:spChg>
        <pc:spChg chg="add mod">
          <ac:chgData name="太田　幸治" userId="329d4074-2e52-4674-99dc-ce579bc41477" providerId="ADAL" clId="{C676EE39-71E9-4408-BB4F-96E219EC5E71}" dt="2025-12-01T07:14:49.986" v="2413" actId="1035"/>
          <ac:spMkLst>
            <pc:docMk/>
            <pc:sldMk cId="3354001940" sldId="2142534826"/>
            <ac:spMk id="34" creationId="{3ABC283A-E953-5B7A-BE7F-9AF2AFDF6215}"/>
          </ac:spMkLst>
        </pc:spChg>
        <pc:spChg chg="add mod">
          <ac:chgData name="太田　幸治" userId="329d4074-2e52-4674-99dc-ce579bc41477" providerId="ADAL" clId="{C676EE39-71E9-4408-BB4F-96E219EC5E71}" dt="2025-12-01T07:14:49.986" v="2413" actId="1035"/>
          <ac:spMkLst>
            <pc:docMk/>
            <pc:sldMk cId="3354001940" sldId="2142534826"/>
            <ac:spMk id="35" creationId="{7884EA3C-D7F5-83F9-EB46-AE18A5CCC52A}"/>
          </ac:spMkLst>
        </pc:spChg>
        <pc:spChg chg="add mod">
          <ac:chgData name="太田　幸治" userId="329d4074-2e52-4674-99dc-ce579bc41477" providerId="ADAL" clId="{C676EE39-71E9-4408-BB4F-96E219EC5E71}" dt="2025-12-01T07:14:49.986" v="2413" actId="1035"/>
          <ac:spMkLst>
            <pc:docMk/>
            <pc:sldMk cId="3354001940" sldId="2142534826"/>
            <ac:spMk id="36" creationId="{0EEF7F80-C85C-6810-A08E-DC0989BEBB68}"/>
          </ac:spMkLst>
        </pc:spChg>
        <pc:spChg chg="add mod">
          <ac:chgData name="太田　幸治" userId="329d4074-2e52-4674-99dc-ce579bc41477" providerId="ADAL" clId="{C676EE39-71E9-4408-BB4F-96E219EC5E71}" dt="2025-12-01T07:14:54.997" v="2418" actId="1035"/>
          <ac:spMkLst>
            <pc:docMk/>
            <pc:sldMk cId="3354001940" sldId="2142534826"/>
            <ac:spMk id="37" creationId="{E1D2B3E1-22EE-E44F-EE60-4B23B2826252}"/>
          </ac:spMkLst>
        </pc:spChg>
        <pc:spChg chg="add mod">
          <ac:chgData name="太田　幸治" userId="329d4074-2e52-4674-99dc-ce579bc41477" providerId="ADAL" clId="{C676EE39-71E9-4408-BB4F-96E219EC5E71}" dt="2025-12-01T07:14:54.997" v="2418" actId="1035"/>
          <ac:spMkLst>
            <pc:docMk/>
            <pc:sldMk cId="3354001940" sldId="2142534826"/>
            <ac:spMk id="38" creationId="{09A4A2E9-ADD4-830C-81B4-47EEEB42C94F}"/>
          </ac:spMkLst>
        </pc:spChg>
        <pc:spChg chg="add mod">
          <ac:chgData name="太田　幸治" userId="329d4074-2e52-4674-99dc-ce579bc41477" providerId="ADAL" clId="{C676EE39-71E9-4408-BB4F-96E219EC5E71}" dt="2025-12-01T07:14:54.997" v="2418" actId="1035"/>
          <ac:spMkLst>
            <pc:docMk/>
            <pc:sldMk cId="3354001940" sldId="2142534826"/>
            <ac:spMk id="39" creationId="{9D2104DF-A642-43FB-6850-56A58DB7DB71}"/>
          </ac:spMkLst>
        </pc:spChg>
        <pc:spChg chg="add mod">
          <ac:chgData name="太田　幸治" userId="329d4074-2e52-4674-99dc-ce579bc41477" providerId="ADAL" clId="{C676EE39-71E9-4408-BB4F-96E219EC5E71}" dt="2025-12-01T07:14:43.248" v="2411" actId="1036"/>
          <ac:spMkLst>
            <pc:docMk/>
            <pc:sldMk cId="3354001940" sldId="2142534826"/>
            <ac:spMk id="40" creationId="{4DCA5D8B-6129-8A35-1E2D-5315F0DF0C64}"/>
          </ac:spMkLst>
        </pc:spChg>
        <pc:spChg chg="add mod">
          <ac:chgData name="太田　幸治" userId="329d4074-2e52-4674-99dc-ce579bc41477" providerId="ADAL" clId="{C676EE39-71E9-4408-BB4F-96E219EC5E71}" dt="2025-12-01T07:14:43.248" v="2411" actId="1036"/>
          <ac:spMkLst>
            <pc:docMk/>
            <pc:sldMk cId="3354001940" sldId="2142534826"/>
            <ac:spMk id="41" creationId="{78C61484-A5BF-4689-CBC8-973101D3B795}"/>
          </ac:spMkLst>
        </pc:spChg>
        <pc:spChg chg="add mod">
          <ac:chgData name="太田　幸治" userId="329d4074-2e52-4674-99dc-ce579bc41477" providerId="ADAL" clId="{C676EE39-71E9-4408-BB4F-96E219EC5E71}" dt="2025-12-02T05:35:05.972" v="2584" actId="20577"/>
          <ac:spMkLst>
            <pc:docMk/>
            <pc:sldMk cId="3354001940" sldId="2142534826"/>
            <ac:spMk id="42" creationId="{634963BD-CA88-6BE1-5DC2-F66CB652AAE7}"/>
          </ac:spMkLst>
        </pc:spChg>
        <pc:spChg chg="add mod">
          <ac:chgData name="太田　幸治" userId="329d4074-2e52-4674-99dc-ce579bc41477" providerId="ADAL" clId="{C676EE39-71E9-4408-BB4F-96E219EC5E71}" dt="2025-12-02T05:29:08.970" v="2582" actId="1036"/>
          <ac:spMkLst>
            <pc:docMk/>
            <pc:sldMk cId="3354001940" sldId="2142534826"/>
            <ac:spMk id="43" creationId="{13393412-79F4-61D0-E8E4-2EFA47EB390F}"/>
          </ac:spMkLst>
        </pc:spChg>
        <pc:spChg chg="add mod">
          <ac:chgData name="太田　幸治" userId="329d4074-2e52-4674-99dc-ce579bc41477" providerId="ADAL" clId="{C676EE39-71E9-4408-BB4F-96E219EC5E71}" dt="2025-12-01T07:18:12.928" v="2524" actId="692"/>
          <ac:spMkLst>
            <pc:docMk/>
            <pc:sldMk cId="3354001940" sldId="2142534826"/>
            <ac:spMk id="44" creationId="{83BA1D1E-4973-8C1D-4A03-ED8652059D9F}"/>
          </ac:spMkLst>
        </pc:spChg>
        <pc:spChg chg="add mod">
          <ac:chgData name="太田　幸治" userId="329d4074-2e52-4674-99dc-ce579bc41477" providerId="ADAL" clId="{C676EE39-71E9-4408-BB4F-96E219EC5E71}" dt="2025-12-01T07:17:48.097" v="2520" actId="1038"/>
          <ac:spMkLst>
            <pc:docMk/>
            <pc:sldMk cId="3354001940" sldId="2142534826"/>
            <ac:spMk id="45" creationId="{070B7E13-2860-A87F-5AD2-1B8E7067F017}"/>
          </ac:spMkLst>
        </pc:spChg>
      </pc:sldChg>
      <pc:sldChg chg="del">
        <pc:chgData name="太田　幸治" userId="329d4074-2e52-4674-99dc-ce579bc41477" providerId="ADAL" clId="{C676EE39-71E9-4408-BB4F-96E219EC5E71}" dt="2025-12-01T06:22:59.886" v="34" actId="47"/>
        <pc:sldMkLst>
          <pc:docMk/>
          <pc:sldMk cId="3483296734" sldId="2142534828"/>
        </pc:sldMkLst>
      </pc:sldChg>
      <pc:sldChg chg="modSp mod">
        <pc:chgData name="太田　幸治" userId="329d4074-2e52-4674-99dc-ce579bc41477" providerId="ADAL" clId="{C676EE39-71E9-4408-BB4F-96E219EC5E71}" dt="2025-12-01T06:23:17.376" v="62" actId="6549"/>
        <pc:sldMkLst>
          <pc:docMk/>
          <pc:sldMk cId="2241232423" sldId="2142534829"/>
        </pc:sldMkLst>
        <pc:spChg chg="mod">
          <ac:chgData name="太田　幸治" userId="329d4074-2e52-4674-99dc-ce579bc41477" providerId="ADAL" clId="{C676EE39-71E9-4408-BB4F-96E219EC5E71}" dt="2025-12-01T06:23:17.376" v="62" actId="6549"/>
          <ac:spMkLst>
            <pc:docMk/>
            <pc:sldMk cId="2241232423" sldId="2142534829"/>
            <ac:spMk id="2" creationId="{CF264C06-97E2-4458-FA81-140E690E78F7}"/>
          </ac:spMkLst>
        </pc:spChg>
      </pc:sldChg>
      <pc:sldChg chg="del">
        <pc:chgData name="太田　幸治" userId="329d4074-2e52-4674-99dc-ce579bc41477" providerId="ADAL" clId="{C676EE39-71E9-4408-BB4F-96E219EC5E71}" dt="2025-12-01T06:34:42.636" v="618" actId="47"/>
        <pc:sldMkLst>
          <pc:docMk/>
          <pc:sldMk cId="3605964874" sldId="2142534832"/>
        </pc:sldMkLst>
      </pc:sldChg>
      <pc:sldChg chg="del">
        <pc:chgData name="太田　幸治" userId="329d4074-2e52-4674-99dc-ce579bc41477" providerId="ADAL" clId="{C676EE39-71E9-4408-BB4F-96E219EC5E71}" dt="2025-12-01T06:22:34.008" v="27" actId="47"/>
        <pc:sldMkLst>
          <pc:docMk/>
          <pc:sldMk cId="2817851983" sldId="2147309396"/>
        </pc:sldMkLst>
      </pc:sldChg>
      <pc:sldChg chg="del">
        <pc:chgData name="太田　幸治" userId="329d4074-2e52-4674-99dc-ce579bc41477" providerId="ADAL" clId="{C676EE39-71E9-4408-BB4F-96E219EC5E71}" dt="2025-12-01T06:22:40.465" v="33" actId="47"/>
        <pc:sldMkLst>
          <pc:docMk/>
          <pc:sldMk cId="2420098634" sldId="2147309397"/>
        </pc:sldMkLst>
      </pc:sldChg>
      <pc:sldChg chg="del">
        <pc:chgData name="太田　幸治" userId="329d4074-2e52-4674-99dc-ce579bc41477" providerId="ADAL" clId="{C676EE39-71E9-4408-BB4F-96E219EC5E71}" dt="2025-12-01T06:22:34.549" v="28" actId="47"/>
        <pc:sldMkLst>
          <pc:docMk/>
          <pc:sldMk cId="1849522083" sldId="2147309399"/>
        </pc:sldMkLst>
      </pc:sldChg>
      <pc:sldChg chg="del">
        <pc:chgData name="太田　幸治" userId="329d4074-2e52-4674-99dc-ce579bc41477" providerId="ADAL" clId="{C676EE39-71E9-4408-BB4F-96E219EC5E71}" dt="2025-12-01T06:22:34.991" v="29" actId="47"/>
        <pc:sldMkLst>
          <pc:docMk/>
          <pc:sldMk cId="2784782604" sldId="2147309400"/>
        </pc:sldMkLst>
      </pc:sldChg>
      <pc:sldChg chg="del">
        <pc:chgData name="太田　幸治" userId="329d4074-2e52-4674-99dc-ce579bc41477" providerId="ADAL" clId="{C676EE39-71E9-4408-BB4F-96E219EC5E71}" dt="2025-12-01T06:22:35.448" v="30" actId="47"/>
        <pc:sldMkLst>
          <pc:docMk/>
          <pc:sldMk cId="1185088517" sldId="2147309401"/>
        </pc:sldMkLst>
      </pc:sldChg>
      <pc:sldChg chg="add del">
        <pc:chgData name="太田　幸治" userId="329d4074-2e52-4674-99dc-ce579bc41477" providerId="ADAL" clId="{C676EE39-71E9-4408-BB4F-96E219EC5E71}" dt="2025-12-01T07:00:35.657" v="1372"/>
        <pc:sldMkLst>
          <pc:docMk/>
          <pc:sldMk cId="524909778" sldId="2147483077"/>
        </pc:sldMkLst>
      </pc:sldChg>
      <pc:sldChg chg="add del">
        <pc:chgData name="太田　幸治" userId="329d4074-2e52-4674-99dc-ce579bc41477" providerId="ADAL" clId="{C676EE39-71E9-4408-BB4F-96E219EC5E71}" dt="2025-12-01T07:00:35.657" v="1372"/>
        <pc:sldMkLst>
          <pc:docMk/>
          <pc:sldMk cId="2496783116" sldId="2147483082"/>
        </pc:sldMkLst>
      </pc:sldChg>
      <pc:sldChg chg="modSp add mod">
        <pc:chgData name="太田　幸治" userId="329d4074-2e52-4674-99dc-ce579bc41477" providerId="ADAL" clId="{C676EE39-71E9-4408-BB4F-96E219EC5E71}" dt="2025-12-01T07:21:31.901" v="2578" actId="20577"/>
        <pc:sldMkLst>
          <pc:docMk/>
          <pc:sldMk cId="2613927369" sldId="2147483083"/>
        </pc:sldMkLst>
        <pc:graphicFrameChg chg="modGraphic">
          <ac:chgData name="太田　幸治" userId="329d4074-2e52-4674-99dc-ce579bc41477" providerId="ADAL" clId="{C676EE39-71E9-4408-BB4F-96E219EC5E71}" dt="2025-12-01T07:21:31.901" v="2578" actId="20577"/>
          <ac:graphicFrameMkLst>
            <pc:docMk/>
            <pc:sldMk cId="2613927369" sldId="2147483083"/>
            <ac:graphicFrameMk id="16" creationId="{4658AE0A-48A2-F980-883A-04FD725F1A92}"/>
          </ac:graphicFrameMkLst>
        </pc:graphicFrameChg>
      </pc:sldChg>
      <pc:sldChg chg="modSp add mod">
        <pc:chgData name="太田　幸治" userId="329d4074-2e52-4674-99dc-ce579bc41477" providerId="ADAL" clId="{C676EE39-71E9-4408-BB4F-96E219EC5E71}" dt="2025-12-01T07:21:22.552" v="2557" actId="20577"/>
        <pc:sldMkLst>
          <pc:docMk/>
          <pc:sldMk cId="1343657090" sldId="2147483084"/>
        </pc:sldMkLst>
        <pc:graphicFrameChg chg="modGraphic">
          <ac:chgData name="太田　幸治" userId="329d4074-2e52-4674-99dc-ce579bc41477" providerId="ADAL" clId="{C676EE39-71E9-4408-BB4F-96E219EC5E71}" dt="2025-12-01T07:21:22.552" v="2557" actId="20577"/>
          <ac:graphicFrameMkLst>
            <pc:docMk/>
            <pc:sldMk cId="1343657090" sldId="2147483084"/>
            <ac:graphicFrameMk id="16" creationId="{4658AE0A-48A2-F980-883A-04FD725F1A92}"/>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3" y="3"/>
            <a:ext cx="2918830" cy="493316"/>
          </a:xfrm>
          <a:prstGeom prst="rect">
            <a:avLst/>
          </a:prstGeom>
        </p:spPr>
        <p:txBody>
          <a:bodyPr vert="horz" lIns="91253" tIns="45623" rIns="91253" bIns="45623"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7" y="3"/>
            <a:ext cx="2918830" cy="493316"/>
          </a:xfrm>
          <a:prstGeom prst="rect">
            <a:avLst/>
          </a:prstGeom>
        </p:spPr>
        <p:txBody>
          <a:bodyPr vert="horz" lIns="91253" tIns="45623" rIns="91253" bIns="45623" rtlCol="0"/>
          <a:lstStyle>
            <a:lvl1pPr algn="r">
              <a:defRPr sz="1200"/>
            </a:lvl1pPr>
          </a:lstStyle>
          <a:p>
            <a:fld id="{116CA9A1-49A5-4813-BE73-64411D697E83}" type="datetimeFigureOut">
              <a:rPr kumimoji="1" lang="ja-JP" altLang="en-US" smtClean="0"/>
              <a:t>2026/1/8</a:t>
            </a:fld>
            <a:endParaRPr kumimoji="1" lang="ja-JP" altLang="en-US"/>
          </a:p>
        </p:txBody>
      </p:sp>
      <p:sp>
        <p:nvSpPr>
          <p:cNvPr id="4" name="フッター プレースホルダー 3"/>
          <p:cNvSpPr>
            <a:spLocks noGrp="1"/>
          </p:cNvSpPr>
          <p:nvPr>
            <p:ph type="ftr" sz="quarter" idx="2"/>
          </p:nvPr>
        </p:nvSpPr>
        <p:spPr>
          <a:xfrm>
            <a:off x="3" y="9371287"/>
            <a:ext cx="2918830" cy="493316"/>
          </a:xfrm>
          <a:prstGeom prst="rect">
            <a:avLst/>
          </a:prstGeom>
        </p:spPr>
        <p:txBody>
          <a:bodyPr vert="horz" lIns="91253" tIns="45623" rIns="91253" bIns="45623"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7" y="9371287"/>
            <a:ext cx="2918830" cy="493316"/>
          </a:xfrm>
          <a:prstGeom prst="rect">
            <a:avLst/>
          </a:prstGeom>
        </p:spPr>
        <p:txBody>
          <a:bodyPr vert="horz" lIns="91253" tIns="45623" rIns="91253" bIns="45623" rtlCol="0" anchor="b"/>
          <a:lstStyle>
            <a:lvl1pPr algn="r">
              <a:defRPr sz="1200"/>
            </a:lvl1pPr>
          </a:lstStyle>
          <a:p>
            <a:fld id="{AA2E35D2-4F1F-4BDF-88EC-2B2C6B449510}" type="slidenum">
              <a:rPr kumimoji="1" lang="ja-JP" altLang="en-US" smtClean="0"/>
              <a:t>‹#›</a:t>
            </a:fld>
            <a:endParaRPr kumimoji="1" lang="ja-JP" altLang="en-US"/>
          </a:p>
        </p:txBody>
      </p:sp>
    </p:spTree>
    <p:extLst>
      <p:ext uri="{BB962C8B-B14F-4D97-AF65-F5344CB8AC3E}">
        <p14:creationId xmlns:p14="http://schemas.microsoft.com/office/powerpoint/2010/main" val="2050149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3" y="3"/>
            <a:ext cx="2918830" cy="493316"/>
          </a:xfrm>
          <a:prstGeom prst="rect">
            <a:avLst/>
          </a:prstGeom>
        </p:spPr>
        <p:txBody>
          <a:bodyPr vert="horz" lIns="91253" tIns="45623" rIns="91253" bIns="45623"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7" y="3"/>
            <a:ext cx="2918830" cy="493316"/>
          </a:xfrm>
          <a:prstGeom prst="rect">
            <a:avLst/>
          </a:prstGeom>
        </p:spPr>
        <p:txBody>
          <a:bodyPr vert="horz" lIns="91253" tIns="45623" rIns="91253" bIns="45623" rtlCol="0"/>
          <a:lstStyle>
            <a:lvl1pPr algn="r">
              <a:defRPr sz="1200"/>
            </a:lvl1pPr>
          </a:lstStyle>
          <a:p>
            <a:fld id="{BB218005-AB2E-4230-9CBF-EC876F8C3946}" type="datetimeFigureOut">
              <a:rPr kumimoji="1" lang="ja-JP" altLang="en-US" smtClean="0"/>
              <a:t>2026/1/8</a:t>
            </a:fld>
            <a:endParaRPr kumimoji="1" lang="ja-JP" altLang="en-US"/>
          </a:p>
        </p:txBody>
      </p:sp>
      <p:sp>
        <p:nvSpPr>
          <p:cNvPr id="4" name="スライド イメージ プレースホルダー 3"/>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1253" tIns="45623" rIns="91253" bIns="45623" rtlCol="0" anchor="ctr"/>
          <a:lstStyle/>
          <a:p>
            <a:endParaRPr lang="ja-JP" altLang="en-US"/>
          </a:p>
        </p:txBody>
      </p:sp>
      <p:sp>
        <p:nvSpPr>
          <p:cNvPr id="5" name="ノート プレースホルダー 4"/>
          <p:cNvSpPr>
            <a:spLocks noGrp="1"/>
          </p:cNvSpPr>
          <p:nvPr>
            <p:ph type="body" sz="quarter" idx="3"/>
          </p:nvPr>
        </p:nvSpPr>
        <p:spPr>
          <a:xfrm>
            <a:off x="673577" y="4686510"/>
            <a:ext cx="5388610" cy="4439841"/>
          </a:xfrm>
          <a:prstGeom prst="rect">
            <a:avLst/>
          </a:prstGeom>
        </p:spPr>
        <p:txBody>
          <a:bodyPr vert="horz" lIns="91253" tIns="45623" rIns="91253" bIns="45623"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3" y="9371287"/>
            <a:ext cx="2918830" cy="493316"/>
          </a:xfrm>
          <a:prstGeom prst="rect">
            <a:avLst/>
          </a:prstGeom>
        </p:spPr>
        <p:txBody>
          <a:bodyPr vert="horz" lIns="91253" tIns="45623" rIns="91253" bIns="45623"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7" y="9371287"/>
            <a:ext cx="2918830" cy="493316"/>
          </a:xfrm>
          <a:prstGeom prst="rect">
            <a:avLst/>
          </a:prstGeom>
        </p:spPr>
        <p:txBody>
          <a:bodyPr vert="horz" lIns="91253" tIns="45623" rIns="91253" bIns="45623" rtlCol="0" anchor="b"/>
          <a:lstStyle>
            <a:lvl1pPr algn="r">
              <a:defRPr sz="1200"/>
            </a:lvl1pPr>
          </a:lstStyle>
          <a:p>
            <a:fld id="{AF6E3972-898B-454C-95F2-E930BA80A49A}" type="slidenum">
              <a:rPr kumimoji="1" lang="ja-JP" altLang="en-US" smtClean="0"/>
              <a:t>‹#›</a:t>
            </a:fld>
            <a:endParaRPr kumimoji="1" lang="ja-JP" altLang="en-US"/>
          </a:p>
        </p:txBody>
      </p:sp>
    </p:spTree>
    <p:extLst>
      <p:ext uri="{BB962C8B-B14F-4D97-AF65-F5344CB8AC3E}">
        <p14:creationId xmlns:p14="http://schemas.microsoft.com/office/powerpoint/2010/main" val="2160730346"/>
      </p:ext>
    </p:extLst>
  </p:cSld>
  <p:clrMap bg1="lt1" tx1="dk1" bg2="lt2" tx2="dk2" accent1="accent1" accent2="accent2" accent3="accent3" accent4="accent4" accent5="accent5" accent6="accent6" hlink="hlink" folHlink="folHlink"/>
  <p:notesStyle>
    <a:lvl1pPr marL="0" algn="l" defTabSz="1038977" rtl="0" eaLnBrk="1" latinLnBrk="0" hangingPunct="1">
      <a:defRPr kumimoji="1" sz="1333" kern="1200">
        <a:solidFill>
          <a:schemeClr val="tx1"/>
        </a:solidFill>
        <a:latin typeface="+mn-lt"/>
        <a:ea typeface="+mn-ea"/>
        <a:cs typeface="+mn-cs"/>
      </a:defRPr>
    </a:lvl1pPr>
    <a:lvl2pPr marL="519488" algn="l" defTabSz="1038977" rtl="0" eaLnBrk="1" latinLnBrk="0" hangingPunct="1">
      <a:defRPr kumimoji="1" sz="1333" kern="1200">
        <a:solidFill>
          <a:schemeClr val="tx1"/>
        </a:solidFill>
        <a:latin typeface="+mn-lt"/>
        <a:ea typeface="+mn-ea"/>
        <a:cs typeface="+mn-cs"/>
      </a:defRPr>
    </a:lvl2pPr>
    <a:lvl3pPr marL="1038977" algn="l" defTabSz="1038977" rtl="0" eaLnBrk="1" latinLnBrk="0" hangingPunct="1">
      <a:defRPr kumimoji="1" sz="1333" kern="1200">
        <a:solidFill>
          <a:schemeClr val="tx1"/>
        </a:solidFill>
        <a:latin typeface="+mn-lt"/>
        <a:ea typeface="+mn-ea"/>
        <a:cs typeface="+mn-cs"/>
      </a:defRPr>
    </a:lvl3pPr>
    <a:lvl4pPr marL="1558465" algn="l" defTabSz="1038977" rtl="0" eaLnBrk="1" latinLnBrk="0" hangingPunct="1">
      <a:defRPr kumimoji="1" sz="1333" kern="1200">
        <a:solidFill>
          <a:schemeClr val="tx1"/>
        </a:solidFill>
        <a:latin typeface="+mn-lt"/>
        <a:ea typeface="+mn-ea"/>
        <a:cs typeface="+mn-cs"/>
      </a:defRPr>
    </a:lvl4pPr>
    <a:lvl5pPr marL="2077952" algn="l" defTabSz="1038977" rtl="0" eaLnBrk="1" latinLnBrk="0" hangingPunct="1">
      <a:defRPr kumimoji="1" sz="1333" kern="1200">
        <a:solidFill>
          <a:schemeClr val="tx1"/>
        </a:solidFill>
        <a:latin typeface="+mn-lt"/>
        <a:ea typeface="+mn-ea"/>
        <a:cs typeface="+mn-cs"/>
      </a:defRPr>
    </a:lvl5pPr>
    <a:lvl6pPr marL="2597440" algn="l" defTabSz="1038977" rtl="0" eaLnBrk="1" latinLnBrk="0" hangingPunct="1">
      <a:defRPr kumimoji="1" sz="1333" kern="1200">
        <a:solidFill>
          <a:schemeClr val="tx1"/>
        </a:solidFill>
        <a:latin typeface="+mn-lt"/>
        <a:ea typeface="+mn-ea"/>
        <a:cs typeface="+mn-cs"/>
      </a:defRPr>
    </a:lvl6pPr>
    <a:lvl7pPr marL="3116929" algn="l" defTabSz="1038977" rtl="0" eaLnBrk="1" latinLnBrk="0" hangingPunct="1">
      <a:defRPr kumimoji="1" sz="1333" kern="1200">
        <a:solidFill>
          <a:schemeClr val="tx1"/>
        </a:solidFill>
        <a:latin typeface="+mn-lt"/>
        <a:ea typeface="+mn-ea"/>
        <a:cs typeface="+mn-cs"/>
      </a:defRPr>
    </a:lvl7pPr>
    <a:lvl8pPr marL="3636417" algn="l" defTabSz="1038977" rtl="0" eaLnBrk="1" latinLnBrk="0" hangingPunct="1">
      <a:defRPr kumimoji="1" sz="1333" kern="1200">
        <a:solidFill>
          <a:schemeClr val="tx1"/>
        </a:solidFill>
        <a:latin typeface="+mn-lt"/>
        <a:ea typeface="+mn-ea"/>
        <a:cs typeface="+mn-cs"/>
      </a:defRPr>
    </a:lvl8pPr>
    <a:lvl9pPr marL="4155905" algn="l" defTabSz="1038977" rtl="0" eaLnBrk="1" latinLnBrk="0" hangingPunct="1">
      <a:defRPr kumimoji="1" sz="133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defRPr sz="1300" b="1">
                <a:solidFill>
                  <a:schemeClr val="tx1"/>
                </a:solidFill>
                <a:latin typeface="Arial" charset="0"/>
                <a:ea typeface="ＭＳ Ｐゴシック" charset="-128"/>
              </a:defRPr>
            </a:lvl1pPr>
            <a:lvl2pPr marL="742218" indent="-285466">
              <a:defRPr sz="1300" b="1">
                <a:solidFill>
                  <a:schemeClr val="tx1"/>
                </a:solidFill>
                <a:latin typeface="Arial" charset="0"/>
                <a:ea typeface="ＭＳ Ｐゴシック" charset="-128"/>
              </a:defRPr>
            </a:lvl2pPr>
            <a:lvl3pPr marL="1141875" indent="-228376">
              <a:defRPr sz="1300" b="1">
                <a:solidFill>
                  <a:schemeClr val="tx1"/>
                </a:solidFill>
                <a:latin typeface="Arial" charset="0"/>
                <a:ea typeface="ＭＳ Ｐゴシック" charset="-128"/>
              </a:defRPr>
            </a:lvl3pPr>
            <a:lvl4pPr marL="1598624" indent="-228376">
              <a:defRPr sz="1300" b="1">
                <a:solidFill>
                  <a:schemeClr val="tx1"/>
                </a:solidFill>
                <a:latin typeface="Arial" charset="0"/>
                <a:ea typeface="ＭＳ Ｐゴシック" charset="-128"/>
              </a:defRPr>
            </a:lvl4pPr>
            <a:lvl5pPr marL="2055373" indent="-228376">
              <a:defRPr sz="1300" b="1">
                <a:solidFill>
                  <a:schemeClr val="tx1"/>
                </a:solidFill>
                <a:latin typeface="Arial" charset="0"/>
                <a:ea typeface="ＭＳ Ｐゴシック" charset="-128"/>
              </a:defRPr>
            </a:lvl5pPr>
            <a:lvl6pPr marL="2512124" indent="-228376" eaLnBrk="0" fontAlgn="base" hangingPunct="0">
              <a:spcBef>
                <a:spcPct val="50000"/>
              </a:spcBef>
              <a:spcAft>
                <a:spcPct val="0"/>
              </a:spcAft>
              <a:defRPr sz="1300" b="1">
                <a:solidFill>
                  <a:schemeClr val="tx1"/>
                </a:solidFill>
                <a:latin typeface="Arial" charset="0"/>
                <a:ea typeface="ＭＳ Ｐゴシック" charset="-128"/>
              </a:defRPr>
            </a:lvl6pPr>
            <a:lvl7pPr marL="2968875" indent="-228376" eaLnBrk="0" fontAlgn="base" hangingPunct="0">
              <a:spcBef>
                <a:spcPct val="50000"/>
              </a:spcBef>
              <a:spcAft>
                <a:spcPct val="0"/>
              </a:spcAft>
              <a:defRPr sz="1300" b="1">
                <a:solidFill>
                  <a:schemeClr val="tx1"/>
                </a:solidFill>
                <a:latin typeface="Arial" charset="0"/>
                <a:ea typeface="ＭＳ Ｐゴシック" charset="-128"/>
              </a:defRPr>
            </a:lvl7pPr>
            <a:lvl8pPr marL="3425625" indent="-228376" eaLnBrk="0" fontAlgn="base" hangingPunct="0">
              <a:spcBef>
                <a:spcPct val="50000"/>
              </a:spcBef>
              <a:spcAft>
                <a:spcPct val="0"/>
              </a:spcAft>
              <a:defRPr sz="1300" b="1">
                <a:solidFill>
                  <a:schemeClr val="tx1"/>
                </a:solidFill>
                <a:latin typeface="Arial" charset="0"/>
                <a:ea typeface="ＭＳ Ｐゴシック" charset="-128"/>
              </a:defRPr>
            </a:lvl8pPr>
            <a:lvl9pPr marL="3882374" indent="-228376" eaLnBrk="0" fontAlgn="base" hangingPunct="0">
              <a:spcBef>
                <a:spcPct val="50000"/>
              </a:spcBef>
              <a:spcAft>
                <a:spcPct val="0"/>
              </a:spcAft>
              <a:defRPr sz="1300" b="1">
                <a:solidFill>
                  <a:schemeClr val="tx1"/>
                </a:solidFill>
                <a:latin typeface="Arial" charset="0"/>
                <a:ea typeface="ＭＳ Ｐゴシック" charset="-128"/>
              </a:defRPr>
            </a:lvl9pPr>
          </a:lstStyle>
          <a:p>
            <a:fld id="{DF47535C-AB6A-45AD-A3F7-3B65D1CA5017}" type="slidenum">
              <a:rPr lang="en-US" altLang="ja-JP" sz="1200" b="0">
                <a:solidFill>
                  <a:prstClr val="black"/>
                </a:solidFill>
              </a:rPr>
              <a:pPr/>
              <a:t>0</a:t>
            </a:fld>
            <a:endParaRPr lang="en-US" altLang="ja-JP" sz="1200" b="0" dirty="0">
              <a:solidFill>
                <a:prstClr val="black"/>
              </a:solidFill>
            </a:endParaRPr>
          </a:p>
        </p:txBody>
      </p:sp>
      <p:sp>
        <p:nvSpPr>
          <p:cNvPr id="12291" name="Rectangle 2"/>
          <p:cNvSpPr>
            <a:spLocks noGrp="1" noRot="1" noChangeAspect="1" noChangeArrowheads="1" noTextEdit="1"/>
          </p:cNvSpPr>
          <p:nvPr>
            <p:ph type="sldImg"/>
          </p:nvPr>
        </p:nvSpPr>
        <p:spPr>
          <a:xfrm>
            <a:off x="79375" y="739775"/>
            <a:ext cx="6588125" cy="3706813"/>
          </a:xfrm>
          <a:ln/>
        </p:spPr>
      </p:sp>
      <p:sp>
        <p:nvSpPr>
          <p:cNvPr id="12292" name="Rectangle 3"/>
          <p:cNvSpPr>
            <a:spLocks noGrp="1" noChangeArrowheads="1"/>
          </p:cNvSpPr>
          <p:nvPr>
            <p:ph type="body" idx="1"/>
          </p:nvPr>
        </p:nvSpPr>
        <p:spPr>
          <a:noFill/>
        </p:spPr>
        <p:txBody>
          <a:bodyPr/>
          <a:lstStyle/>
          <a:p>
            <a:pPr eaLnBrk="1" hangingPunct="1"/>
            <a:endParaRPr lang="ja-JP" altLang="ja-JP" dirty="0">
              <a:ea typeface="ＭＳ Ｐゴシック" charset="-128"/>
            </a:endParaRPr>
          </a:p>
        </p:txBody>
      </p:sp>
    </p:spTree>
    <p:extLst>
      <p:ext uri="{BB962C8B-B14F-4D97-AF65-F5344CB8AC3E}">
        <p14:creationId xmlns:p14="http://schemas.microsoft.com/office/powerpoint/2010/main" val="2529401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733224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825171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2825171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532-7819-05FE-2FBB-355382B12B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206644-D909-CC05-358F-FB2F081ABF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25D1EF-2C54-B3A3-B534-03B59BF1DC7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445865-7878-41DE-F1FC-DE1666AE32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76440B-BA10-45DB-85F0-B1965ADDF729}" type="slidenum">
              <a:rPr kumimoji="1" lang="ja-JP" altLang="en-US" sz="1200" b="0" i="0" u="none" strike="noStrike" kern="1200" cap="none" spc="0" normalizeH="0" baseline="0" noProof="0" smtClean="0">
                <a:ln>
                  <a:noFill/>
                </a:ln>
                <a:solidFill>
                  <a:prstClr val="black"/>
                </a:solidFill>
                <a:effectLst/>
                <a:uLnTx/>
                <a:uFillTx/>
                <a:latin typeface="Calibri"/>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Calibri"/>
              <a:ea typeface="ＭＳ Ｐゴシック" panose="020B0600070205080204" pitchFamily="50" charset="-128"/>
              <a:cs typeface="+mn-cs"/>
            </a:endParaRPr>
          </a:p>
        </p:txBody>
      </p:sp>
    </p:spTree>
    <p:extLst>
      <p:ext uri="{BB962C8B-B14F-4D97-AF65-F5344CB8AC3E}">
        <p14:creationId xmlns:p14="http://schemas.microsoft.com/office/powerpoint/2010/main" val="733224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2" name="正方形/長方形 5"/>
          <p:cNvSpPr>
            <a:spLocks noChangeArrowheads="1"/>
          </p:cNvSpPr>
          <p:nvPr userDrawn="1"/>
        </p:nvSpPr>
        <p:spPr bwMode="auto">
          <a:xfrm>
            <a:off x="2117" y="6591300"/>
            <a:ext cx="12192000" cy="268288"/>
          </a:xfrm>
          <a:prstGeom prst="rect">
            <a:avLst/>
          </a:prstGeom>
          <a:solidFill>
            <a:srgbClr val="0860A8"/>
          </a:solidFill>
          <a:ln>
            <a:noFill/>
          </a:ln>
        </p:spPr>
        <p:txBody>
          <a:bodyPr wrap="none" anchor="ctr"/>
          <a:lstStyle>
            <a:lvl1pPr eaLnBrk="0" hangingPunct="0">
              <a:defRPr kumimoji="1" sz="1400">
                <a:solidFill>
                  <a:schemeClr val="bg1"/>
                </a:solidFill>
                <a:latin typeface="Arial" charset="0"/>
                <a:ea typeface="ＭＳ Ｐゴシック" charset="-128"/>
              </a:defRPr>
            </a:lvl1pPr>
            <a:lvl2pPr marL="742950" indent="-285750" eaLnBrk="0" hangingPunct="0">
              <a:defRPr kumimoji="1" sz="1400">
                <a:solidFill>
                  <a:schemeClr val="bg1"/>
                </a:solidFill>
                <a:latin typeface="Arial" charset="0"/>
                <a:ea typeface="ＭＳ Ｐゴシック" charset="-128"/>
              </a:defRPr>
            </a:lvl2pPr>
            <a:lvl3pPr marL="1143000" indent="-228600" eaLnBrk="0" hangingPunct="0">
              <a:defRPr kumimoji="1" sz="1400">
                <a:solidFill>
                  <a:schemeClr val="bg1"/>
                </a:solidFill>
                <a:latin typeface="Arial" charset="0"/>
                <a:ea typeface="ＭＳ Ｐゴシック" charset="-128"/>
              </a:defRPr>
            </a:lvl3pPr>
            <a:lvl4pPr marL="1600200" indent="-228600" eaLnBrk="0" hangingPunct="0">
              <a:defRPr kumimoji="1" sz="1400">
                <a:solidFill>
                  <a:schemeClr val="bg1"/>
                </a:solidFill>
                <a:latin typeface="Arial" charset="0"/>
                <a:ea typeface="ＭＳ Ｐゴシック" charset="-128"/>
              </a:defRPr>
            </a:lvl4pPr>
            <a:lvl5pPr marL="2057400" indent="-228600" eaLnBrk="0" hangingPunct="0">
              <a:defRPr kumimoji="1" sz="1400">
                <a:solidFill>
                  <a:schemeClr val="bg1"/>
                </a:solidFill>
                <a:latin typeface="Arial" charset="0"/>
                <a:ea typeface="ＭＳ Ｐゴシック" charset="-128"/>
              </a:defRPr>
            </a:lvl5pPr>
            <a:lvl6pPr marL="2514600" indent="-228600" eaLnBrk="0" fontAlgn="base" hangingPunct="0">
              <a:spcBef>
                <a:spcPct val="0"/>
              </a:spcBef>
              <a:spcAft>
                <a:spcPct val="0"/>
              </a:spcAft>
              <a:defRPr kumimoji="1" sz="1400">
                <a:solidFill>
                  <a:schemeClr val="bg1"/>
                </a:solidFill>
                <a:latin typeface="Arial" charset="0"/>
                <a:ea typeface="ＭＳ Ｐゴシック" charset="-128"/>
              </a:defRPr>
            </a:lvl6pPr>
            <a:lvl7pPr marL="2971800" indent="-228600" eaLnBrk="0" fontAlgn="base" hangingPunct="0">
              <a:spcBef>
                <a:spcPct val="0"/>
              </a:spcBef>
              <a:spcAft>
                <a:spcPct val="0"/>
              </a:spcAft>
              <a:defRPr kumimoji="1" sz="1400">
                <a:solidFill>
                  <a:schemeClr val="bg1"/>
                </a:solidFill>
                <a:latin typeface="Arial" charset="0"/>
                <a:ea typeface="ＭＳ Ｐゴシック" charset="-128"/>
              </a:defRPr>
            </a:lvl7pPr>
            <a:lvl8pPr marL="3429000" indent="-228600" eaLnBrk="0" fontAlgn="base" hangingPunct="0">
              <a:spcBef>
                <a:spcPct val="0"/>
              </a:spcBef>
              <a:spcAft>
                <a:spcPct val="0"/>
              </a:spcAft>
              <a:defRPr kumimoji="1" sz="1400">
                <a:solidFill>
                  <a:schemeClr val="bg1"/>
                </a:solidFill>
                <a:latin typeface="Arial" charset="0"/>
                <a:ea typeface="ＭＳ Ｐゴシック" charset="-128"/>
              </a:defRPr>
            </a:lvl8pPr>
            <a:lvl9pPr marL="3886200" indent="-228600" eaLnBrk="0" fontAlgn="base" hangingPunct="0">
              <a:spcBef>
                <a:spcPct val="0"/>
              </a:spcBef>
              <a:spcAft>
                <a:spcPct val="0"/>
              </a:spcAft>
              <a:defRPr kumimoji="1" sz="1400">
                <a:solidFill>
                  <a:schemeClr val="bg1"/>
                </a:solidFill>
                <a:latin typeface="Arial" charset="0"/>
                <a:ea typeface="ＭＳ Ｐゴシック" charset="-128"/>
              </a:defRPr>
            </a:lvl9pPr>
          </a:lstStyle>
          <a:p>
            <a:pPr algn="ctr" eaLnBrk="1" hangingPunct="1">
              <a:defRPr/>
            </a:pPr>
            <a:endParaRPr lang="ja-JP" altLang="en-US" sz="1600" dirty="0"/>
          </a:p>
        </p:txBody>
      </p:sp>
      <p:sp>
        <p:nvSpPr>
          <p:cNvPr id="3" name="正方形/長方形 6"/>
          <p:cNvSpPr>
            <a:spLocks noChangeArrowheads="1"/>
          </p:cNvSpPr>
          <p:nvPr userDrawn="1"/>
        </p:nvSpPr>
        <p:spPr bwMode="auto">
          <a:xfrm>
            <a:off x="0" y="5"/>
            <a:ext cx="12192000" cy="765175"/>
          </a:xfrm>
          <a:prstGeom prst="rect">
            <a:avLst/>
          </a:prstGeom>
          <a:solidFill>
            <a:srgbClr val="0860A8"/>
          </a:solidFill>
          <a:ln>
            <a:noFill/>
          </a:ln>
        </p:spPr>
        <p:txBody>
          <a:bodyPr wrap="none" anchor="ctr"/>
          <a:lstStyle>
            <a:lvl1pPr eaLnBrk="0" hangingPunct="0">
              <a:defRPr kumimoji="1" sz="1400">
                <a:solidFill>
                  <a:schemeClr val="bg1"/>
                </a:solidFill>
                <a:latin typeface="Arial" charset="0"/>
                <a:ea typeface="ＭＳ Ｐゴシック" charset="-128"/>
              </a:defRPr>
            </a:lvl1pPr>
            <a:lvl2pPr marL="742950" indent="-285750" eaLnBrk="0" hangingPunct="0">
              <a:defRPr kumimoji="1" sz="1400">
                <a:solidFill>
                  <a:schemeClr val="bg1"/>
                </a:solidFill>
                <a:latin typeface="Arial" charset="0"/>
                <a:ea typeface="ＭＳ Ｐゴシック" charset="-128"/>
              </a:defRPr>
            </a:lvl2pPr>
            <a:lvl3pPr marL="1143000" indent="-228600" eaLnBrk="0" hangingPunct="0">
              <a:defRPr kumimoji="1" sz="1400">
                <a:solidFill>
                  <a:schemeClr val="bg1"/>
                </a:solidFill>
                <a:latin typeface="Arial" charset="0"/>
                <a:ea typeface="ＭＳ Ｐゴシック" charset="-128"/>
              </a:defRPr>
            </a:lvl3pPr>
            <a:lvl4pPr marL="1600200" indent="-228600" eaLnBrk="0" hangingPunct="0">
              <a:defRPr kumimoji="1" sz="1400">
                <a:solidFill>
                  <a:schemeClr val="bg1"/>
                </a:solidFill>
                <a:latin typeface="Arial" charset="0"/>
                <a:ea typeface="ＭＳ Ｐゴシック" charset="-128"/>
              </a:defRPr>
            </a:lvl4pPr>
            <a:lvl5pPr marL="2057400" indent="-228600" eaLnBrk="0" hangingPunct="0">
              <a:defRPr kumimoji="1" sz="1400">
                <a:solidFill>
                  <a:schemeClr val="bg1"/>
                </a:solidFill>
                <a:latin typeface="Arial" charset="0"/>
                <a:ea typeface="ＭＳ Ｐゴシック" charset="-128"/>
              </a:defRPr>
            </a:lvl5pPr>
            <a:lvl6pPr marL="2514600" indent="-228600" eaLnBrk="0" fontAlgn="base" hangingPunct="0">
              <a:spcBef>
                <a:spcPct val="0"/>
              </a:spcBef>
              <a:spcAft>
                <a:spcPct val="0"/>
              </a:spcAft>
              <a:defRPr kumimoji="1" sz="1400">
                <a:solidFill>
                  <a:schemeClr val="bg1"/>
                </a:solidFill>
                <a:latin typeface="Arial" charset="0"/>
                <a:ea typeface="ＭＳ Ｐゴシック" charset="-128"/>
              </a:defRPr>
            </a:lvl6pPr>
            <a:lvl7pPr marL="2971800" indent="-228600" eaLnBrk="0" fontAlgn="base" hangingPunct="0">
              <a:spcBef>
                <a:spcPct val="0"/>
              </a:spcBef>
              <a:spcAft>
                <a:spcPct val="0"/>
              </a:spcAft>
              <a:defRPr kumimoji="1" sz="1400">
                <a:solidFill>
                  <a:schemeClr val="bg1"/>
                </a:solidFill>
                <a:latin typeface="Arial" charset="0"/>
                <a:ea typeface="ＭＳ Ｐゴシック" charset="-128"/>
              </a:defRPr>
            </a:lvl7pPr>
            <a:lvl8pPr marL="3429000" indent="-228600" eaLnBrk="0" fontAlgn="base" hangingPunct="0">
              <a:spcBef>
                <a:spcPct val="0"/>
              </a:spcBef>
              <a:spcAft>
                <a:spcPct val="0"/>
              </a:spcAft>
              <a:defRPr kumimoji="1" sz="1400">
                <a:solidFill>
                  <a:schemeClr val="bg1"/>
                </a:solidFill>
                <a:latin typeface="Arial" charset="0"/>
                <a:ea typeface="ＭＳ Ｐゴシック" charset="-128"/>
              </a:defRPr>
            </a:lvl8pPr>
            <a:lvl9pPr marL="3886200" indent="-228600" eaLnBrk="0" fontAlgn="base" hangingPunct="0">
              <a:spcBef>
                <a:spcPct val="0"/>
              </a:spcBef>
              <a:spcAft>
                <a:spcPct val="0"/>
              </a:spcAft>
              <a:defRPr kumimoji="1" sz="1400">
                <a:solidFill>
                  <a:schemeClr val="bg1"/>
                </a:solidFill>
                <a:latin typeface="Arial" charset="0"/>
                <a:ea typeface="ＭＳ Ｐゴシック" charset="-128"/>
              </a:defRPr>
            </a:lvl9pPr>
          </a:lstStyle>
          <a:p>
            <a:pPr algn="ctr" eaLnBrk="1" hangingPunct="1">
              <a:defRPr/>
            </a:pPr>
            <a:endParaRPr lang="ja-JP" altLang="en-US" sz="1867" dirty="0">
              <a:latin typeface="+mj-ea"/>
              <a:ea typeface="+mj-ea"/>
            </a:endParaRPr>
          </a:p>
        </p:txBody>
      </p:sp>
      <p:sp>
        <p:nvSpPr>
          <p:cNvPr id="4" name="フッター プレースホルダー 2"/>
          <p:cNvSpPr txBox="1">
            <a:spLocks/>
          </p:cNvSpPr>
          <p:nvPr userDrawn="1"/>
        </p:nvSpPr>
        <p:spPr bwMode="auto">
          <a:xfrm>
            <a:off x="2351584" y="6633356"/>
            <a:ext cx="74168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defPPr>
              <a:defRPr lang="en-US"/>
            </a:defPPr>
            <a:lvl1pPr algn="ctr" rtl="0" fontAlgn="base">
              <a:spcBef>
                <a:spcPct val="0"/>
              </a:spcBef>
              <a:spcAft>
                <a:spcPct val="0"/>
              </a:spcAft>
              <a:defRPr kumimoji="0" sz="1200" b="1" kern="1200"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defRPr>
            </a:lvl1pPr>
            <a:lvl2pPr marL="457200" algn="l" rtl="0" fontAlgn="base">
              <a:spcBef>
                <a:spcPct val="0"/>
              </a:spcBef>
              <a:spcAft>
                <a:spcPct val="0"/>
              </a:spcAft>
              <a:defRPr kumimoji="1" sz="1400" kern="1200">
                <a:solidFill>
                  <a:schemeClr val="bg1"/>
                </a:solidFill>
                <a:latin typeface="Arial" charset="0"/>
                <a:ea typeface="ＭＳ Ｐゴシック" charset="-128"/>
                <a:cs typeface="+mn-cs"/>
              </a:defRPr>
            </a:lvl2pPr>
            <a:lvl3pPr marL="914400" algn="l" rtl="0" fontAlgn="base">
              <a:spcBef>
                <a:spcPct val="0"/>
              </a:spcBef>
              <a:spcAft>
                <a:spcPct val="0"/>
              </a:spcAft>
              <a:defRPr kumimoji="1" sz="1400" kern="1200">
                <a:solidFill>
                  <a:schemeClr val="bg1"/>
                </a:solidFill>
                <a:latin typeface="Arial" charset="0"/>
                <a:ea typeface="ＭＳ Ｐゴシック" charset="-128"/>
                <a:cs typeface="+mn-cs"/>
              </a:defRPr>
            </a:lvl3pPr>
            <a:lvl4pPr marL="1371600" algn="l" rtl="0" fontAlgn="base">
              <a:spcBef>
                <a:spcPct val="0"/>
              </a:spcBef>
              <a:spcAft>
                <a:spcPct val="0"/>
              </a:spcAft>
              <a:defRPr kumimoji="1" sz="1400" kern="1200">
                <a:solidFill>
                  <a:schemeClr val="bg1"/>
                </a:solidFill>
                <a:latin typeface="Arial" charset="0"/>
                <a:ea typeface="ＭＳ Ｐゴシック" charset="-128"/>
                <a:cs typeface="+mn-cs"/>
              </a:defRPr>
            </a:lvl4pPr>
            <a:lvl5pPr marL="1828800" algn="l" rtl="0" fontAlgn="base">
              <a:spcBef>
                <a:spcPct val="0"/>
              </a:spcBef>
              <a:spcAft>
                <a:spcPct val="0"/>
              </a:spcAft>
              <a:defRPr kumimoji="1" sz="1400" kern="1200">
                <a:solidFill>
                  <a:schemeClr val="bg1"/>
                </a:solidFill>
                <a:latin typeface="Arial" charset="0"/>
                <a:ea typeface="ＭＳ Ｐゴシック" charset="-128"/>
                <a:cs typeface="+mn-cs"/>
              </a:defRPr>
            </a:lvl5pPr>
            <a:lvl6pPr marL="2286000" algn="l" defTabSz="914400" rtl="0" eaLnBrk="1" latinLnBrk="0" hangingPunct="1">
              <a:defRPr kumimoji="1" sz="1400" kern="1200">
                <a:solidFill>
                  <a:schemeClr val="bg1"/>
                </a:solidFill>
                <a:latin typeface="Arial" charset="0"/>
                <a:ea typeface="ＭＳ Ｐゴシック" charset="-128"/>
                <a:cs typeface="+mn-cs"/>
              </a:defRPr>
            </a:lvl6pPr>
            <a:lvl7pPr marL="2743200" algn="l" defTabSz="914400" rtl="0" eaLnBrk="1" latinLnBrk="0" hangingPunct="1">
              <a:defRPr kumimoji="1" sz="1400" kern="1200">
                <a:solidFill>
                  <a:schemeClr val="bg1"/>
                </a:solidFill>
                <a:latin typeface="Arial" charset="0"/>
                <a:ea typeface="ＭＳ Ｐゴシック" charset="-128"/>
                <a:cs typeface="+mn-cs"/>
              </a:defRPr>
            </a:lvl7pPr>
            <a:lvl8pPr marL="3200400" algn="l" defTabSz="914400" rtl="0" eaLnBrk="1" latinLnBrk="0" hangingPunct="1">
              <a:defRPr kumimoji="1" sz="1400" kern="1200">
                <a:solidFill>
                  <a:schemeClr val="bg1"/>
                </a:solidFill>
                <a:latin typeface="Arial" charset="0"/>
                <a:ea typeface="ＭＳ Ｐゴシック" charset="-128"/>
                <a:cs typeface="+mn-cs"/>
              </a:defRPr>
            </a:lvl8pPr>
            <a:lvl9pPr marL="3657600" algn="l" defTabSz="914400" rtl="0" eaLnBrk="1" latinLnBrk="0" hangingPunct="1">
              <a:defRPr kumimoji="1" sz="1400" kern="1200">
                <a:solidFill>
                  <a:schemeClr val="bg1"/>
                </a:solidFill>
                <a:latin typeface="Arial" charset="0"/>
                <a:ea typeface="ＭＳ Ｐゴシック" charset="-128"/>
                <a:cs typeface="+mn-cs"/>
              </a:defRPr>
            </a:lvl9pPr>
          </a:lstStyle>
          <a:p>
            <a:pPr>
              <a:defRPr/>
            </a:pPr>
            <a:r>
              <a:rPr lang="en-US" altLang="ja-JP" sz="1600" dirty="0">
                <a:solidFill>
                  <a:srgbClr val="FFFFFF"/>
                </a:solidFill>
                <a:latin typeface="Yu Gothic UI" panose="020B0500000000000000" pitchFamily="50" charset="-128"/>
                <a:ea typeface="Yu Gothic UI" panose="020B0500000000000000" pitchFamily="50" charset="-128"/>
              </a:rPr>
              <a:t>Copyright</a:t>
            </a:r>
            <a:r>
              <a:rPr lang="en-US" altLang="ja-JP" sz="1600">
                <a:solidFill>
                  <a:srgbClr val="FFFFFF"/>
                </a:solidFill>
                <a:latin typeface="Yu Gothic UI" panose="020B0500000000000000" pitchFamily="50" charset="-128"/>
                <a:ea typeface="Yu Gothic UI" panose="020B0500000000000000" pitchFamily="50" charset="-128"/>
              </a:rPr>
              <a:t>Ⓒ 2025 </a:t>
            </a:r>
            <a:r>
              <a:rPr lang="ja-JP" altLang="en-US" sz="1600" dirty="0">
                <a:solidFill>
                  <a:srgbClr val="FFFFFF"/>
                </a:solidFill>
                <a:latin typeface="Yu Gothic UI" panose="020B0500000000000000" pitchFamily="50" charset="-128"/>
                <a:ea typeface="Yu Gothic UI" panose="020B0500000000000000" pitchFamily="50" charset="-128"/>
              </a:rPr>
              <a:t>ITOCHU Techno-Solutions Corporation</a:t>
            </a:r>
            <a:endParaRPr lang="en-US" altLang="ja-JP" sz="1600" dirty="0">
              <a:solidFill>
                <a:srgbClr val="FFFFFF"/>
              </a:solidFill>
              <a:latin typeface="Yu Gothic UI" panose="020B0500000000000000" pitchFamily="50" charset="-128"/>
              <a:ea typeface="Yu Gothic UI" panose="020B0500000000000000" pitchFamily="50" charset="-128"/>
            </a:endParaRPr>
          </a:p>
        </p:txBody>
      </p:sp>
      <p:sp>
        <p:nvSpPr>
          <p:cNvPr id="5" name="スライド番号プレースホルダー 3"/>
          <p:cNvSpPr txBox="1">
            <a:spLocks/>
          </p:cNvSpPr>
          <p:nvPr userDrawn="1"/>
        </p:nvSpPr>
        <p:spPr bwMode="auto">
          <a:xfrm>
            <a:off x="9604672" y="6586542"/>
            <a:ext cx="25400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defPPr>
              <a:defRPr lang="en-US"/>
            </a:defPPr>
            <a:lvl1pPr algn="r" rtl="0" fontAlgn="base">
              <a:spcBef>
                <a:spcPct val="0"/>
              </a:spcBef>
              <a:spcAft>
                <a:spcPct val="0"/>
              </a:spcAft>
              <a:defRPr kumimoji="0" sz="1400" kern="1200" smtClean="0">
                <a:solidFill>
                  <a:schemeClr val="tx1"/>
                </a:solidFill>
                <a:latin typeface="+mn-lt"/>
                <a:ea typeface="ＭＳ Ｐゴシック" pitchFamily="50" charset="-128"/>
                <a:cs typeface="+mn-cs"/>
              </a:defRPr>
            </a:lvl1pPr>
            <a:lvl2pPr marL="457200" algn="l" rtl="0" fontAlgn="base">
              <a:spcBef>
                <a:spcPct val="0"/>
              </a:spcBef>
              <a:spcAft>
                <a:spcPct val="0"/>
              </a:spcAft>
              <a:defRPr kumimoji="1" sz="1400" kern="1200">
                <a:solidFill>
                  <a:schemeClr val="bg1"/>
                </a:solidFill>
                <a:latin typeface="Arial" charset="0"/>
                <a:ea typeface="ＭＳ Ｐゴシック" charset="-128"/>
                <a:cs typeface="+mn-cs"/>
              </a:defRPr>
            </a:lvl2pPr>
            <a:lvl3pPr marL="914400" algn="l" rtl="0" fontAlgn="base">
              <a:spcBef>
                <a:spcPct val="0"/>
              </a:spcBef>
              <a:spcAft>
                <a:spcPct val="0"/>
              </a:spcAft>
              <a:defRPr kumimoji="1" sz="1400" kern="1200">
                <a:solidFill>
                  <a:schemeClr val="bg1"/>
                </a:solidFill>
                <a:latin typeface="Arial" charset="0"/>
                <a:ea typeface="ＭＳ Ｐゴシック" charset="-128"/>
                <a:cs typeface="+mn-cs"/>
              </a:defRPr>
            </a:lvl3pPr>
            <a:lvl4pPr marL="1371600" algn="l" rtl="0" fontAlgn="base">
              <a:spcBef>
                <a:spcPct val="0"/>
              </a:spcBef>
              <a:spcAft>
                <a:spcPct val="0"/>
              </a:spcAft>
              <a:defRPr kumimoji="1" sz="1400" kern="1200">
                <a:solidFill>
                  <a:schemeClr val="bg1"/>
                </a:solidFill>
                <a:latin typeface="Arial" charset="0"/>
                <a:ea typeface="ＭＳ Ｐゴシック" charset="-128"/>
                <a:cs typeface="+mn-cs"/>
              </a:defRPr>
            </a:lvl4pPr>
            <a:lvl5pPr marL="1828800" algn="l" rtl="0" fontAlgn="base">
              <a:spcBef>
                <a:spcPct val="0"/>
              </a:spcBef>
              <a:spcAft>
                <a:spcPct val="0"/>
              </a:spcAft>
              <a:defRPr kumimoji="1" sz="1400" kern="1200">
                <a:solidFill>
                  <a:schemeClr val="bg1"/>
                </a:solidFill>
                <a:latin typeface="Arial" charset="0"/>
                <a:ea typeface="ＭＳ Ｐゴシック" charset="-128"/>
                <a:cs typeface="+mn-cs"/>
              </a:defRPr>
            </a:lvl5pPr>
            <a:lvl6pPr marL="2286000" algn="l" defTabSz="914400" rtl="0" eaLnBrk="1" latinLnBrk="0" hangingPunct="1">
              <a:defRPr kumimoji="1" sz="1400" kern="1200">
                <a:solidFill>
                  <a:schemeClr val="bg1"/>
                </a:solidFill>
                <a:latin typeface="Arial" charset="0"/>
                <a:ea typeface="ＭＳ Ｐゴシック" charset="-128"/>
                <a:cs typeface="+mn-cs"/>
              </a:defRPr>
            </a:lvl6pPr>
            <a:lvl7pPr marL="2743200" algn="l" defTabSz="914400" rtl="0" eaLnBrk="1" latinLnBrk="0" hangingPunct="1">
              <a:defRPr kumimoji="1" sz="1400" kern="1200">
                <a:solidFill>
                  <a:schemeClr val="bg1"/>
                </a:solidFill>
                <a:latin typeface="Arial" charset="0"/>
                <a:ea typeface="ＭＳ Ｐゴシック" charset="-128"/>
                <a:cs typeface="+mn-cs"/>
              </a:defRPr>
            </a:lvl7pPr>
            <a:lvl8pPr marL="3200400" algn="l" defTabSz="914400" rtl="0" eaLnBrk="1" latinLnBrk="0" hangingPunct="1">
              <a:defRPr kumimoji="1" sz="1400" kern="1200">
                <a:solidFill>
                  <a:schemeClr val="bg1"/>
                </a:solidFill>
                <a:latin typeface="Arial" charset="0"/>
                <a:ea typeface="ＭＳ Ｐゴシック" charset="-128"/>
                <a:cs typeface="+mn-cs"/>
              </a:defRPr>
            </a:lvl8pPr>
            <a:lvl9pPr marL="3657600" algn="l" defTabSz="914400" rtl="0" eaLnBrk="1" latinLnBrk="0" hangingPunct="1">
              <a:defRPr kumimoji="1" sz="1400" kern="1200">
                <a:solidFill>
                  <a:schemeClr val="bg1"/>
                </a:solidFill>
                <a:latin typeface="Arial" charset="0"/>
                <a:ea typeface="ＭＳ Ｐゴシック" charset="-128"/>
                <a:cs typeface="+mn-cs"/>
              </a:defRPr>
            </a:lvl9pPr>
          </a:lstStyle>
          <a:p>
            <a:pPr>
              <a:defRPr/>
            </a:pPr>
            <a:fld id="{B41ED6DE-3A14-4AEB-906A-5F7EF2945454}" type="slidenum">
              <a:rPr lang="ja-JP" altLang="en-US" sz="1600" b="1">
                <a:solidFill>
                  <a:schemeClr val="bg1"/>
                </a:solidFill>
                <a:latin typeface="ＭＳ Ｐゴシック"/>
              </a:rPr>
              <a:pPr>
                <a:defRPr/>
              </a:pPr>
              <a:t>‹#›</a:t>
            </a:fld>
            <a:endParaRPr lang="en-US" altLang="ja-JP" sz="1600" b="1" dirty="0">
              <a:solidFill>
                <a:schemeClr val="bg1"/>
              </a:solidFill>
              <a:latin typeface="ＭＳ Ｐゴシック"/>
            </a:endParaRPr>
          </a:p>
        </p:txBody>
      </p:sp>
      <p:sp>
        <p:nvSpPr>
          <p:cNvPr id="6" name="テキスト プレースホルダー 10"/>
          <p:cNvSpPr>
            <a:spLocks noGrp="1"/>
          </p:cNvSpPr>
          <p:nvPr>
            <p:ph type="body" sz="quarter" idx="12"/>
          </p:nvPr>
        </p:nvSpPr>
        <p:spPr>
          <a:xfrm>
            <a:off x="143339" y="123917"/>
            <a:ext cx="8832981" cy="424767"/>
          </a:xfrm>
          <a:prstGeom prst="rect">
            <a:avLst/>
          </a:prstGeom>
        </p:spPr>
        <p:txBody>
          <a:bodyPr/>
          <a:lstStyle>
            <a:lvl1pPr marL="457177" indent="-457177">
              <a:buClr>
                <a:schemeClr val="bg1"/>
              </a:buClr>
              <a:buFont typeface="Wingdings" panose="05000000000000000000" pitchFamily="2" charset="2"/>
              <a:buChar char="n"/>
              <a:defRPr sz="3200">
                <a:solidFill>
                  <a:schemeClr val="bg1"/>
                </a:solidFill>
                <a:latin typeface="+mj-ea"/>
                <a:ea typeface="+mj-ea"/>
              </a:defRPr>
            </a:lvl1pPr>
          </a:lstStyle>
          <a:p>
            <a:pPr lvl="0"/>
            <a:r>
              <a:rPr lang="ja-JP" altLang="en-US" dirty="0"/>
              <a:t>マスター テキストの書式設定</a:t>
            </a:r>
          </a:p>
        </p:txBody>
      </p:sp>
      <p:sp>
        <p:nvSpPr>
          <p:cNvPr id="12" name="コンテンツ プレースホルダー 2"/>
          <p:cNvSpPr>
            <a:spLocks noGrp="1"/>
          </p:cNvSpPr>
          <p:nvPr>
            <p:ph idx="1"/>
          </p:nvPr>
        </p:nvSpPr>
        <p:spPr>
          <a:xfrm>
            <a:off x="609600" y="1124745"/>
            <a:ext cx="10972800" cy="5001419"/>
          </a:xfrm>
          <a:prstGeom prst="rect">
            <a:avLst/>
          </a:prstGeo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565927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タイトル スライド">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80042" y="2857505"/>
            <a:ext cx="10430108" cy="1143000"/>
          </a:xfrm>
        </p:spPr>
        <p:txBody>
          <a:bodyPr/>
          <a:lstStyle>
            <a:lvl1pPr algn="ctr">
              <a:defRPr sz="2933">
                <a:solidFill>
                  <a:schemeClr val="tx1"/>
                </a:solidFill>
              </a:defRPr>
            </a:lvl1pPr>
          </a:lstStyle>
          <a:p>
            <a:r>
              <a:rPr lang="ja-JP" altLang="en-US"/>
              <a:t>マスタ タイトルの書式設定</a:t>
            </a:r>
          </a:p>
        </p:txBody>
      </p:sp>
      <p:sp>
        <p:nvSpPr>
          <p:cNvPr id="3075" name="Rectangle 3"/>
          <p:cNvSpPr>
            <a:spLocks noGrp="1" noChangeArrowheads="1"/>
          </p:cNvSpPr>
          <p:nvPr>
            <p:ph type="subTitle" idx="1"/>
          </p:nvPr>
        </p:nvSpPr>
        <p:spPr>
          <a:xfrm>
            <a:off x="880042" y="4094070"/>
            <a:ext cx="10430108" cy="1049429"/>
          </a:xfrm>
          <a:prstGeom prst="rect">
            <a:avLst/>
          </a:prstGeom>
        </p:spPr>
        <p:txBody>
          <a:bodyPr lIns="71535" tIns="35767" rIns="71535" bIns="35767"/>
          <a:lstStyle>
            <a:lvl1pPr marL="0" indent="0" algn="ctr">
              <a:buFontTx/>
              <a:buNone/>
              <a:defRPr sz="1600" b="1"/>
            </a:lvl1pPr>
          </a:lstStyle>
          <a:p>
            <a:r>
              <a:rPr lang="ja-JP" altLang="en-US"/>
              <a:t>マスタ サブタイトルの書式設定</a:t>
            </a:r>
          </a:p>
        </p:txBody>
      </p:sp>
      <p:sp>
        <p:nvSpPr>
          <p:cNvPr id="9" name="Rectangle 6"/>
          <p:cNvSpPr>
            <a:spLocks noGrp="1" noChangeArrowheads="1"/>
          </p:cNvSpPr>
          <p:nvPr>
            <p:ph type="sldNum" sz="quarter" idx="11"/>
          </p:nvPr>
        </p:nvSpPr>
        <p:spPr>
          <a:xfrm>
            <a:off x="153919" y="6469326"/>
            <a:ext cx="2540528" cy="226009"/>
          </a:xfrm>
          <a:prstGeom prst="rect">
            <a:avLst/>
          </a:prstGeom>
        </p:spPr>
        <p:txBody>
          <a:bodyPr lIns="71579" tIns="35790" rIns="71579" bIns="35790"/>
          <a:lstStyle>
            <a:lvl1pPr>
              <a:defRPr sz="1200" b="0">
                <a:solidFill>
                  <a:schemeClr val="bg1"/>
                </a:solidFill>
              </a:defRPr>
            </a:lvl1pPr>
          </a:lstStyle>
          <a:p>
            <a:pPr>
              <a:defRPr/>
            </a:pPr>
            <a:fld id="{EC7CDA21-F660-4EF7-B0BA-5EE795A14D72}" type="slidenum">
              <a:rPr lang="en-US" altLang="ja-JP">
                <a:solidFill>
                  <a:srgbClr val="FFFFFF"/>
                </a:solidFill>
              </a:rPr>
              <a:pPr>
                <a:defRPr/>
              </a:pPr>
              <a:t>‹#›</a:t>
            </a:fld>
            <a:endParaRPr lang="en-US" altLang="ja-JP">
              <a:solidFill>
                <a:srgbClr val="FFFFFF"/>
              </a:solidFill>
            </a:endParaRPr>
          </a:p>
        </p:txBody>
      </p:sp>
      <p:pic>
        <p:nvPicPr>
          <p:cNvPr id="10" name="Picture 2" descr="G:\製造セミナー\hero-bg.jpg"/>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 y="8621"/>
            <a:ext cx="12204000" cy="68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537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bwMode="auto">
          <a:xfrm>
            <a:off x="2244379" y="2564904"/>
            <a:ext cx="8903259" cy="1008112"/>
          </a:xfrm>
          <a:prstGeom prst="rect">
            <a:avLst/>
          </a:prstGeom>
        </p:spPr>
        <p:txBody>
          <a:bodyPr wrap="none" lIns="72000" tIns="72000" rIns="72000" bIns="72000" anchor="ctr"/>
          <a:lstStyle>
            <a:lvl1pPr algn="l">
              <a:defRPr sz="2461"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r>
              <a:rPr lang="ja-JP" altLang="en-US" dirty="0"/>
              <a:t>マスター タイトルの書式設定</a:t>
            </a:r>
          </a:p>
        </p:txBody>
      </p:sp>
      <p:sp>
        <p:nvSpPr>
          <p:cNvPr id="3075" name="Rectangle 3"/>
          <p:cNvSpPr>
            <a:spLocks noGrp="1" noChangeArrowheads="1"/>
          </p:cNvSpPr>
          <p:nvPr>
            <p:ph type="subTitle" idx="1" hasCustomPrompt="1"/>
          </p:nvPr>
        </p:nvSpPr>
        <p:spPr>
          <a:xfrm>
            <a:off x="379673" y="1268762"/>
            <a:ext cx="5627702" cy="423411"/>
          </a:xfrm>
          <a:prstGeom prst="rect">
            <a:avLst/>
          </a:prstGeom>
        </p:spPr>
        <p:txBody>
          <a:bodyPr wrap="none" lIns="72000" tIns="72000" rIns="72000" bIns="72000" anchor="ctr"/>
          <a:lstStyle>
            <a:lvl1pPr algn="l">
              <a:defRPr sz="1722"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r>
              <a:rPr lang="ja-JP" altLang="en-US" dirty="0"/>
              <a:t>宛先</a:t>
            </a:r>
          </a:p>
        </p:txBody>
      </p:sp>
      <p:sp>
        <p:nvSpPr>
          <p:cNvPr id="7" name="正方形/長方形 6"/>
          <p:cNvSpPr/>
          <p:nvPr userDrawn="1"/>
        </p:nvSpPr>
        <p:spPr>
          <a:xfrm>
            <a:off x="2019240" y="2564904"/>
            <a:ext cx="56270" cy="1008112"/>
          </a:xfrm>
          <a:prstGeom prst="rect">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lIns="73065" tIns="36533" rIns="73065" bIns="36533" anchor="ctr"/>
          <a:lstStyle/>
          <a:p>
            <a:pPr>
              <a:defRPr/>
            </a:pPr>
            <a:endParaRPr lang="ja-JP" altLang="en-US" sz="1968" dirty="0">
              <a:latin typeface="小塚明朝 Pro H"/>
              <a:ea typeface="小塚明朝 Pro H"/>
              <a:cs typeface="小塚明朝 Pro H"/>
            </a:endParaRPr>
          </a:p>
        </p:txBody>
      </p:sp>
      <p:pic>
        <p:nvPicPr>
          <p:cNvPr id="102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382724" y="370189"/>
            <a:ext cx="1518230" cy="35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線コネクタ 10">
            <a:extLst>
              <a:ext uri="{FF2B5EF4-FFF2-40B4-BE49-F238E27FC236}">
                <a16:creationId xmlns:a16="http://schemas.microsoft.com/office/drawing/2014/main" id="{ED6426C2-C5CD-44FD-91A9-ADEB53D64E80}"/>
              </a:ext>
            </a:extLst>
          </p:cNvPr>
          <p:cNvCxnSpPr>
            <a:cxnSpLocks/>
          </p:cNvCxnSpPr>
          <p:nvPr userDrawn="1"/>
        </p:nvCxnSpPr>
        <p:spPr bwMode="auto">
          <a:xfrm>
            <a:off x="1" y="1700808"/>
            <a:ext cx="6007375" cy="0"/>
          </a:xfrm>
          <a:prstGeom prst="line">
            <a:avLst/>
          </a:prstGeom>
          <a:solidFill>
            <a:srgbClr val="FFFF99"/>
          </a:solidFill>
          <a:ln w="12700" cap="flat"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B388696A-CB6C-424D-9677-8EF5B1159AAE}"/>
              </a:ext>
            </a:extLst>
          </p:cNvPr>
          <p:cNvCxnSpPr>
            <a:cxnSpLocks/>
          </p:cNvCxnSpPr>
          <p:nvPr userDrawn="1"/>
        </p:nvCxnSpPr>
        <p:spPr bwMode="auto">
          <a:xfrm>
            <a:off x="7494864" y="5481228"/>
            <a:ext cx="4697137" cy="0"/>
          </a:xfrm>
          <a:prstGeom prst="line">
            <a:avLst/>
          </a:prstGeom>
          <a:solidFill>
            <a:srgbClr val="FFFF99"/>
          </a:solidFill>
          <a:ln w="12700" cap="flat" cmpd="sng" algn="ctr">
            <a:solidFill>
              <a:schemeClr val="tx1"/>
            </a:solidFill>
            <a:prstDash val="solid"/>
            <a:round/>
            <a:headEnd type="none" w="med" len="med"/>
            <a:tailEnd type="none" w="med" len="med"/>
          </a:ln>
          <a:effectLst/>
        </p:spPr>
      </p:cxnSp>
      <p:sp>
        <p:nvSpPr>
          <p:cNvPr id="13" name="テキスト プレースホルダー 12">
            <a:extLst>
              <a:ext uri="{FF2B5EF4-FFF2-40B4-BE49-F238E27FC236}">
                <a16:creationId xmlns:a16="http://schemas.microsoft.com/office/drawing/2014/main" id="{D1A71568-7677-4B12-8B7C-7617C3F541F3}"/>
              </a:ext>
            </a:extLst>
          </p:cNvPr>
          <p:cNvSpPr>
            <a:spLocks noGrp="1"/>
          </p:cNvSpPr>
          <p:nvPr>
            <p:ph type="body" sz="quarter" idx="10" hasCustomPrompt="1"/>
          </p:nvPr>
        </p:nvSpPr>
        <p:spPr>
          <a:xfrm>
            <a:off x="7494863" y="5193228"/>
            <a:ext cx="4652308" cy="288000"/>
          </a:xfrm>
          <a:prstGeom prst="rect">
            <a:avLst/>
          </a:prstGeom>
          <a:noFill/>
          <a:ln>
            <a:noFill/>
          </a:ln>
        </p:spPr>
        <p:txBody>
          <a:bodyPr vert="horz" wrap="none" lIns="0" tIns="47894" rIns="0" bIns="0" numCol="1" anchor="b" anchorCtr="0" compatLnSpc="1">
            <a:prstTxWarp prst="textNoShape">
              <a:avLst/>
            </a:prstTxWarp>
          </a:bodyPr>
          <a:lstStyle>
            <a:lvl1pPr algn="r">
              <a:defRPr lang="ja-JP" altLang="en-US" sz="1477" b="0" kern="0" dirty="0">
                <a:latin typeface="+mn-ea"/>
                <a:ea typeface="+mn-ea"/>
              </a:defRPr>
            </a:lvl1pPr>
          </a:lstStyle>
          <a:p>
            <a:pPr lvl="0" latinLnBrk="0"/>
            <a:r>
              <a:rPr kumimoji="1" lang="ja-JP" altLang="en-US" dirty="0"/>
              <a:t>日付</a:t>
            </a:r>
          </a:p>
        </p:txBody>
      </p:sp>
      <p:sp>
        <p:nvSpPr>
          <p:cNvPr id="20" name="テキスト プレースホルダー 12">
            <a:extLst>
              <a:ext uri="{FF2B5EF4-FFF2-40B4-BE49-F238E27FC236}">
                <a16:creationId xmlns:a16="http://schemas.microsoft.com/office/drawing/2014/main" id="{22DCD5AB-7EC3-4CCC-861F-56422FD8F832}"/>
              </a:ext>
            </a:extLst>
          </p:cNvPr>
          <p:cNvSpPr>
            <a:spLocks noGrp="1"/>
          </p:cNvSpPr>
          <p:nvPr>
            <p:ph type="body" sz="quarter" idx="11" hasCustomPrompt="1"/>
          </p:nvPr>
        </p:nvSpPr>
        <p:spPr>
          <a:xfrm>
            <a:off x="7494863" y="5517232"/>
            <a:ext cx="4652308" cy="288000"/>
          </a:xfrm>
          <a:prstGeom prst="rect">
            <a:avLst/>
          </a:prstGeom>
          <a:noFill/>
          <a:ln>
            <a:noFill/>
          </a:ln>
        </p:spPr>
        <p:txBody>
          <a:bodyPr vert="horz" wrap="none" lIns="0" tIns="47894" rIns="0" bIns="0" numCol="1" anchor="ctr" anchorCtr="0" compatLnSpc="1">
            <a:prstTxWarp prst="textNoShape">
              <a:avLst/>
            </a:prstTxWarp>
          </a:bodyPr>
          <a:lstStyle>
            <a:lvl1pPr>
              <a:defRPr lang="ja-JP" altLang="en-US" sz="1477" b="0" kern="0" dirty="0">
                <a:latin typeface="+mn-ea"/>
                <a:ea typeface="+mn-ea"/>
              </a:defRPr>
            </a:lvl1pPr>
          </a:lstStyle>
          <a:p>
            <a:pPr lvl="0" latinLnBrk="0"/>
            <a:r>
              <a:rPr kumimoji="1" lang="ja-JP" altLang="en-US" dirty="0"/>
              <a:t>会社を入力</a:t>
            </a:r>
          </a:p>
        </p:txBody>
      </p:sp>
      <p:sp>
        <p:nvSpPr>
          <p:cNvPr id="21" name="テキスト プレースホルダー 12">
            <a:extLst>
              <a:ext uri="{FF2B5EF4-FFF2-40B4-BE49-F238E27FC236}">
                <a16:creationId xmlns:a16="http://schemas.microsoft.com/office/drawing/2014/main" id="{F1E13738-3538-48D7-A922-DE0D7AB6DCC9}"/>
              </a:ext>
            </a:extLst>
          </p:cNvPr>
          <p:cNvSpPr>
            <a:spLocks noGrp="1"/>
          </p:cNvSpPr>
          <p:nvPr>
            <p:ph type="body" sz="quarter" idx="12" hasCustomPrompt="1"/>
          </p:nvPr>
        </p:nvSpPr>
        <p:spPr>
          <a:xfrm>
            <a:off x="7494863" y="5841268"/>
            <a:ext cx="4652308" cy="288000"/>
          </a:xfrm>
          <a:prstGeom prst="rect">
            <a:avLst/>
          </a:prstGeom>
          <a:noFill/>
          <a:ln>
            <a:noFill/>
          </a:ln>
        </p:spPr>
        <p:txBody>
          <a:bodyPr vert="horz" wrap="none" lIns="0" tIns="47894" rIns="0" bIns="0" numCol="1" anchor="ctr" anchorCtr="0" compatLnSpc="1">
            <a:prstTxWarp prst="textNoShape">
              <a:avLst/>
            </a:prstTxWarp>
          </a:bodyPr>
          <a:lstStyle>
            <a:lvl1pPr>
              <a:defRPr lang="ja-JP" altLang="en-US" sz="1477" b="0" kern="0" dirty="0">
                <a:latin typeface="+mn-ea"/>
                <a:ea typeface="+mn-ea"/>
              </a:defRPr>
            </a:lvl1pPr>
          </a:lstStyle>
          <a:p>
            <a:pPr lvl="0" latinLnBrk="0"/>
            <a:r>
              <a:rPr kumimoji="1" lang="ja-JP" altLang="en-US" dirty="0"/>
              <a:t>部署</a:t>
            </a:r>
          </a:p>
        </p:txBody>
      </p:sp>
      <p:pic>
        <p:nvPicPr>
          <p:cNvPr id="14" name="Picture 2" descr="関連画像">
            <a:extLst>
              <a:ext uri="{FF2B5EF4-FFF2-40B4-BE49-F238E27FC236}">
                <a16:creationId xmlns:a16="http://schemas.microsoft.com/office/drawing/2014/main" id="{E1AE353A-2F04-4332-849F-872A7647E36C}"/>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382724" y="996475"/>
            <a:ext cx="1375899" cy="51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944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_Appendix用">
    <p:bg>
      <p:bgPr>
        <a:solidFill>
          <a:schemeClr val="bg1">
            <a:lumMod val="95000"/>
          </a:schemeClr>
        </a:solidFill>
        <a:effectLst/>
      </p:bgPr>
    </p:bg>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803619" y="2897510"/>
            <a:ext cx="10654208" cy="603498"/>
          </a:xfrm>
          <a:prstGeom prst="rect">
            <a:avLst/>
          </a:prstGeom>
        </p:spPr>
        <p:txBody>
          <a:bodyPr lIns="72000" tIns="72000" rIns="72000" bIns="72000" anchor="b">
            <a:noAutofit/>
          </a:bodyPr>
          <a:lstStyle>
            <a:lvl1pPr algn="l">
              <a:defRPr sz="3445" b="1">
                <a:solidFill>
                  <a:schemeClr val="tx1"/>
                </a:solidFill>
                <a:latin typeface="+mn-ea"/>
                <a:ea typeface="+mn-ea"/>
                <a:cs typeface="メイリオ" pitchFamily="50" charset="-128"/>
              </a:defRPr>
            </a:lvl1pPr>
          </a:lstStyle>
          <a:p>
            <a:r>
              <a:rPr kumimoji="1" lang="ja-JP" altLang="en-US" dirty="0"/>
              <a:t>サブタイトル</a:t>
            </a:r>
          </a:p>
        </p:txBody>
      </p:sp>
      <p:sp>
        <p:nvSpPr>
          <p:cNvPr id="4" name="四角形: 角を丸くする 3">
            <a:extLst>
              <a:ext uri="{FF2B5EF4-FFF2-40B4-BE49-F238E27FC236}">
                <a16:creationId xmlns:a16="http://schemas.microsoft.com/office/drawing/2014/main" id="{A9459919-8228-4BD3-8A88-E3B2B9D0818C}"/>
              </a:ext>
            </a:extLst>
          </p:cNvPr>
          <p:cNvSpPr/>
          <p:nvPr userDrawn="1"/>
        </p:nvSpPr>
        <p:spPr bwMode="auto">
          <a:xfrm>
            <a:off x="789112" y="3501008"/>
            <a:ext cx="914400" cy="72000"/>
          </a:xfrm>
          <a:prstGeom prst="roundRect">
            <a:avLst>
              <a:gd name="adj" fmla="val 50000"/>
            </a:avLst>
          </a:prstGeom>
          <a:solidFill>
            <a:schemeClr val="accent1"/>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solidFill>
                <a:srgbClr val="333333"/>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10565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中扉_Appendix用">
    <p:bg>
      <p:bgPr>
        <a:solidFill>
          <a:schemeClr val="accent1">
            <a:lumMod val="20000"/>
            <a:lumOff val="80000"/>
            <a:alpha val="50000"/>
          </a:schemeClr>
        </a:solidFill>
        <a:effectLst/>
      </p:bgPr>
    </p:bg>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803619" y="2897510"/>
            <a:ext cx="10654208" cy="603498"/>
          </a:xfrm>
          <a:prstGeom prst="rect">
            <a:avLst/>
          </a:prstGeom>
        </p:spPr>
        <p:txBody>
          <a:bodyPr lIns="72000" tIns="72000" rIns="72000" bIns="72000" anchor="b">
            <a:noAutofit/>
          </a:bodyPr>
          <a:lstStyle>
            <a:lvl1pPr algn="l">
              <a:defRPr sz="3445" b="1">
                <a:solidFill>
                  <a:schemeClr val="tx1"/>
                </a:solidFill>
                <a:latin typeface="+mn-ea"/>
                <a:ea typeface="+mn-ea"/>
                <a:cs typeface="メイリオ" pitchFamily="50" charset="-128"/>
              </a:defRPr>
            </a:lvl1pPr>
          </a:lstStyle>
          <a:p>
            <a:r>
              <a:rPr kumimoji="1" lang="ja-JP" altLang="en-US" dirty="0"/>
              <a:t>サブタイトル</a:t>
            </a:r>
          </a:p>
        </p:txBody>
      </p:sp>
      <p:sp>
        <p:nvSpPr>
          <p:cNvPr id="4" name="四角形: 角を丸くする 3">
            <a:extLst>
              <a:ext uri="{FF2B5EF4-FFF2-40B4-BE49-F238E27FC236}">
                <a16:creationId xmlns:a16="http://schemas.microsoft.com/office/drawing/2014/main" id="{A9459919-8228-4BD3-8A88-E3B2B9D0818C}"/>
              </a:ext>
            </a:extLst>
          </p:cNvPr>
          <p:cNvSpPr/>
          <p:nvPr userDrawn="1"/>
        </p:nvSpPr>
        <p:spPr bwMode="auto">
          <a:xfrm>
            <a:off x="789112" y="3501008"/>
            <a:ext cx="914400" cy="72000"/>
          </a:xfrm>
          <a:prstGeom prst="roundRect">
            <a:avLst>
              <a:gd name="adj" fmla="val 50000"/>
            </a:avLst>
          </a:prstGeom>
          <a:solidFill>
            <a:schemeClr val="accent1"/>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solidFill>
                <a:srgbClr val="333333"/>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30119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efault Slide">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14975819-A316-47C0-B954-8510E4E4179D}"/>
              </a:ext>
            </a:extLst>
          </p:cNvPr>
          <p:cNvSpPr>
            <a:spLocks noGrp="1"/>
          </p:cNvSpPr>
          <p:nvPr>
            <p:ph type="title" hasCustomPrompt="1"/>
          </p:nvPr>
        </p:nvSpPr>
        <p:spPr>
          <a:xfrm>
            <a:off x="165567" y="143638"/>
            <a:ext cx="11871094" cy="376759"/>
          </a:xfrm>
          <a:prstGeom prst="rect">
            <a:avLst/>
          </a:prstGeom>
        </p:spPr>
        <p:txBody>
          <a:bodyPr lIns="36000" tIns="0" rIns="36000" bIns="0" anchor="ctr" anchorCtr="0"/>
          <a:lstStyle>
            <a:lvl1pPr algn="ctr">
              <a:defRPr lang="ja-JP" altLang="en-US" sz="2214" b="1" dirty="0">
                <a:solidFill>
                  <a:schemeClr val="tx2"/>
                </a:solidFill>
                <a:latin typeface="Poppins"/>
                <a:ea typeface="+mn-ea"/>
                <a:cs typeface="Poppins"/>
              </a:defRPr>
            </a:lvl1pPr>
          </a:lstStyle>
          <a:p>
            <a:pPr lvl="0"/>
            <a:r>
              <a:rPr lang="ja-JP" altLang="en-US" dirty="0"/>
              <a:t>サブタイトル</a:t>
            </a:r>
          </a:p>
        </p:txBody>
      </p:sp>
      <p:sp>
        <p:nvSpPr>
          <p:cNvPr id="4" name="四角形: 角を丸くする 3">
            <a:extLst>
              <a:ext uri="{FF2B5EF4-FFF2-40B4-BE49-F238E27FC236}">
                <a16:creationId xmlns:a16="http://schemas.microsoft.com/office/drawing/2014/main" id="{8AF8052F-BEE6-4CE2-A61B-CD5073D4F172}"/>
              </a:ext>
            </a:extLst>
          </p:cNvPr>
          <p:cNvSpPr/>
          <p:nvPr userDrawn="1"/>
        </p:nvSpPr>
        <p:spPr bwMode="auto">
          <a:xfrm>
            <a:off x="5674904" y="538746"/>
            <a:ext cx="914400" cy="72000"/>
          </a:xfrm>
          <a:prstGeom prst="roundRect">
            <a:avLst>
              <a:gd name="adj" fmla="val 50000"/>
            </a:avLst>
          </a:prstGeom>
          <a:solidFill>
            <a:schemeClr val="accent1"/>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solidFill>
                <a:srgbClr val="333333"/>
              </a:solidFill>
              <a:latin typeface="Meiryo UI" panose="020B0604030504040204" pitchFamily="50" charset="-128"/>
              <a:ea typeface="Meiryo UI" panose="020B0604030504040204" pitchFamily="50" charset="-128"/>
            </a:endParaRPr>
          </a:p>
        </p:txBody>
      </p:sp>
      <p:sp>
        <p:nvSpPr>
          <p:cNvPr id="5" name="テキスト プレースホルダー 5">
            <a:extLst>
              <a:ext uri="{FF2B5EF4-FFF2-40B4-BE49-F238E27FC236}">
                <a16:creationId xmlns:a16="http://schemas.microsoft.com/office/drawing/2014/main" id="{85BECA24-7141-4DA4-A29E-6CD055520553}"/>
              </a:ext>
            </a:extLst>
          </p:cNvPr>
          <p:cNvSpPr>
            <a:spLocks noGrp="1"/>
          </p:cNvSpPr>
          <p:nvPr>
            <p:ph type="body" sz="quarter" idx="13"/>
          </p:nvPr>
        </p:nvSpPr>
        <p:spPr>
          <a:xfrm>
            <a:off x="180673" y="1124744"/>
            <a:ext cx="11855987" cy="4252626"/>
          </a:xfrm>
          <a:prstGeom prst="rect">
            <a:avLst/>
          </a:prstGeom>
        </p:spPr>
        <p:txBody>
          <a:bodyPr lIns="72000" tIns="72000" rIns="72000" bIns="72000" anchor="t"/>
          <a:lstStyle>
            <a:lvl1pPr marL="0" indent="0" algn="l">
              <a:buFontTx/>
              <a:buNone/>
              <a:defRPr sz="1477" b="1">
                <a:latin typeface="+mn-ea"/>
                <a:ea typeface="+mn-ea"/>
              </a:defRPr>
            </a:lvl1pPr>
            <a:lvl2pPr marL="441448" indent="-220725" algn="l">
              <a:buFont typeface="Wingdings" panose="05000000000000000000" pitchFamily="2" charset="2"/>
              <a:buChar char="p"/>
              <a:defRPr sz="1477">
                <a:latin typeface="+mn-ea"/>
                <a:ea typeface="+mn-ea"/>
              </a:defRPr>
            </a:lvl2pPr>
            <a:lvl3pPr marL="662172" indent="-220725" algn="l">
              <a:defRPr sz="1477">
                <a:latin typeface="+mn-ea"/>
                <a:ea typeface="+mn-ea"/>
              </a:defRPr>
            </a:lvl3pPr>
            <a:lvl4pPr marL="882896" indent="-220725" algn="l">
              <a:defRPr sz="1477">
                <a:latin typeface="+mn-ea"/>
                <a:ea typeface="+mn-ea"/>
              </a:defRPr>
            </a:lvl4pPr>
            <a:lvl5pPr marL="1103620" indent="-220725" algn="l">
              <a:buFont typeface="Arial" panose="020B0604020202020204" pitchFamily="34" charset="0"/>
              <a:buChar char="•"/>
              <a:defRPr sz="1477">
                <a:latin typeface="+mn-ea"/>
                <a:ea typeface="+mn-ea"/>
              </a:defRPr>
            </a:lvl5pPr>
          </a:lstStyle>
          <a:p>
            <a:pPr lvl="0"/>
            <a:r>
              <a:rPr lang="ja-JP" altLang="en-US" dirty="0"/>
              <a:t>マスター テキストの書式設定</a:t>
            </a:r>
            <a:endParaRPr lang="en-US" altLang="ja-JP" dirty="0"/>
          </a:p>
          <a:p>
            <a:pPr lvl="0"/>
            <a:endParaRPr lang="ja-JP" altLang="en-US" dirty="0"/>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a:p>
            <a:pPr lvl="0"/>
            <a:endParaRPr kumimoji="1" lang="ja-JP" altLang="en-US" dirty="0"/>
          </a:p>
        </p:txBody>
      </p:sp>
      <p:sp>
        <p:nvSpPr>
          <p:cNvPr id="6" name="テキスト プレースホルダー 5">
            <a:extLst>
              <a:ext uri="{FF2B5EF4-FFF2-40B4-BE49-F238E27FC236}">
                <a16:creationId xmlns:a16="http://schemas.microsoft.com/office/drawing/2014/main" id="{1EAF14FA-46E7-4385-962D-104631B8EC6D}"/>
              </a:ext>
            </a:extLst>
          </p:cNvPr>
          <p:cNvSpPr>
            <a:spLocks noGrp="1"/>
          </p:cNvSpPr>
          <p:nvPr>
            <p:ph type="body" sz="quarter" idx="14"/>
          </p:nvPr>
        </p:nvSpPr>
        <p:spPr>
          <a:xfrm>
            <a:off x="165568" y="647692"/>
            <a:ext cx="11871094" cy="288032"/>
          </a:xfrm>
          <a:prstGeom prst="rect">
            <a:avLst/>
          </a:prstGeom>
        </p:spPr>
        <p:txBody>
          <a:bodyPr lIns="72000" tIns="72000" rIns="72000" bIns="72000" anchor="ctr"/>
          <a:lstStyle>
            <a:lvl1pPr marL="0" indent="0" algn="ctr">
              <a:buFontTx/>
              <a:buNone/>
              <a:defRPr sz="1477" b="1">
                <a:solidFill>
                  <a:schemeClr val="bg1">
                    <a:lumMod val="50000"/>
                  </a:schemeClr>
                </a:solidFill>
                <a:latin typeface="+mn-ea"/>
                <a:ea typeface="+mn-ea"/>
              </a:defRPr>
            </a:lvl1pPr>
            <a:lvl2pPr marL="441448" indent="-220725" algn="l">
              <a:buFont typeface="Wingdings" panose="05000000000000000000" pitchFamily="2" charset="2"/>
              <a:buChar char="p"/>
              <a:defRPr sz="1477">
                <a:latin typeface="+mn-ea"/>
                <a:ea typeface="+mn-ea"/>
              </a:defRPr>
            </a:lvl2pPr>
            <a:lvl3pPr marL="662172" indent="-220725" algn="l">
              <a:defRPr sz="1477">
                <a:latin typeface="+mn-ea"/>
                <a:ea typeface="+mn-ea"/>
              </a:defRPr>
            </a:lvl3pPr>
            <a:lvl4pPr marL="882896" indent="-220725" algn="l">
              <a:defRPr sz="1477">
                <a:latin typeface="+mn-ea"/>
                <a:ea typeface="+mn-ea"/>
              </a:defRPr>
            </a:lvl4pPr>
            <a:lvl5pPr marL="1103620" indent="-220725" algn="l">
              <a:buFont typeface="Arial" panose="020B0604020202020204" pitchFamily="34" charset="0"/>
              <a:buChar char="•"/>
              <a:defRPr sz="1477">
                <a:latin typeface="+mn-ea"/>
                <a:ea typeface="+mn-ea"/>
              </a:defRPr>
            </a:lvl5pPr>
          </a:lstStyle>
          <a:p>
            <a:pPr lvl="0"/>
            <a:r>
              <a:rPr lang="ja-JP" altLang="en-US" dirty="0"/>
              <a:t>マスター テキストの書式設定</a:t>
            </a:r>
            <a:endParaRPr lang="en-US" altLang="ja-JP" dirty="0"/>
          </a:p>
        </p:txBody>
      </p:sp>
      <p:sp>
        <p:nvSpPr>
          <p:cNvPr id="7" name="四角形: 角を丸くする 6">
            <a:extLst>
              <a:ext uri="{FF2B5EF4-FFF2-40B4-BE49-F238E27FC236}">
                <a16:creationId xmlns:a16="http://schemas.microsoft.com/office/drawing/2014/main" id="{F6666F21-1893-4EE9-883D-1E5EC94B397F}"/>
              </a:ext>
            </a:extLst>
          </p:cNvPr>
          <p:cNvSpPr/>
          <p:nvPr userDrawn="1"/>
        </p:nvSpPr>
        <p:spPr bwMode="auto">
          <a:xfrm>
            <a:off x="5232105" y="944728"/>
            <a:ext cx="1800000" cy="18000"/>
          </a:xfrm>
          <a:prstGeom prst="roundRect">
            <a:avLst>
              <a:gd name="adj" fmla="val 50000"/>
            </a:avLst>
          </a:prstGeom>
          <a:solidFill>
            <a:schemeClr val="accent1">
              <a:alpha val="70000"/>
            </a:schemeClr>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ln>
                <a:solidFill>
                  <a:schemeClr val="bg1"/>
                </a:solidFill>
              </a:ln>
              <a:solidFill>
                <a:srgbClr val="333333"/>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34116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Default Slide">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14975819-A316-47C0-B954-8510E4E4179D}"/>
              </a:ext>
            </a:extLst>
          </p:cNvPr>
          <p:cNvSpPr>
            <a:spLocks noGrp="1"/>
          </p:cNvSpPr>
          <p:nvPr>
            <p:ph type="title" hasCustomPrompt="1"/>
          </p:nvPr>
        </p:nvSpPr>
        <p:spPr>
          <a:xfrm>
            <a:off x="165567" y="152639"/>
            <a:ext cx="11871094" cy="376759"/>
          </a:xfrm>
          <a:prstGeom prst="rect">
            <a:avLst/>
          </a:prstGeom>
        </p:spPr>
        <p:txBody>
          <a:bodyPr lIns="36000" tIns="0" rIns="36000" bIns="0" anchor="ctr" anchorCtr="0"/>
          <a:lstStyle>
            <a:lvl1pPr algn="ctr">
              <a:defRPr lang="ja-JP" altLang="en-US" sz="2214" b="1" dirty="0">
                <a:solidFill>
                  <a:schemeClr val="tx2"/>
                </a:solidFill>
                <a:latin typeface="Poppins"/>
                <a:ea typeface="+mn-ea"/>
                <a:cs typeface="Poppins"/>
              </a:defRPr>
            </a:lvl1pPr>
          </a:lstStyle>
          <a:p>
            <a:pPr lvl="0"/>
            <a:r>
              <a:rPr lang="ja-JP" altLang="en-US" dirty="0"/>
              <a:t>サブタイトル</a:t>
            </a:r>
          </a:p>
        </p:txBody>
      </p:sp>
      <p:sp>
        <p:nvSpPr>
          <p:cNvPr id="4" name="四角形: 角を丸くする 3">
            <a:extLst>
              <a:ext uri="{FF2B5EF4-FFF2-40B4-BE49-F238E27FC236}">
                <a16:creationId xmlns:a16="http://schemas.microsoft.com/office/drawing/2014/main" id="{8AF8052F-BEE6-4CE2-A61B-CD5073D4F172}"/>
              </a:ext>
            </a:extLst>
          </p:cNvPr>
          <p:cNvSpPr/>
          <p:nvPr userDrawn="1"/>
        </p:nvSpPr>
        <p:spPr bwMode="auto">
          <a:xfrm>
            <a:off x="5649652" y="538746"/>
            <a:ext cx="914400" cy="72000"/>
          </a:xfrm>
          <a:prstGeom prst="roundRect">
            <a:avLst>
              <a:gd name="adj" fmla="val 50000"/>
            </a:avLst>
          </a:prstGeom>
          <a:solidFill>
            <a:schemeClr val="accent1"/>
          </a:solidFill>
          <a:ln w="9525" cap="flat" cmpd="sng" algn="ctr">
            <a:solidFill>
              <a:schemeClr val="accent1"/>
            </a:solidFill>
            <a:prstDash val="solid"/>
            <a:round/>
            <a:headEnd type="none" w="med" len="med"/>
            <a:tailEnd type="none" w="med" len="med"/>
          </a:ln>
          <a:effectLst/>
        </p:spPr>
        <p:txBody>
          <a:bodyPr lIns="35991" tIns="35991" rIns="35991" bIns="35991" rtlCol="0" anchor="ctr"/>
          <a:lstStyle/>
          <a:p>
            <a:pPr algn="ctr">
              <a:spcBef>
                <a:spcPct val="20000"/>
              </a:spcBef>
              <a:buClr>
                <a:schemeClr val="tx1"/>
              </a:buClr>
              <a:buSzPct val="100000"/>
            </a:pPr>
            <a:endParaRPr kumimoji="1" lang="ja-JP" altLang="en-US" sz="1100" kern="0" dirty="0">
              <a:solidFill>
                <a:srgbClr val="333333"/>
              </a:solidFill>
              <a:latin typeface="Meiryo UI" panose="020B0604030504040204" pitchFamily="50" charset="-128"/>
              <a:ea typeface="Meiryo UI" panose="020B0604030504040204" pitchFamily="50" charset="-128"/>
            </a:endParaRPr>
          </a:p>
        </p:txBody>
      </p:sp>
      <p:sp>
        <p:nvSpPr>
          <p:cNvPr id="5" name="テキスト プレースホルダー 5">
            <a:extLst>
              <a:ext uri="{FF2B5EF4-FFF2-40B4-BE49-F238E27FC236}">
                <a16:creationId xmlns:a16="http://schemas.microsoft.com/office/drawing/2014/main" id="{85BECA24-7141-4DA4-A29E-6CD055520553}"/>
              </a:ext>
            </a:extLst>
          </p:cNvPr>
          <p:cNvSpPr>
            <a:spLocks noGrp="1"/>
          </p:cNvSpPr>
          <p:nvPr>
            <p:ph type="body" sz="quarter" idx="13"/>
          </p:nvPr>
        </p:nvSpPr>
        <p:spPr>
          <a:xfrm>
            <a:off x="180673" y="728700"/>
            <a:ext cx="11855987" cy="4648670"/>
          </a:xfrm>
          <a:prstGeom prst="rect">
            <a:avLst/>
          </a:prstGeom>
        </p:spPr>
        <p:txBody>
          <a:bodyPr lIns="72000" tIns="72000" rIns="72000" bIns="72000" anchor="t"/>
          <a:lstStyle>
            <a:lvl1pPr marL="0" indent="0" algn="l">
              <a:buFontTx/>
              <a:buNone/>
              <a:defRPr sz="1477" b="1">
                <a:latin typeface="+mn-ea"/>
                <a:ea typeface="+mn-ea"/>
              </a:defRPr>
            </a:lvl1pPr>
            <a:lvl2pPr marL="441448" indent="-220725" algn="l">
              <a:buFont typeface="Wingdings" panose="05000000000000000000" pitchFamily="2" charset="2"/>
              <a:buChar char="p"/>
              <a:defRPr sz="1477">
                <a:latin typeface="+mn-ea"/>
                <a:ea typeface="+mn-ea"/>
              </a:defRPr>
            </a:lvl2pPr>
            <a:lvl3pPr marL="662172" indent="-220725" algn="l">
              <a:defRPr sz="1477">
                <a:latin typeface="+mn-ea"/>
                <a:ea typeface="+mn-ea"/>
              </a:defRPr>
            </a:lvl3pPr>
            <a:lvl4pPr marL="882896" indent="-220725" algn="l">
              <a:defRPr sz="1477">
                <a:latin typeface="+mn-ea"/>
                <a:ea typeface="+mn-ea"/>
              </a:defRPr>
            </a:lvl4pPr>
            <a:lvl5pPr marL="1103620" indent="-220725" algn="l">
              <a:buFont typeface="Arial" panose="020B0604020202020204" pitchFamily="34" charset="0"/>
              <a:buChar char="•"/>
              <a:defRPr sz="1477">
                <a:latin typeface="+mn-ea"/>
                <a:ea typeface="+mn-ea"/>
              </a:defRPr>
            </a:lvl5pPr>
          </a:lstStyle>
          <a:p>
            <a:pPr lvl="0"/>
            <a:r>
              <a:rPr lang="ja-JP" altLang="en-US" dirty="0"/>
              <a:t>マスター テキストの書式設定</a:t>
            </a:r>
            <a:endParaRPr lang="en-US" altLang="ja-JP" dirty="0"/>
          </a:p>
          <a:p>
            <a:pPr lvl="0"/>
            <a:endParaRPr lang="ja-JP" altLang="en-US" dirty="0"/>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a:p>
            <a:pPr lvl="0"/>
            <a:endParaRPr kumimoji="1" lang="ja-JP" altLang="en-US" dirty="0"/>
          </a:p>
        </p:txBody>
      </p:sp>
    </p:spTree>
    <p:extLst>
      <p:ext uri="{BB962C8B-B14F-4D97-AF65-F5344CB8AC3E}">
        <p14:creationId xmlns:p14="http://schemas.microsoft.com/office/powerpoint/2010/main" val="2799673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終わり">
    <p:spTree>
      <p:nvGrpSpPr>
        <p:cNvPr id="1" name=""/>
        <p:cNvGrpSpPr/>
        <p:nvPr/>
      </p:nvGrpSpPr>
      <p:grpSpPr>
        <a:xfrm>
          <a:off x="0" y="0"/>
          <a:ext cx="0" cy="0"/>
          <a:chOff x="0" y="0"/>
          <a:chExt cx="0" cy="0"/>
        </a:xfrm>
      </p:grpSpPr>
    </p:spTree>
    <p:extLst>
      <p:ext uri="{BB962C8B-B14F-4D97-AF65-F5344CB8AC3E}">
        <p14:creationId xmlns:p14="http://schemas.microsoft.com/office/powerpoint/2010/main" val="607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終わり">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B480A0DA-0563-412C-9F5D-56418AB4744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35287" y="116634"/>
            <a:ext cx="2521427" cy="182509"/>
          </a:xfrm>
          <a:prstGeom prst="rect">
            <a:avLst/>
          </a:prstGeom>
        </p:spPr>
      </p:pic>
    </p:spTree>
    <p:extLst>
      <p:ext uri="{BB962C8B-B14F-4D97-AF65-F5344CB8AC3E}">
        <p14:creationId xmlns:p14="http://schemas.microsoft.com/office/powerpoint/2010/main" val="430331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タイトルのみ">
    <p:spTree>
      <p:nvGrpSpPr>
        <p:cNvPr id="1" name=""/>
        <p:cNvGrpSpPr/>
        <p:nvPr/>
      </p:nvGrpSpPr>
      <p:grpSpPr>
        <a:xfrm>
          <a:off x="0" y="0"/>
          <a:ext cx="0" cy="0"/>
          <a:chOff x="0" y="0"/>
          <a:chExt cx="0" cy="0"/>
        </a:xfrm>
      </p:grpSpPr>
      <p:pic>
        <p:nvPicPr>
          <p:cNvPr id="4" name="Picture 19" descr="CS1_p3C"/>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0550902" y="159431"/>
            <a:ext cx="1491435" cy="324000"/>
          </a:xfrm>
          <a:prstGeom prst="rect">
            <a:avLst/>
          </a:prstGeom>
          <a:noFill/>
          <a:ln w="9525">
            <a:noFill/>
            <a:miter lim="800000"/>
            <a:headEnd/>
            <a:tailEnd/>
          </a:ln>
        </p:spPr>
      </p:pic>
      <p:sp>
        <p:nvSpPr>
          <p:cNvPr id="6" name="正方形/長方形 5">
            <a:extLst>
              <a:ext uri="{FF2B5EF4-FFF2-40B4-BE49-F238E27FC236}">
                <a16:creationId xmlns:a16="http://schemas.microsoft.com/office/drawing/2014/main" id="{64F98C52-966E-499C-A817-E92785F2BEAE}"/>
              </a:ext>
            </a:extLst>
          </p:cNvPr>
          <p:cNvSpPr/>
          <p:nvPr userDrawn="1"/>
        </p:nvSpPr>
        <p:spPr>
          <a:xfrm rot="16200000">
            <a:off x="5289373" y="-4731210"/>
            <a:ext cx="18000" cy="10546402"/>
          </a:xfrm>
          <a:prstGeom prst="rect">
            <a:avLst/>
          </a:prstGeom>
          <a:gradFill>
            <a:gsLst>
              <a:gs pos="37000">
                <a:srgbClr val="0070C0"/>
              </a:gs>
              <a:gs pos="100000">
                <a:srgbClr val="FFFFFF"/>
              </a:gs>
            </a:gsLst>
            <a:lin ang="5400000" scaled="1"/>
          </a:gradFill>
          <a:ln w="12700" cap="flat" cmpd="thickThin" algn="ctr">
            <a:noFill/>
            <a:prstDash val="solid"/>
          </a:ln>
          <a:effectLst/>
        </p:spPr>
        <p:txBody>
          <a:bodyPr lIns="73065" tIns="36533" rIns="73065" bIns="36533" anchor="ctr"/>
          <a:lstStyle/>
          <a:p>
            <a:pPr marL="0" marR="0" lvl="0" indent="0" defTabSz="914126" eaLnBrk="1" fontAlgn="auto" latinLnBrk="0" hangingPunct="1">
              <a:lnSpc>
                <a:spcPct val="100000"/>
              </a:lnSpc>
              <a:spcBef>
                <a:spcPts val="0"/>
              </a:spcBef>
              <a:spcAft>
                <a:spcPts val="0"/>
              </a:spcAft>
              <a:buClrTx/>
              <a:buSzTx/>
              <a:buFontTx/>
              <a:buNone/>
              <a:tabLst/>
              <a:defRPr/>
            </a:pPr>
            <a:endParaRPr kumimoji="1" lang="ja-JP" altLang="en-US" sz="1968" b="0" i="0" u="none" strike="noStrike" kern="0" cap="none" spc="0" normalizeH="0" baseline="0" noProof="0" dirty="0">
              <a:ln>
                <a:noFill/>
              </a:ln>
              <a:solidFill>
                <a:srgbClr val="4D4D4D"/>
              </a:solidFill>
              <a:effectLst/>
              <a:uLnTx/>
              <a:uFillTx/>
              <a:latin typeface="小塚明朝 Pro H"/>
              <a:ea typeface="小塚明朝 Pro H"/>
              <a:cs typeface="小塚明朝 Pro H"/>
            </a:endParaRPr>
          </a:p>
        </p:txBody>
      </p:sp>
      <p:sp>
        <p:nvSpPr>
          <p:cNvPr id="5" name="タイトル 1">
            <a:extLst>
              <a:ext uri="{FF2B5EF4-FFF2-40B4-BE49-F238E27FC236}">
                <a16:creationId xmlns:a16="http://schemas.microsoft.com/office/drawing/2014/main" id="{10083F06-70C6-4745-95F2-895507142F9D}"/>
              </a:ext>
            </a:extLst>
          </p:cNvPr>
          <p:cNvSpPr txBox="1">
            <a:spLocks/>
          </p:cNvSpPr>
          <p:nvPr userDrawn="1"/>
        </p:nvSpPr>
        <p:spPr>
          <a:xfrm>
            <a:off x="122263" y="116635"/>
            <a:ext cx="10449313" cy="37675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sz="1999" b="1" kern="0" dirty="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A0E76080-4AEE-4EB3-9740-04557132FAE5}"/>
              </a:ext>
            </a:extLst>
          </p:cNvPr>
          <p:cNvSpPr>
            <a:spLocks noGrp="1"/>
          </p:cNvSpPr>
          <p:nvPr>
            <p:ph type="title"/>
          </p:nvPr>
        </p:nvSpPr>
        <p:spPr>
          <a:xfrm>
            <a:off x="185669" y="80628"/>
            <a:ext cx="9618744" cy="402332"/>
          </a:xfrm>
          <a:prstGeom prst="rect">
            <a:avLst/>
          </a:prstGeom>
        </p:spPr>
        <p:txBody>
          <a:bodyPr/>
          <a:lstStyle>
            <a:lvl1pPr>
              <a:defRPr sz="1999" b="1">
                <a:solidFill>
                  <a:schemeClr val="tx1"/>
                </a:solidFill>
                <a:latin typeface="+mn-ea"/>
                <a:ea typeface="+mn-ea"/>
              </a:defRPr>
            </a:lvl1pPr>
          </a:lstStyle>
          <a:p>
            <a:r>
              <a:rPr kumimoji="1" lang="ja-JP" altLang="en-US" dirty="0"/>
              <a:t>マスター タイトルの書式設定</a:t>
            </a:r>
          </a:p>
        </p:txBody>
      </p:sp>
      <p:sp>
        <p:nvSpPr>
          <p:cNvPr id="3" name="日付プレースホルダー 2">
            <a:extLst>
              <a:ext uri="{FF2B5EF4-FFF2-40B4-BE49-F238E27FC236}">
                <a16:creationId xmlns:a16="http://schemas.microsoft.com/office/drawing/2014/main" id="{3E085F49-B29A-4702-896D-9222B665A6CC}"/>
              </a:ext>
            </a:extLst>
          </p:cNvPr>
          <p:cNvSpPr>
            <a:spLocks noGrp="1"/>
          </p:cNvSpPr>
          <p:nvPr>
            <p:ph type="dt" sz="half" idx="10"/>
          </p:nvPr>
        </p:nvSpPr>
        <p:spPr/>
        <p:txBody>
          <a:bodyPr/>
          <a:lstStyle/>
          <a:p>
            <a:fld id="{4BA4ABA2-87EF-441A-93AA-A07E68BCC384}" type="datetime1">
              <a:rPr lang="ja-JP" altLang="en-US" smtClean="0"/>
              <a:t>2026/1/8</a:t>
            </a:fld>
            <a:endParaRPr lang="en-US" altLang="ja-JP" dirty="0"/>
          </a:p>
        </p:txBody>
      </p:sp>
      <p:sp>
        <p:nvSpPr>
          <p:cNvPr id="8" name="スライド番号プレースホルダー 7">
            <a:extLst>
              <a:ext uri="{FF2B5EF4-FFF2-40B4-BE49-F238E27FC236}">
                <a16:creationId xmlns:a16="http://schemas.microsoft.com/office/drawing/2014/main" id="{625034F9-BB4F-49E5-B258-A5EA3ACB9153}"/>
              </a:ext>
            </a:extLst>
          </p:cNvPr>
          <p:cNvSpPr>
            <a:spLocks noGrp="1"/>
          </p:cNvSpPr>
          <p:nvPr>
            <p:ph type="sldNum" sz="quarter" idx="11"/>
          </p:nvPr>
        </p:nvSpPr>
        <p:spPr/>
        <p:txBody>
          <a:bodyPr/>
          <a:lstStyle/>
          <a:p>
            <a:fld id="{83F96535-177B-4EA1-A973-D0FFBD2EE0EC}" type="slidenum">
              <a:rPr lang="ja-JP" altLang="en-US" smtClean="0"/>
              <a:pPr/>
              <a:t>‹#›</a:t>
            </a:fld>
            <a:endParaRPr lang="ja-JP" altLang="en-US" dirty="0"/>
          </a:p>
        </p:txBody>
      </p:sp>
    </p:spTree>
    <p:extLst>
      <p:ext uri="{BB962C8B-B14F-4D97-AF65-F5344CB8AC3E}">
        <p14:creationId xmlns:p14="http://schemas.microsoft.com/office/powerpoint/2010/main" val="2030086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タイトルと枠付きテキスト">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122263" y="116635"/>
            <a:ext cx="10449313" cy="376759"/>
          </a:xfrm>
          <a:prstGeom prst="rect">
            <a:avLst/>
          </a:prstGeom>
        </p:spPr>
        <p:txBody>
          <a:bodyPr lIns="72000" tIns="72000" rIns="72000" bIns="72000" anchor="ctr" anchorCtr="0"/>
          <a:lstStyle>
            <a:lvl1pPr>
              <a:defRPr sz="1999"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r>
              <a:rPr lang="ja-JP" altLang="en-US" dirty="0"/>
              <a:t>サブタイトル</a:t>
            </a:r>
          </a:p>
        </p:txBody>
      </p:sp>
      <p:sp>
        <p:nvSpPr>
          <p:cNvPr id="11" name="スライド番号プレースホルダー 3"/>
          <p:cNvSpPr>
            <a:spLocks noGrp="1"/>
          </p:cNvSpPr>
          <p:nvPr>
            <p:ph type="sldNum" sz="quarter" idx="4"/>
          </p:nvPr>
        </p:nvSpPr>
        <p:spPr>
          <a:xfrm>
            <a:off x="11413514" y="6649990"/>
            <a:ext cx="732401" cy="163386"/>
          </a:xfrm>
          <a:prstGeom prst="rect">
            <a:avLst/>
          </a:prstGeom>
        </p:spPr>
        <p:txBody>
          <a:bodyPr lIns="36000" tIns="36000" rIns="36000" bIns="36000" anchor="ctr"/>
          <a:lstStyle>
            <a:lvl1pPr algn="ctr">
              <a:defRPr sz="900">
                <a:latin typeface="Meiryo UI" panose="020B0604030504040204" pitchFamily="50" charset="-128"/>
                <a:ea typeface="Meiryo UI" panose="020B0604030504040204" pitchFamily="50" charset="-128"/>
                <a:cs typeface="Meiryo UI" panose="020B0604030504040204" pitchFamily="50" charset="-128"/>
              </a:defRPr>
            </a:lvl1pPr>
          </a:lstStyle>
          <a:p>
            <a:fld id="{83F96535-177B-4EA1-A973-D0FFBD2EE0EC}" type="slidenum">
              <a:rPr lang="ja-JP" altLang="en-US" smtClean="0"/>
              <a:pPr/>
              <a:t>‹#›</a:t>
            </a:fld>
            <a:endParaRPr lang="ja-JP" altLang="en-US" dirty="0"/>
          </a:p>
        </p:txBody>
      </p:sp>
      <p:sp>
        <p:nvSpPr>
          <p:cNvPr id="13" name="正方形/長方形 12"/>
          <p:cNvSpPr/>
          <p:nvPr userDrawn="1"/>
        </p:nvSpPr>
        <p:spPr>
          <a:xfrm rot="16200000">
            <a:off x="5269573" y="-4751010"/>
            <a:ext cx="57600" cy="10546402"/>
          </a:xfrm>
          <a:prstGeom prst="rect">
            <a:avLst/>
          </a:prstGeom>
          <a:gradFill>
            <a:gsLst>
              <a:gs pos="37000">
                <a:schemeClr val="accent1"/>
              </a:gs>
              <a:gs pos="100000">
                <a:schemeClr val="bg1"/>
              </a:gs>
            </a:gsLst>
            <a:lin ang="5400000" scaled="1"/>
          </a:gradFill>
          <a:ln w="12700">
            <a:noFill/>
          </a:ln>
          <a:effectLst/>
        </p:spPr>
        <p:style>
          <a:lnRef idx="2">
            <a:schemeClr val="dk1"/>
          </a:lnRef>
          <a:fillRef idx="1">
            <a:schemeClr val="lt1"/>
          </a:fillRef>
          <a:effectRef idx="0">
            <a:schemeClr val="dk1"/>
          </a:effectRef>
          <a:fontRef idx="minor">
            <a:schemeClr val="dk1"/>
          </a:fontRef>
        </p:style>
        <p:txBody>
          <a:bodyPr lIns="59366" tIns="29683" rIns="59366" bIns="29683" anchor="ctr"/>
          <a:lstStyle/>
          <a:p>
            <a:pPr>
              <a:defRPr/>
            </a:pPr>
            <a:endParaRPr lang="ja-JP" altLang="en-US" sz="1600" dirty="0">
              <a:latin typeface="小塚明朝 Pro H"/>
              <a:ea typeface="小塚明朝 Pro H"/>
              <a:cs typeface="小塚明朝 Pro H"/>
            </a:endParaRPr>
          </a:p>
        </p:txBody>
      </p:sp>
      <p:sp>
        <p:nvSpPr>
          <p:cNvPr id="6" name="Rectangle 22"/>
          <p:cNvSpPr>
            <a:spLocks noGrp="1" noChangeArrowheads="1"/>
          </p:cNvSpPr>
          <p:nvPr>
            <p:ph idx="1"/>
          </p:nvPr>
        </p:nvSpPr>
        <p:spPr bwMode="auto">
          <a:xfrm>
            <a:off x="246736" y="646476"/>
            <a:ext cx="11654218" cy="3208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83988" tIns="41994" rIns="83988" bIns="41994" numCol="1" anchor="t" anchorCtr="0" compatLnSpc="1">
            <a:prstTxWarp prst="textNoShape">
              <a:avLst/>
            </a:prstTxWarp>
          </a:bodyPr>
          <a:lstStyle>
            <a:lvl1pPr>
              <a:lnSpc>
                <a:spcPct val="100000"/>
              </a:lnSpc>
              <a:buFont typeface="Wingdings" panose="05000000000000000000" pitchFamily="2" charset="2"/>
              <a:buChar char="p"/>
              <a:defRPr sz="1400" b="1"/>
            </a:lvl1pPr>
          </a:lstStyle>
          <a:p>
            <a:pPr lvl="0"/>
            <a:r>
              <a:rPr lang="ja-JP" altLang="en-US"/>
              <a:t>マスター テキストの書式設定</a:t>
            </a:r>
          </a:p>
        </p:txBody>
      </p:sp>
      <p:sp>
        <p:nvSpPr>
          <p:cNvPr id="7" name="Rectangle 4"/>
          <p:cNvSpPr>
            <a:spLocks noGrp="1" noChangeArrowheads="1"/>
          </p:cNvSpPr>
          <p:nvPr>
            <p:ph type="dt" sz="half" idx="12"/>
          </p:nvPr>
        </p:nvSpPr>
        <p:spPr>
          <a:xfrm>
            <a:off x="189737" y="6649990"/>
            <a:ext cx="968423" cy="163362"/>
          </a:xfrm>
          <a:ln/>
        </p:spPr>
        <p:txBody>
          <a:bodyPr/>
          <a:lstStyle>
            <a:lvl1pPr>
              <a:defRPr/>
            </a:lvl1pPr>
          </a:lstStyle>
          <a:p>
            <a:pPr>
              <a:defRPr/>
            </a:pPr>
            <a:endParaRPr lang="en-US" altLang="ja-JP" dirty="0"/>
          </a:p>
        </p:txBody>
      </p:sp>
    </p:spTree>
    <p:extLst>
      <p:ext uri="{BB962C8B-B14F-4D97-AF65-F5344CB8AC3E}">
        <p14:creationId xmlns:p14="http://schemas.microsoft.com/office/powerpoint/2010/main" val="5249557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メイン①">
    <p:spTree>
      <p:nvGrpSpPr>
        <p:cNvPr id="1" name=""/>
        <p:cNvGrpSpPr/>
        <p:nvPr/>
      </p:nvGrpSpPr>
      <p:grpSpPr>
        <a:xfrm>
          <a:off x="0" y="0"/>
          <a:ext cx="0" cy="0"/>
          <a:chOff x="0" y="0"/>
          <a:chExt cx="0" cy="0"/>
        </a:xfrm>
      </p:grpSpPr>
      <p:sp>
        <p:nvSpPr>
          <p:cNvPr id="8" name="タイトル 1"/>
          <p:cNvSpPr>
            <a:spLocks noGrp="1"/>
          </p:cNvSpPr>
          <p:nvPr>
            <p:ph type="title" hasCustomPrompt="1"/>
          </p:nvPr>
        </p:nvSpPr>
        <p:spPr>
          <a:xfrm>
            <a:off x="113797" y="152641"/>
            <a:ext cx="10502090" cy="376759"/>
          </a:xfrm>
          <a:prstGeom prst="rect">
            <a:avLst/>
          </a:prstGeom>
        </p:spPr>
        <p:txBody>
          <a:bodyPr lIns="36000" tIns="0" rIns="36000" bIns="0" anchor="ctr" anchorCtr="0"/>
          <a:lstStyle>
            <a:lvl1pPr>
              <a:defRPr lang="ja-JP" altLang="en-US" sz="1999" b="1" dirty="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pPr lvl="0"/>
            <a:r>
              <a:rPr lang="ja-JP" altLang="en-US" dirty="0"/>
              <a:t>サブタイトル</a:t>
            </a:r>
          </a:p>
        </p:txBody>
      </p:sp>
      <p:sp>
        <p:nvSpPr>
          <p:cNvPr id="12" name="テキスト プレースホルダー 5"/>
          <p:cNvSpPr>
            <a:spLocks noGrp="1"/>
          </p:cNvSpPr>
          <p:nvPr>
            <p:ph type="body" sz="quarter" idx="13"/>
          </p:nvPr>
        </p:nvSpPr>
        <p:spPr>
          <a:xfrm>
            <a:off x="215707" y="1196752"/>
            <a:ext cx="11685383" cy="5328592"/>
          </a:xfrm>
          <a:prstGeom prst="rect">
            <a:avLst/>
          </a:prstGeom>
        </p:spPr>
        <p:txBody>
          <a:bodyPr lIns="72000" tIns="72000" rIns="72000" bIns="72000" anchor="t"/>
          <a:lstStyle>
            <a:lvl1pPr marL="0" indent="0" algn="l">
              <a:buFontTx/>
              <a:buNone/>
              <a:defRPr sz="1200" b="1">
                <a:latin typeface="+mn-ea"/>
                <a:ea typeface="+mn-ea"/>
              </a:defRPr>
            </a:lvl1pPr>
            <a:lvl2pPr marL="358676" indent="-179339" algn="l">
              <a:buFont typeface="Wingdings" panose="05000000000000000000" pitchFamily="2" charset="2"/>
              <a:buChar char="p"/>
              <a:defRPr sz="1200">
                <a:latin typeface="+mn-ea"/>
                <a:ea typeface="+mn-ea"/>
              </a:defRPr>
            </a:lvl2pPr>
            <a:lvl3pPr marL="538015" indent="-179339" algn="l">
              <a:defRPr sz="1200">
                <a:latin typeface="+mn-ea"/>
                <a:ea typeface="+mn-ea"/>
              </a:defRPr>
            </a:lvl3pPr>
            <a:lvl4pPr marL="717353" indent="-179339" algn="l">
              <a:defRPr sz="1200">
                <a:latin typeface="+mn-ea"/>
                <a:ea typeface="+mn-ea"/>
              </a:defRPr>
            </a:lvl4pPr>
            <a:lvl5pPr marL="896691" indent="-179339" algn="l">
              <a:buFont typeface="Arial" panose="020B0604020202020204" pitchFamily="34" charset="0"/>
              <a:buChar char="•"/>
              <a:defRPr sz="1200">
                <a:latin typeface="+mn-ea"/>
                <a:ea typeface="+mn-ea"/>
              </a:defRPr>
            </a:lvl5pPr>
          </a:lstStyle>
          <a:p>
            <a:pPr lvl="0"/>
            <a:r>
              <a:rPr lang="ja-JP" altLang="en-US" dirty="0"/>
              <a:t>マスター テキストの書式設定</a:t>
            </a:r>
            <a:endParaRPr lang="en-US" altLang="ja-JP" dirty="0"/>
          </a:p>
          <a:p>
            <a:pPr lvl="0"/>
            <a:endParaRPr lang="ja-JP" altLang="en-US" dirty="0"/>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a:p>
            <a:pPr lvl="0"/>
            <a:endParaRPr kumimoji="1" lang="ja-JP" altLang="en-US" dirty="0"/>
          </a:p>
        </p:txBody>
      </p:sp>
      <p:cxnSp>
        <p:nvCxnSpPr>
          <p:cNvPr id="16" name="直線コネクタ 15"/>
          <p:cNvCxnSpPr/>
          <p:nvPr userDrawn="1"/>
        </p:nvCxnSpPr>
        <p:spPr bwMode="auto">
          <a:xfrm>
            <a:off x="1" y="584684"/>
            <a:ext cx="12192000" cy="0"/>
          </a:xfrm>
          <a:prstGeom prst="line">
            <a:avLst/>
          </a:prstGeom>
          <a:ln w="3175">
            <a:solidFill>
              <a:srgbClr val="0066BA"/>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テキスト プレースホルダー 5">
            <a:extLst>
              <a:ext uri="{FF2B5EF4-FFF2-40B4-BE49-F238E27FC236}">
                <a16:creationId xmlns:a16="http://schemas.microsoft.com/office/drawing/2014/main" id="{157363B1-EB15-47F7-97ED-F4E7EAA3A506}"/>
              </a:ext>
            </a:extLst>
          </p:cNvPr>
          <p:cNvSpPr>
            <a:spLocks noGrp="1"/>
          </p:cNvSpPr>
          <p:nvPr>
            <p:ph type="body" sz="quarter" idx="12" hasCustomPrompt="1"/>
          </p:nvPr>
        </p:nvSpPr>
        <p:spPr>
          <a:xfrm>
            <a:off x="215569" y="652601"/>
            <a:ext cx="11685383" cy="436141"/>
          </a:xfrm>
          <a:prstGeom prst="rect">
            <a:avLst/>
          </a:prstGeom>
        </p:spPr>
        <p:txBody>
          <a:bodyPr lIns="72000" tIns="72000" rIns="72000" bIns="72000" anchor="ctr"/>
          <a:lstStyle>
            <a:lvl1pPr algn="l">
              <a:defRPr sz="1400" b="1">
                <a:latin typeface="Meiryo UI" panose="020B0604030504040204" pitchFamily="50" charset="-128"/>
                <a:ea typeface="Meiryo UI" panose="020B0604030504040204" pitchFamily="50" charset="-128"/>
              </a:defRPr>
            </a:lvl1pPr>
          </a:lstStyle>
          <a:p>
            <a:pPr lvl="0"/>
            <a:r>
              <a:rPr kumimoji="1" lang="ja-JP" altLang="en-US" dirty="0"/>
              <a:t>本文</a:t>
            </a:r>
          </a:p>
        </p:txBody>
      </p:sp>
    </p:spTree>
    <p:extLst>
      <p:ext uri="{BB962C8B-B14F-4D97-AF65-F5344CB8AC3E}">
        <p14:creationId xmlns:p14="http://schemas.microsoft.com/office/powerpoint/2010/main" val="2038453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タイトルのみ">
    <p:spTree>
      <p:nvGrpSpPr>
        <p:cNvPr id="1" name=""/>
        <p:cNvGrpSpPr/>
        <p:nvPr/>
      </p:nvGrpSpPr>
      <p:grpSpPr>
        <a:xfrm>
          <a:off x="0" y="0"/>
          <a:ext cx="0" cy="0"/>
          <a:chOff x="0" y="0"/>
          <a:chExt cx="0" cy="0"/>
        </a:xfrm>
      </p:grpSpPr>
      <p:sp>
        <p:nvSpPr>
          <p:cNvPr id="11" name="スライド番号プレースホルダー 3"/>
          <p:cNvSpPr>
            <a:spLocks noGrp="1"/>
          </p:cNvSpPr>
          <p:nvPr>
            <p:ph type="sldNum" sz="quarter" idx="4"/>
          </p:nvPr>
        </p:nvSpPr>
        <p:spPr>
          <a:xfrm>
            <a:off x="11413516" y="6649990"/>
            <a:ext cx="732401" cy="163386"/>
          </a:xfrm>
          <a:prstGeom prst="rect">
            <a:avLst/>
          </a:prstGeom>
        </p:spPr>
        <p:txBody>
          <a:bodyPr lIns="36000" tIns="36000" rIns="36000" bIns="36000" anchor="ctr"/>
          <a:lstStyle>
            <a:lvl1pPr algn="ctr">
              <a:defRPr sz="831">
                <a:latin typeface="Meiryo UI" panose="020B0604030504040204" pitchFamily="50" charset="-128"/>
                <a:ea typeface="Meiryo UI" panose="020B0604030504040204" pitchFamily="50" charset="-128"/>
                <a:cs typeface="Meiryo UI" panose="020B0604030504040204" pitchFamily="50" charset="-128"/>
              </a:defRPr>
            </a:lvl1pPr>
          </a:lstStyle>
          <a:p>
            <a:fld id="{83F96535-177B-4EA1-A973-D0FFBD2EE0EC}" type="slidenum">
              <a:rPr lang="ja-JP" altLang="en-US" smtClean="0"/>
              <a:pPr/>
              <a:t>‹#›</a:t>
            </a:fld>
            <a:endParaRPr lang="ja-JP" altLang="en-US" dirty="0"/>
          </a:p>
        </p:txBody>
      </p:sp>
      <p:sp>
        <p:nvSpPr>
          <p:cNvPr id="6" name="Rectangle 4"/>
          <p:cNvSpPr>
            <a:spLocks noGrp="1" noChangeArrowheads="1"/>
          </p:cNvSpPr>
          <p:nvPr>
            <p:ph type="dt" sz="half" idx="12"/>
          </p:nvPr>
        </p:nvSpPr>
        <p:spPr>
          <a:xfrm>
            <a:off x="189738" y="6649990"/>
            <a:ext cx="968425" cy="163362"/>
          </a:xfrm>
          <a:ln/>
        </p:spPr>
        <p:txBody>
          <a:bodyPr/>
          <a:lstStyle>
            <a:lvl1pPr>
              <a:defRPr/>
            </a:lvl1pPr>
          </a:lstStyle>
          <a:p>
            <a:pPr>
              <a:defRPr/>
            </a:pPr>
            <a:endParaRPr lang="en-US" altLang="ja-JP" dirty="0"/>
          </a:p>
        </p:txBody>
      </p:sp>
      <p:sp>
        <p:nvSpPr>
          <p:cNvPr id="7" name="Rectangle 22">
            <a:extLst>
              <a:ext uri="{FF2B5EF4-FFF2-40B4-BE49-F238E27FC236}">
                <a16:creationId xmlns:a16="http://schemas.microsoft.com/office/drawing/2014/main" id="{4D55137A-DB62-4C57-B99A-A0AB7F4F0BE3}"/>
              </a:ext>
            </a:extLst>
          </p:cNvPr>
          <p:cNvSpPr>
            <a:spLocks noGrp="1" noChangeArrowheads="1"/>
          </p:cNvSpPr>
          <p:nvPr>
            <p:ph idx="1"/>
          </p:nvPr>
        </p:nvSpPr>
        <p:spPr bwMode="auto">
          <a:xfrm>
            <a:off x="335362" y="764704"/>
            <a:ext cx="11161241" cy="134236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83988" tIns="41994" rIns="83988" bIns="41994" numCol="1" anchor="t" anchorCtr="0" compatLnSpc="1">
            <a:prstTxWarp prst="textNoShape">
              <a:avLst/>
            </a:prstTxWarp>
          </a:bodyPr>
          <a:lstStyle>
            <a:lvl1pPr marL="0" indent="0">
              <a:lnSpc>
                <a:spcPct val="100000"/>
              </a:lnSpc>
              <a:buFontTx/>
              <a:buNone/>
              <a:defRPr sz="1600" b="0">
                <a:latin typeface="Meiryo UI" panose="020B0604030504040204" pitchFamily="50" charset="-128"/>
                <a:ea typeface="Meiryo UI" panose="020B0604030504040204" pitchFamily="50" charset="-128"/>
              </a:defRPr>
            </a:lvl1pPr>
            <a:lvl2pPr marL="782292" indent="-285664">
              <a:buFont typeface="Wingdings" panose="05000000000000000000" pitchFamily="2" charset="2"/>
              <a:buChar char="ü"/>
              <a:defRPr sz="1481" b="0">
                <a:latin typeface="Meiryo UI" panose="020B0604030504040204" pitchFamily="50" charset="-128"/>
                <a:ea typeface="Meiryo UI" panose="020B0604030504040204" pitchFamily="50" charset="-128"/>
              </a:defRPr>
            </a:lvl2pPr>
            <a:lvl3pPr>
              <a:defRPr sz="1481" b="0">
                <a:latin typeface="Meiryo UI" panose="020B0604030504040204" pitchFamily="50" charset="-128"/>
                <a:ea typeface="Meiryo UI" panose="020B0604030504040204" pitchFamily="50" charset="-128"/>
              </a:defRPr>
            </a:lvl3pPr>
            <a:lvl4pPr>
              <a:defRPr sz="1481" b="0">
                <a:latin typeface="Meiryo UI" panose="020B0604030504040204" pitchFamily="50" charset="-128"/>
                <a:ea typeface="Meiryo UI" panose="020B0604030504040204" pitchFamily="50" charset="-128"/>
              </a:defRPr>
            </a:lvl4pPr>
            <a:lvl5pPr marL="1768231" indent="0">
              <a:buNone/>
              <a:defRPr sz="1481" b="0">
                <a:latin typeface="Meiryo UI" panose="020B0604030504040204" pitchFamily="50" charset="-128"/>
                <a:ea typeface="Meiryo UI" panose="020B0604030504040204" pitchFamily="50" charset="-128"/>
              </a:defRPr>
            </a:lvl5pPr>
            <a:lvl6pPr>
              <a:defRPr sz="1481" b="0">
                <a:latin typeface="Meiryo UI" panose="020B0604030504040204" pitchFamily="50" charset="-128"/>
                <a:ea typeface="Meiryo UI" panose="020B0604030504040204" pitchFamily="50" charset="-128"/>
              </a:defRPr>
            </a:lvl6pPr>
          </a:lstStyle>
          <a:p>
            <a:pPr lvl="0"/>
            <a:r>
              <a:rPr lang="ja-JP" altLang="en-US" dirty="0"/>
              <a:t>マスター テキストの書式設定</a:t>
            </a:r>
            <a:endParaRPr lang="en-US" altLang="ja-JP" dirty="0"/>
          </a:p>
        </p:txBody>
      </p:sp>
      <p:sp>
        <p:nvSpPr>
          <p:cNvPr id="13" name="正方形/長方形 12"/>
          <p:cNvSpPr/>
          <p:nvPr userDrawn="1"/>
        </p:nvSpPr>
        <p:spPr>
          <a:xfrm rot="16200000" flipH="1">
            <a:off x="5976916" y="-5403056"/>
            <a:ext cx="72000" cy="11975487"/>
          </a:xfrm>
          <a:prstGeom prst="rect">
            <a:avLst/>
          </a:prstGeom>
          <a:gradFill>
            <a:gsLst>
              <a:gs pos="37000">
                <a:schemeClr val="accent1"/>
              </a:gs>
              <a:gs pos="100000">
                <a:schemeClr val="bg1"/>
              </a:gs>
            </a:gsLst>
            <a:lin ang="5400000" scaled="1"/>
          </a:gradFill>
          <a:ln w="12700">
            <a:noFill/>
          </a:ln>
          <a:effectLst/>
        </p:spPr>
        <p:style>
          <a:lnRef idx="2">
            <a:schemeClr val="dk1"/>
          </a:lnRef>
          <a:fillRef idx="1">
            <a:schemeClr val="lt1"/>
          </a:fillRef>
          <a:effectRef idx="0">
            <a:schemeClr val="dk1"/>
          </a:effectRef>
          <a:fontRef idx="minor">
            <a:schemeClr val="dk1"/>
          </a:fontRef>
        </p:style>
        <p:txBody>
          <a:bodyPr lIns="54801" tIns="27400" rIns="54801" bIns="27400" anchor="ctr"/>
          <a:lstStyle/>
          <a:p>
            <a:pPr>
              <a:defRPr/>
            </a:pPr>
            <a:endParaRPr lang="ja-JP" altLang="en-US" sz="1477" dirty="0">
              <a:latin typeface="小塚明朝 Pro H"/>
              <a:ea typeface="小塚明朝 Pro H"/>
              <a:cs typeface="小塚明朝 Pro H"/>
            </a:endParaRPr>
          </a:p>
        </p:txBody>
      </p:sp>
      <p:sp>
        <p:nvSpPr>
          <p:cNvPr id="2" name="タイトル 1"/>
          <p:cNvSpPr>
            <a:spLocks noGrp="1"/>
          </p:cNvSpPr>
          <p:nvPr>
            <p:ph type="title" hasCustomPrompt="1"/>
          </p:nvPr>
        </p:nvSpPr>
        <p:spPr>
          <a:xfrm>
            <a:off x="335364" y="171929"/>
            <a:ext cx="10236215" cy="376759"/>
          </a:xfrm>
          <a:prstGeom prst="rect">
            <a:avLst/>
          </a:prstGeom>
        </p:spPr>
        <p:txBody>
          <a:bodyPr lIns="72000" tIns="72000" rIns="72000" bIns="72000" anchor="ctr" anchorCtr="0"/>
          <a:lstStyle>
            <a:lvl1pPr>
              <a:defRPr sz="2399"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stStyle>
          <a:p>
            <a:r>
              <a:rPr lang="ja-JP" altLang="en-US" dirty="0"/>
              <a:t>サブタイトル</a:t>
            </a:r>
          </a:p>
        </p:txBody>
      </p:sp>
    </p:spTree>
    <p:extLst>
      <p:ext uri="{BB962C8B-B14F-4D97-AF65-F5344CB8AC3E}">
        <p14:creationId xmlns:p14="http://schemas.microsoft.com/office/powerpoint/2010/main" val="508258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タイトルとコンテンツ">
  <p:cSld name="1_タイトルとコンテンツ">
    <p:spTree>
      <p:nvGrpSpPr>
        <p:cNvPr id="1" name="Shape 23"/>
        <p:cNvGrpSpPr/>
        <p:nvPr/>
      </p:nvGrpSpPr>
      <p:grpSpPr>
        <a:xfrm>
          <a:off x="0" y="0"/>
          <a:ext cx="0" cy="0"/>
          <a:chOff x="0" y="0"/>
          <a:chExt cx="0" cy="0"/>
        </a:xfrm>
      </p:grpSpPr>
      <p:pic>
        <p:nvPicPr>
          <p:cNvPr id="24" name="Google Shape;24;p117"/>
          <p:cNvPicPr preferRelativeResize="0"/>
          <p:nvPr/>
        </p:nvPicPr>
        <p:blipFill rotWithShape="1">
          <a:blip r:embed="rId2">
            <a:alphaModFix/>
          </a:blip>
          <a:srcRect/>
          <a:stretch/>
        </p:blipFill>
        <p:spPr>
          <a:xfrm>
            <a:off x="10858500" y="5854700"/>
            <a:ext cx="1333500" cy="1003300"/>
          </a:xfrm>
          <a:prstGeom prst="rect">
            <a:avLst/>
          </a:prstGeom>
          <a:noFill/>
          <a:ln>
            <a:noFill/>
          </a:ln>
        </p:spPr>
      </p:pic>
      <p:sp>
        <p:nvSpPr>
          <p:cNvPr id="25" name="Google Shape;25;p117"/>
          <p:cNvSpPr/>
          <p:nvPr/>
        </p:nvSpPr>
        <p:spPr>
          <a:xfrm>
            <a:off x="1" y="0"/>
            <a:ext cx="296562" cy="1396314"/>
          </a:xfrm>
          <a:prstGeom prst="rect">
            <a:avLst/>
          </a:prstGeom>
          <a:solidFill>
            <a:srgbClr val="411260"/>
          </a:solidFill>
          <a:ln w="28575" cap="flat" cmpd="sng">
            <a:solidFill>
              <a:schemeClr val="lt1"/>
            </a:solidFill>
            <a:prstDash val="solid"/>
            <a:miter lim="800000"/>
            <a:headEnd type="none" w="sm" len="sm"/>
            <a:tailEnd type="none" w="sm" len="sm"/>
          </a:ln>
        </p:spPr>
        <p:txBody>
          <a:bodyPr spcFirstLastPara="1" wrap="square" lIns="91401" tIns="45688" rIns="91401" bIns="45688" anchor="ctr" anchorCtr="0">
            <a:noAutofit/>
          </a:bodyPr>
          <a:lstStyle/>
          <a:p>
            <a:pPr marL="0" marR="0" lvl="0" indent="0" algn="ctr" rtl="0">
              <a:spcBef>
                <a:spcPts val="0"/>
              </a:spcBef>
              <a:spcAft>
                <a:spcPts val="0"/>
              </a:spcAft>
              <a:buNone/>
            </a:pPr>
            <a:endParaRPr sz="1799" b="0" i="0" u="none" strike="noStrike" cap="none">
              <a:solidFill>
                <a:schemeClr val="lt1"/>
              </a:solidFill>
              <a:latin typeface="Arial"/>
              <a:ea typeface="Arial"/>
              <a:cs typeface="Arial"/>
              <a:sym typeface="Arial"/>
            </a:endParaRPr>
          </a:p>
        </p:txBody>
      </p:sp>
      <p:sp>
        <p:nvSpPr>
          <p:cNvPr id="26" name="Google Shape;26;p117"/>
          <p:cNvSpPr/>
          <p:nvPr/>
        </p:nvSpPr>
        <p:spPr>
          <a:xfrm>
            <a:off x="1" y="1396316"/>
            <a:ext cx="296562" cy="5461687"/>
          </a:xfrm>
          <a:prstGeom prst="rect">
            <a:avLst/>
          </a:prstGeom>
          <a:solidFill>
            <a:srgbClr val="764C7A"/>
          </a:solidFill>
          <a:ln w="28575" cap="flat" cmpd="sng">
            <a:solidFill>
              <a:schemeClr val="lt1"/>
            </a:solidFill>
            <a:prstDash val="solid"/>
            <a:miter lim="800000"/>
            <a:headEnd type="none" w="sm" len="sm"/>
            <a:tailEnd type="none" w="sm" len="sm"/>
          </a:ln>
        </p:spPr>
        <p:txBody>
          <a:bodyPr spcFirstLastPara="1" wrap="square" lIns="91401" tIns="45688" rIns="91401" bIns="45688" anchor="ctr" anchorCtr="0">
            <a:noAutofit/>
          </a:bodyPr>
          <a:lstStyle/>
          <a:p>
            <a:pPr marL="0" marR="0" lvl="0" indent="0" algn="ctr" rtl="0">
              <a:spcBef>
                <a:spcPts val="0"/>
              </a:spcBef>
              <a:spcAft>
                <a:spcPts val="0"/>
              </a:spcAft>
              <a:buNone/>
            </a:pPr>
            <a:endParaRPr sz="1799" b="0" i="0" u="none" strike="noStrike" cap="none">
              <a:solidFill>
                <a:schemeClr val="lt1"/>
              </a:solidFill>
              <a:latin typeface="Arial"/>
              <a:ea typeface="Arial"/>
              <a:cs typeface="Arial"/>
              <a:sym typeface="Arial"/>
            </a:endParaRPr>
          </a:p>
        </p:txBody>
      </p:sp>
      <p:sp>
        <p:nvSpPr>
          <p:cNvPr id="27" name="Google Shape;27;p117"/>
          <p:cNvSpPr txBox="1">
            <a:spLocks noGrp="1"/>
          </p:cNvSpPr>
          <p:nvPr>
            <p:ph type="sldNum" idx="12"/>
          </p:nvPr>
        </p:nvSpPr>
        <p:spPr>
          <a:xfrm>
            <a:off x="8610600" y="6356352"/>
            <a:ext cx="216290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Meiryo"/>
                <a:ea typeface="Meiryo"/>
                <a:cs typeface="Meiryo"/>
                <a:sym typeface="Meiryo"/>
              </a:defRPr>
            </a:lvl1pPr>
            <a:lvl2pPr marL="0" lvl="1" indent="0" algn="r">
              <a:spcBef>
                <a:spcPts val="0"/>
              </a:spcBef>
              <a:buNone/>
              <a:defRPr>
                <a:latin typeface="Meiryo"/>
                <a:ea typeface="Meiryo"/>
                <a:cs typeface="Meiryo"/>
                <a:sym typeface="Meiryo"/>
              </a:defRPr>
            </a:lvl2pPr>
            <a:lvl3pPr marL="0" lvl="2" indent="0" algn="r">
              <a:spcBef>
                <a:spcPts val="0"/>
              </a:spcBef>
              <a:buNone/>
              <a:defRPr>
                <a:latin typeface="Meiryo"/>
                <a:ea typeface="Meiryo"/>
                <a:cs typeface="Meiryo"/>
                <a:sym typeface="Meiryo"/>
              </a:defRPr>
            </a:lvl3pPr>
            <a:lvl4pPr marL="0" lvl="3" indent="0" algn="r">
              <a:spcBef>
                <a:spcPts val="0"/>
              </a:spcBef>
              <a:buNone/>
              <a:defRPr>
                <a:latin typeface="Meiryo"/>
                <a:ea typeface="Meiryo"/>
                <a:cs typeface="Meiryo"/>
                <a:sym typeface="Meiryo"/>
              </a:defRPr>
            </a:lvl4pPr>
            <a:lvl5pPr marL="0" lvl="4" indent="0" algn="r">
              <a:spcBef>
                <a:spcPts val="0"/>
              </a:spcBef>
              <a:buNone/>
              <a:defRPr>
                <a:latin typeface="Meiryo"/>
                <a:ea typeface="Meiryo"/>
                <a:cs typeface="Meiryo"/>
                <a:sym typeface="Meiryo"/>
              </a:defRPr>
            </a:lvl5pPr>
            <a:lvl6pPr marL="0" lvl="5" indent="0" algn="r">
              <a:spcBef>
                <a:spcPts val="0"/>
              </a:spcBef>
              <a:buNone/>
              <a:defRPr>
                <a:latin typeface="Meiryo"/>
                <a:ea typeface="Meiryo"/>
                <a:cs typeface="Meiryo"/>
                <a:sym typeface="Meiryo"/>
              </a:defRPr>
            </a:lvl6pPr>
            <a:lvl7pPr marL="0" lvl="6" indent="0" algn="r">
              <a:spcBef>
                <a:spcPts val="0"/>
              </a:spcBef>
              <a:buNone/>
              <a:defRPr>
                <a:latin typeface="Meiryo"/>
                <a:ea typeface="Meiryo"/>
                <a:cs typeface="Meiryo"/>
                <a:sym typeface="Meiryo"/>
              </a:defRPr>
            </a:lvl7pPr>
            <a:lvl8pPr marL="0" lvl="7" indent="0" algn="r">
              <a:spcBef>
                <a:spcPts val="0"/>
              </a:spcBef>
              <a:buNone/>
              <a:defRPr>
                <a:latin typeface="Meiryo"/>
                <a:ea typeface="Meiryo"/>
                <a:cs typeface="Meiryo"/>
                <a:sym typeface="Meiryo"/>
              </a:defRPr>
            </a:lvl8pPr>
            <a:lvl9pPr marL="0" lvl="8" indent="0" algn="r">
              <a:spcBef>
                <a:spcPts val="0"/>
              </a:spcBef>
              <a:buNone/>
              <a:defRPr>
                <a:latin typeface="Meiryo"/>
                <a:ea typeface="Meiryo"/>
                <a:cs typeface="Meiryo"/>
                <a:sym typeface="Meiryo"/>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9844480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335360" y="152637"/>
            <a:ext cx="11521280" cy="396044"/>
          </a:xfrm>
          <a:prstGeom prst="rect">
            <a:avLst/>
          </a:prstGeom>
        </p:spPr>
        <p:txBody>
          <a:bodyPr vert="horz" lIns="0" tIns="0" rIns="0" bIns="0" rtlCol="0" anchor="ctr">
            <a:noAutofit/>
          </a:bodyPr>
          <a:lstStyle/>
          <a:p>
            <a:r>
              <a:rPr kumimoji="1" lang="ja-JP" altLang="en-US" dirty="0"/>
              <a:t>マスター タイトルの書式設定</a:t>
            </a:r>
          </a:p>
        </p:txBody>
      </p:sp>
      <p:sp>
        <p:nvSpPr>
          <p:cNvPr id="6" name="フッター プレースホルダー 3"/>
          <p:cNvSpPr>
            <a:spLocks noGrp="1"/>
          </p:cNvSpPr>
          <p:nvPr>
            <p:ph type="ftr" sz="quarter" idx="3"/>
          </p:nvPr>
        </p:nvSpPr>
        <p:spPr>
          <a:xfrm>
            <a:off x="113797" y="6566862"/>
            <a:ext cx="778272" cy="218760"/>
          </a:xfrm>
          <a:prstGeom prst="rect">
            <a:avLst/>
          </a:prstGeom>
          <a:solidFill>
            <a:srgbClr val="EAEAEA"/>
          </a:solidFill>
          <a:ln>
            <a:noFill/>
          </a:ln>
        </p:spPr>
        <p:txBody>
          <a:bodyPr wrap="square" lIns="0" tIns="30679" rIns="0" bIns="15340" anchor="ctr" anchorCtr="0">
            <a:spAutoFit/>
          </a:bodyPr>
          <a:lstStyle>
            <a:lvl1pPr algn="ctr">
              <a:lnSpc>
                <a:spcPct val="120000"/>
              </a:lnSpc>
              <a:defRPr sz="933">
                <a:solidFill>
                  <a:srgbClr val="4D4D4D"/>
                </a:solidFill>
                <a:latin typeface="メイリオ" pitchFamily="50" charset="-128"/>
                <a:ea typeface="メイリオ" pitchFamily="50" charset="-128"/>
                <a:cs typeface="メイリオ" pitchFamily="50" charset="-128"/>
              </a:defRPr>
            </a:lvl1pPr>
          </a:lstStyle>
          <a:p>
            <a:r>
              <a:rPr lang="en-US" altLang="ja-JP"/>
              <a:t>#123456</a:t>
            </a:r>
            <a:endParaRPr lang="ja-JP" altLang="en-US" dirty="0"/>
          </a:p>
        </p:txBody>
      </p:sp>
      <p:sp>
        <p:nvSpPr>
          <p:cNvPr id="4" name="スライド番号プレースホルダー 5"/>
          <p:cNvSpPr>
            <a:spLocks noGrp="1"/>
          </p:cNvSpPr>
          <p:nvPr>
            <p:ph type="sldNum" sz="quarter" idx="4"/>
          </p:nvPr>
        </p:nvSpPr>
        <p:spPr>
          <a:xfrm>
            <a:off x="9153571" y="6592269"/>
            <a:ext cx="2844800" cy="257113"/>
          </a:xfrm>
          <a:prstGeom prst="rect">
            <a:avLst/>
          </a:prstGeom>
        </p:spPr>
        <p:txBody>
          <a:bodyPr vert="horz" lIns="0" tIns="0" rIns="0" bIns="0" rtlCol="0" anchor="ctr"/>
          <a:lstStyle>
            <a:lvl1pPr algn="r">
              <a:defRPr sz="1200" b="1">
                <a:solidFill>
                  <a:schemeClr val="tx1"/>
                </a:solidFill>
                <a:latin typeface="メイリオ" pitchFamily="50" charset="-128"/>
                <a:ea typeface="メイリオ" pitchFamily="50" charset="-128"/>
                <a:cs typeface="メイリオ" pitchFamily="50" charset="-128"/>
              </a:defRPr>
            </a:lvl1pPr>
          </a:lstStyle>
          <a:p>
            <a:fld id="{FB3508C7-2FE0-4945-9CBD-863E05F850D2}" type="slidenum">
              <a:rPr lang="ja-JP" altLang="en-US" smtClean="0"/>
              <a:pPr/>
              <a:t>‹#›</a:t>
            </a:fld>
            <a:endParaRPr lang="ja-JP" altLang="en-US" dirty="0"/>
          </a:p>
        </p:txBody>
      </p:sp>
    </p:spTree>
    <p:extLst>
      <p:ext uri="{BB962C8B-B14F-4D97-AF65-F5344CB8AC3E}">
        <p14:creationId xmlns:p14="http://schemas.microsoft.com/office/powerpoint/2010/main" val="399697721"/>
      </p:ext>
    </p:extLst>
  </p:cSld>
  <p:clrMap bg1="lt1" tx1="dk1" bg2="lt2" tx2="dk2" accent1="accent1" accent2="accent2" accent3="accent3" accent4="accent4" accent5="accent5" accent6="accent6" hlink="hlink" folHlink="folHlink"/>
  <p:sldLayoutIdLst>
    <p:sldLayoutId id="2147483750" r:id="rId1"/>
    <p:sldLayoutId id="2147483805" r:id="rId2"/>
  </p:sldLayoutIdLst>
  <p:hf hdr="0" ftr="0" dt="0"/>
  <p:txStyles>
    <p:titleStyle>
      <a:lvl1pPr algn="l" defTabSz="1038977" rtl="0" eaLnBrk="1" latinLnBrk="0" hangingPunct="1">
        <a:spcBef>
          <a:spcPct val="0"/>
        </a:spcBef>
        <a:buNone/>
        <a:defRPr kumimoji="1" sz="2533" kern="1200">
          <a:solidFill>
            <a:schemeClr val="tx1"/>
          </a:solidFill>
          <a:latin typeface="Yu Gothic UI" panose="020B0500000000000000" pitchFamily="50" charset="-128"/>
          <a:ea typeface="Yu Gothic UI" panose="020B0500000000000000" pitchFamily="50" charset="-128"/>
          <a:cs typeface="Yu Gothic UI" panose="020B0500000000000000" pitchFamily="50" charset="-128"/>
        </a:defRPr>
      </a:lvl1pPr>
    </p:titleStyle>
    <p:bodyStyle>
      <a:lvl1pPr marL="389616" indent="-389616" algn="l" defTabSz="1038977" rtl="0" eaLnBrk="1" latinLnBrk="0" hangingPunct="1">
        <a:spcBef>
          <a:spcPct val="20000"/>
        </a:spcBef>
        <a:buFont typeface="Arial" pitchFamily="34" charset="0"/>
        <a:buChar char="•"/>
        <a:defRPr kumimoji="1" sz="3600" kern="1200">
          <a:solidFill>
            <a:schemeClr val="tx1"/>
          </a:solidFill>
          <a:latin typeface="+mn-lt"/>
          <a:ea typeface="+mn-ea"/>
          <a:cs typeface="+mn-cs"/>
        </a:defRPr>
      </a:lvl1pPr>
      <a:lvl2pPr marL="844168" indent="-324680" algn="l" defTabSz="1038977" rtl="0" eaLnBrk="1" latinLnBrk="0" hangingPunct="1">
        <a:spcBef>
          <a:spcPct val="20000"/>
        </a:spcBef>
        <a:buFont typeface="Arial" pitchFamily="34" charset="0"/>
        <a:buChar char="–"/>
        <a:defRPr kumimoji="1" sz="3200" kern="1200">
          <a:solidFill>
            <a:schemeClr val="tx1"/>
          </a:solidFill>
          <a:latin typeface="+mn-lt"/>
          <a:ea typeface="+mn-ea"/>
          <a:cs typeface="+mn-cs"/>
        </a:defRPr>
      </a:lvl2pPr>
      <a:lvl3pPr marL="1298721" indent="-259744" algn="l" defTabSz="1038977" rtl="0" eaLnBrk="1" latinLnBrk="0" hangingPunct="1">
        <a:spcBef>
          <a:spcPct val="20000"/>
        </a:spcBef>
        <a:buFont typeface="Arial" pitchFamily="34" charset="0"/>
        <a:buChar char="•"/>
        <a:defRPr kumimoji="1" sz="2667" kern="1200">
          <a:solidFill>
            <a:schemeClr val="tx1"/>
          </a:solidFill>
          <a:latin typeface="+mn-lt"/>
          <a:ea typeface="+mn-ea"/>
          <a:cs typeface="+mn-cs"/>
        </a:defRPr>
      </a:lvl3pPr>
      <a:lvl4pPr marL="1818208"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4pPr>
      <a:lvl5pPr marL="2337696"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5pPr>
      <a:lvl6pPr marL="2857185"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9pPr>
    </p:bodyStyle>
    <p:otherStyle>
      <a:defPPr>
        <a:defRPr lang="ja-JP"/>
      </a:defPPr>
      <a:lvl1pPr marL="0" algn="l" defTabSz="1038977" rtl="0" eaLnBrk="1" latinLnBrk="0" hangingPunct="1">
        <a:defRPr kumimoji="1" sz="2000" kern="1200">
          <a:solidFill>
            <a:schemeClr val="tx1"/>
          </a:solidFill>
          <a:latin typeface="+mn-lt"/>
          <a:ea typeface="+mn-ea"/>
          <a:cs typeface="+mn-cs"/>
        </a:defRPr>
      </a:lvl1pPr>
      <a:lvl2pPr marL="519488" algn="l" defTabSz="1038977" rtl="0" eaLnBrk="1" latinLnBrk="0" hangingPunct="1">
        <a:defRPr kumimoji="1" sz="2000" kern="1200">
          <a:solidFill>
            <a:schemeClr val="tx1"/>
          </a:solidFill>
          <a:latin typeface="+mn-lt"/>
          <a:ea typeface="+mn-ea"/>
          <a:cs typeface="+mn-cs"/>
        </a:defRPr>
      </a:lvl2pPr>
      <a:lvl3pPr marL="1038977" algn="l" defTabSz="1038977" rtl="0" eaLnBrk="1" latinLnBrk="0" hangingPunct="1">
        <a:defRPr kumimoji="1" sz="2000" kern="1200">
          <a:solidFill>
            <a:schemeClr val="tx1"/>
          </a:solidFill>
          <a:latin typeface="+mn-lt"/>
          <a:ea typeface="+mn-ea"/>
          <a:cs typeface="+mn-cs"/>
        </a:defRPr>
      </a:lvl3pPr>
      <a:lvl4pPr marL="1558465" algn="l" defTabSz="1038977" rtl="0" eaLnBrk="1" latinLnBrk="0" hangingPunct="1">
        <a:defRPr kumimoji="1" sz="2000" kern="1200">
          <a:solidFill>
            <a:schemeClr val="tx1"/>
          </a:solidFill>
          <a:latin typeface="+mn-lt"/>
          <a:ea typeface="+mn-ea"/>
          <a:cs typeface="+mn-cs"/>
        </a:defRPr>
      </a:lvl4pPr>
      <a:lvl5pPr marL="2077952" algn="l" defTabSz="1038977" rtl="0" eaLnBrk="1" latinLnBrk="0" hangingPunct="1">
        <a:defRPr kumimoji="1" sz="2000" kern="1200">
          <a:solidFill>
            <a:schemeClr val="tx1"/>
          </a:solidFill>
          <a:latin typeface="+mn-lt"/>
          <a:ea typeface="+mn-ea"/>
          <a:cs typeface="+mn-cs"/>
        </a:defRPr>
      </a:lvl5pPr>
      <a:lvl6pPr marL="2597440" algn="l" defTabSz="1038977" rtl="0" eaLnBrk="1" latinLnBrk="0" hangingPunct="1">
        <a:defRPr kumimoji="1" sz="2000" kern="1200">
          <a:solidFill>
            <a:schemeClr val="tx1"/>
          </a:solidFill>
          <a:latin typeface="+mn-lt"/>
          <a:ea typeface="+mn-ea"/>
          <a:cs typeface="+mn-cs"/>
        </a:defRPr>
      </a:lvl6pPr>
      <a:lvl7pPr marL="3116929" algn="l" defTabSz="1038977" rtl="0" eaLnBrk="1" latinLnBrk="0" hangingPunct="1">
        <a:defRPr kumimoji="1" sz="2000" kern="1200">
          <a:solidFill>
            <a:schemeClr val="tx1"/>
          </a:solidFill>
          <a:latin typeface="+mn-lt"/>
          <a:ea typeface="+mn-ea"/>
          <a:cs typeface="+mn-cs"/>
        </a:defRPr>
      </a:lvl7pPr>
      <a:lvl8pPr marL="3636417" algn="l" defTabSz="1038977" rtl="0" eaLnBrk="1" latinLnBrk="0" hangingPunct="1">
        <a:defRPr kumimoji="1" sz="2000" kern="1200">
          <a:solidFill>
            <a:schemeClr val="tx1"/>
          </a:solidFill>
          <a:latin typeface="+mn-lt"/>
          <a:ea typeface="+mn-ea"/>
          <a:cs typeface="+mn-cs"/>
        </a:defRPr>
      </a:lvl8pPr>
      <a:lvl9pPr marL="4155905" algn="l" defTabSz="1038977" rtl="0" eaLnBrk="1" latinLnBrk="0" hangingPunct="1">
        <a:defRPr kumimoji="1"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 name="正方形/長方形 1"/>
          <p:cNvSpPr/>
          <p:nvPr userDrawn="1"/>
        </p:nvSpPr>
        <p:spPr bwMode="auto">
          <a:xfrm>
            <a:off x="11369202" y="6777372"/>
            <a:ext cx="822799" cy="82788"/>
          </a:xfrm>
          <a:custGeom>
            <a:avLst/>
            <a:gdLst>
              <a:gd name="connsiteX0" fmla="*/ 0 w 638230"/>
              <a:gd name="connsiteY0" fmla="*/ 0 h 300806"/>
              <a:gd name="connsiteX1" fmla="*/ 638230 w 638230"/>
              <a:gd name="connsiteY1" fmla="*/ 0 h 300806"/>
              <a:gd name="connsiteX2" fmla="*/ 638230 w 638230"/>
              <a:gd name="connsiteY2" fmla="*/ 300806 h 300806"/>
              <a:gd name="connsiteX3" fmla="*/ 0 w 638230"/>
              <a:gd name="connsiteY3" fmla="*/ 300806 h 300806"/>
              <a:gd name="connsiteX4" fmla="*/ 0 w 638230"/>
              <a:gd name="connsiteY4" fmla="*/ 0 h 300806"/>
              <a:gd name="connsiteX0" fmla="*/ 444500 w 1082730"/>
              <a:gd name="connsiteY0" fmla="*/ 0 h 307156"/>
              <a:gd name="connsiteX1" fmla="*/ 1082730 w 1082730"/>
              <a:gd name="connsiteY1" fmla="*/ 0 h 307156"/>
              <a:gd name="connsiteX2" fmla="*/ 1082730 w 1082730"/>
              <a:gd name="connsiteY2" fmla="*/ 300806 h 307156"/>
              <a:gd name="connsiteX3" fmla="*/ 0 w 1082730"/>
              <a:gd name="connsiteY3" fmla="*/ 307156 h 307156"/>
              <a:gd name="connsiteX4" fmla="*/ 444500 w 1082730"/>
              <a:gd name="connsiteY4" fmla="*/ 0 h 307156"/>
              <a:gd name="connsiteX0" fmla="*/ 444500 w 1082730"/>
              <a:gd name="connsiteY0" fmla="*/ 0 h 304775"/>
              <a:gd name="connsiteX1" fmla="*/ 1082730 w 1082730"/>
              <a:gd name="connsiteY1" fmla="*/ 0 h 304775"/>
              <a:gd name="connsiteX2" fmla="*/ 1082730 w 1082730"/>
              <a:gd name="connsiteY2" fmla="*/ 300806 h 304775"/>
              <a:gd name="connsiteX3" fmla="*/ 0 w 1082730"/>
              <a:gd name="connsiteY3" fmla="*/ 304775 h 304775"/>
              <a:gd name="connsiteX4" fmla="*/ 444500 w 1082730"/>
              <a:gd name="connsiteY4" fmla="*/ 0 h 304775"/>
              <a:gd name="connsiteX0" fmla="*/ 256381 w 894611"/>
              <a:gd name="connsiteY0" fmla="*/ 0 h 304775"/>
              <a:gd name="connsiteX1" fmla="*/ 894611 w 894611"/>
              <a:gd name="connsiteY1" fmla="*/ 0 h 304775"/>
              <a:gd name="connsiteX2" fmla="*/ 894611 w 894611"/>
              <a:gd name="connsiteY2" fmla="*/ 300806 h 304775"/>
              <a:gd name="connsiteX3" fmla="*/ 0 w 894611"/>
              <a:gd name="connsiteY3" fmla="*/ 304775 h 304775"/>
              <a:gd name="connsiteX4" fmla="*/ 256381 w 894611"/>
              <a:gd name="connsiteY4" fmla="*/ 0 h 304775"/>
              <a:gd name="connsiteX0" fmla="*/ 256381 w 894611"/>
              <a:gd name="connsiteY0" fmla="*/ 0 h 302394"/>
              <a:gd name="connsiteX1" fmla="*/ 894611 w 894611"/>
              <a:gd name="connsiteY1" fmla="*/ 0 h 302394"/>
              <a:gd name="connsiteX2" fmla="*/ 894611 w 894611"/>
              <a:gd name="connsiteY2" fmla="*/ 300806 h 302394"/>
              <a:gd name="connsiteX3" fmla="*/ 0 w 894611"/>
              <a:gd name="connsiteY3" fmla="*/ 302394 h 302394"/>
              <a:gd name="connsiteX4" fmla="*/ 256381 w 894611"/>
              <a:gd name="connsiteY4" fmla="*/ 0 h 302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4611" h="302394">
                <a:moveTo>
                  <a:pt x="256381" y="0"/>
                </a:moveTo>
                <a:lnTo>
                  <a:pt x="894611" y="0"/>
                </a:lnTo>
                <a:lnTo>
                  <a:pt x="894611" y="300806"/>
                </a:lnTo>
                <a:lnTo>
                  <a:pt x="0" y="302394"/>
                </a:lnTo>
                <a:lnTo>
                  <a:pt x="256381" y="0"/>
                </a:lnTo>
                <a:close/>
              </a:path>
            </a:pathLst>
          </a:custGeom>
          <a:solidFill>
            <a:schemeClr val="accent1"/>
          </a:solidFill>
          <a:ln w="12700" cap="flat" cmpd="sng" algn="ctr">
            <a:noFill/>
            <a:prstDash val="solid"/>
            <a:round/>
            <a:headEnd type="none" w="med" len="med"/>
            <a:tailEnd type="none" w="med" len="med"/>
          </a:ln>
          <a:effectLst/>
        </p:spPr>
        <p:txBody>
          <a:bodyPr lIns="88592" tIns="0" rIns="143963" bIns="35991" rtlCol="0" anchor="b"/>
          <a:lstStyle/>
          <a:p>
            <a:pPr marL="421914" indent="-421914" algn="r">
              <a:spcBef>
                <a:spcPct val="20000"/>
              </a:spcBef>
              <a:buClr>
                <a:srgbClr val="3333CC"/>
              </a:buClr>
              <a:buSzPct val="60000"/>
            </a:pPr>
            <a:fld id="{0BA4766F-B861-4789-9A2B-EEFCF1DB78C3}" type="slidenum">
              <a:rPr kumimoji="1" lang="ja-JP" altLang="en-US" sz="1000" b="1" i="1" kern="0" cap="none" spc="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Arial Rounded MT Bold" panose="020F0704030504030204" pitchFamily="34" charset="0"/>
                <a:ea typeface="Meiryo UI" panose="020B0604030504040204" pitchFamily="50" charset="-128"/>
                <a:cs typeface="Aharoni" panose="020B0604020202020204" pitchFamily="2" charset="-79"/>
              </a:rPr>
              <a:pPr marL="421914" indent="-421914" algn="r">
                <a:spcBef>
                  <a:spcPct val="20000"/>
                </a:spcBef>
                <a:buClr>
                  <a:srgbClr val="3333CC"/>
                </a:buClr>
                <a:buSzPct val="60000"/>
              </a:pPr>
              <a:t>‹#›</a:t>
            </a:fld>
            <a:endParaRPr kumimoji="1" lang="ja-JP" altLang="en-US" sz="1000" b="1" i="1" kern="0"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Arial Rounded MT Bold" panose="020F0704030504030204" pitchFamily="34" charset="0"/>
              <a:ea typeface="Meiryo UI" panose="020B0604030504040204" pitchFamily="50" charset="-128"/>
              <a:cs typeface="Aharoni" panose="020B0604020202020204" pitchFamily="2" charset="-79"/>
            </a:endParaRPr>
          </a:p>
        </p:txBody>
      </p:sp>
      <p:pic>
        <p:nvPicPr>
          <p:cNvPr id="6" name="図 5">
            <a:extLst>
              <a:ext uri="{FF2B5EF4-FFF2-40B4-BE49-F238E27FC236}">
                <a16:creationId xmlns:a16="http://schemas.microsoft.com/office/drawing/2014/main" id="{A783DCF9-AA0F-406A-93C9-5724FBF2CE12}"/>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6608160"/>
            <a:ext cx="835346" cy="252000"/>
          </a:xfrm>
          <a:prstGeom prst="rect">
            <a:avLst/>
          </a:prstGeom>
          <a:ln>
            <a:noFill/>
          </a:ln>
        </p:spPr>
      </p:pic>
    </p:spTree>
    <p:extLst>
      <p:ext uri="{BB962C8B-B14F-4D97-AF65-F5344CB8AC3E}">
        <p14:creationId xmlns:p14="http://schemas.microsoft.com/office/powerpoint/2010/main" val="927269766"/>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 id="2147483818" r:id="rId12"/>
  </p:sldLayoutIdLst>
  <p:hf sldNum="0" hdr="0" ftr="0"/>
  <p:txStyles>
    <p:titleStyle>
      <a:lvl1pPr algn="l" defTabSz="1177846" rtl="0" eaLnBrk="1" fontAlgn="base" hangingPunct="1">
        <a:spcBef>
          <a:spcPct val="0"/>
        </a:spcBef>
        <a:spcAft>
          <a:spcPct val="0"/>
        </a:spcAft>
        <a:defRPr kumimoji="1" sz="3199">
          <a:solidFill>
            <a:srgbClr val="000066"/>
          </a:solidFill>
          <a:latin typeface="+mj-lt"/>
          <a:ea typeface="+mj-ea"/>
          <a:cs typeface="メイリオ" pitchFamily="50" charset="-128"/>
        </a:defRPr>
      </a:lvl1pPr>
      <a:lvl2pPr algn="l" defTabSz="1177846" rtl="0" eaLnBrk="1" fontAlgn="base" hangingPunct="1">
        <a:spcBef>
          <a:spcPct val="0"/>
        </a:spcBef>
        <a:spcAft>
          <a:spcPct val="0"/>
        </a:spcAft>
        <a:defRPr kumimoji="1" sz="3199">
          <a:solidFill>
            <a:srgbClr val="000066"/>
          </a:solidFill>
          <a:latin typeface="メイリオ" pitchFamily="50" charset="-128"/>
          <a:ea typeface="メイリオ" pitchFamily="50" charset="-128"/>
          <a:cs typeface="メイリオ" pitchFamily="50" charset="-128"/>
        </a:defRPr>
      </a:lvl2pPr>
      <a:lvl3pPr algn="l" defTabSz="1177846" rtl="0" eaLnBrk="1" fontAlgn="base" hangingPunct="1">
        <a:spcBef>
          <a:spcPct val="0"/>
        </a:spcBef>
        <a:spcAft>
          <a:spcPct val="0"/>
        </a:spcAft>
        <a:defRPr kumimoji="1" sz="3199">
          <a:solidFill>
            <a:srgbClr val="000066"/>
          </a:solidFill>
          <a:latin typeface="メイリオ" pitchFamily="50" charset="-128"/>
          <a:ea typeface="メイリオ" pitchFamily="50" charset="-128"/>
          <a:cs typeface="メイリオ" pitchFamily="50" charset="-128"/>
        </a:defRPr>
      </a:lvl3pPr>
      <a:lvl4pPr algn="l" defTabSz="1177846" rtl="0" eaLnBrk="1" fontAlgn="base" hangingPunct="1">
        <a:spcBef>
          <a:spcPct val="0"/>
        </a:spcBef>
        <a:spcAft>
          <a:spcPct val="0"/>
        </a:spcAft>
        <a:defRPr kumimoji="1" sz="3199">
          <a:solidFill>
            <a:srgbClr val="000066"/>
          </a:solidFill>
          <a:latin typeface="メイリオ" pitchFamily="50" charset="-128"/>
          <a:ea typeface="メイリオ" pitchFamily="50" charset="-128"/>
          <a:cs typeface="メイリオ" pitchFamily="50" charset="-128"/>
        </a:defRPr>
      </a:lvl4pPr>
      <a:lvl5pPr algn="l" defTabSz="1177846" rtl="0" eaLnBrk="1" fontAlgn="base" hangingPunct="1">
        <a:spcBef>
          <a:spcPct val="0"/>
        </a:spcBef>
        <a:spcAft>
          <a:spcPct val="0"/>
        </a:spcAft>
        <a:defRPr kumimoji="1" sz="3199">
          <a:solidFill>
            <a:srgbClr val="000066"/>
          </a:solidFill>
          <a:latin typeface="メイリオ" pitchFamily="50" charset="-128"/>
          <a:ea typeface="メイリオ" pitchFamily="50" charset="-128"/>
          <a:cs typeface="メイリオ" pitchFamily="50" charset="-128"/>
        </a:defRPr>
      </a:lvl5pPr>
      <a:lvl6pPr marL="562553" algn="l" defTabSz="1177846" rtl="0" eaLnBrk="1" fontAlgn="base" hangingPunct="1">
        <a:spcBef>
          <a:spcPct val="0"/>
        </a:spcBef>
        <a:spcAft>
          <a:spcPct val="0"/>
        </a:spcAft>
        <a:defRPr kumimoji="1" sz="3199">
          <a:solidFill>
            <a:srgbClr val="000066"/>
          </a:solidFill>
          <a:latin typeface="HGP創英角ｺﾞｼｯｸUB" pitchFamily="50" charset="-128"/>
          <a:ea typeface="HGP創英角ｺﾞｼｯｸUB" pitchFamily="50" charset="-128"/>
        </a:defRPr>
      </a:lvl6pPr>
      <a:lvl7pPr marL="1125106" algn="l" defTabSz="1177846" rtl="0" eaLnBrk="1" fontAlgn="base" hangingPunct="1">
        <a:spcBef>
          <a:spcPct val="0"/>
        </a:spcBef>
        <a:spcAft>
          <a:spcPct val="0"/>
        </a:spcAft>
        <a:defRPr kumimoji="1" sz="3199">
          <a:solidFill>
            <a:srgbClr val="000066"/>
          </a:solidFill>
          <a:latin typeface="HGP創英角ｺﾞｼｯｸUB" pitchFamily="50" charset="-128"/>
          <a:ea typeface="HGP創英角ｺﾞｼｯｸUB" pitchFamily="50" charset="-128"/>
        </a:defRPr>
      </a:lvl7pPr>
      <a:lvl8pPr marL="1687659" algn="l" defTabSz="1177846" rtl="0" eaLnBrk="1" fontAlgn="base" hangingPunct="1">
        <a:spcBef>
          <a:spcPct val="0"/>
        </a:spcBef>
        <a:spcAft>
          <a:spcPct val="0"/>
        </a:spcAft>
        <a:defRPr kumimoji="1" sz="3199">
          <a:solidFill>
            <a:srgbClr val="000066"/>
          </a:solidFill>
          <a:latin typeface="HGP創英角ｺﾞｼｯｸUB" pitchFamily="50" charset="-128"/>
          <a:ea typeface="HGP創英角ｺﾞｼｯｸUB" pitchFamily="50" charset="-128"/>
        </a:defRPr>
      </a:lvl8pPr>
      <a:lvl9pPr marL="2250212" algn="l" defTabSz="1177846" rtl="0" eaLnBrk="1" fontAlgn="base" hangingPunct="1">
        <a:spcBef>
          <a:spcPct val="0"/>
        </a:spcBef>
        <a:spcAft>
          <a:spcPct val="0"/>
        </a:spcAft>
        <a:defRPr kumimoji="1" sz="3199">
          <a:solidFill>
            <a:srgbClr val="000066"/>
          </a:solidFill>
          <a:latin typeface="HGP創英角ｺﾞｼｯｸUB" pitchFamily="50" charset="-128"/>
          <a:ea typeface="HGP創英角ｺﾞｼｯｸUB" pitchFamily="50" charset="-128"/>
        </a:defRPr>
      </a:lvl9pPr>
    </p:titleStyle>
    <p:bodyStyle>
      <a:lvl1pPr marL="421914" indent="-421914" algn="l" defTabSz="1177846" rtl="0" eaLnBrk="1" fontAlgn="base" hangingPunct="1">
        <a:spcBef>
          <a:spcPct val="20000"/>
        </a:spcBef>
        <a:spcAft>
          <a:spcPct val="0"/>
        </a:spcAft>
        <a:defRPr kumimoji="1" sz="2953">
          <a:solidFill>
            <a:schemeClr val="tx2"/>
          </a:solidFill>
          <a:latin typeface="メイリオ" pitchFamily="50" charset="-128"/>
          <a:ea typeface="メイリオ" pitchFamily="50" charset="-128"/>
          <a:cs typeface="メイリオ" pitchFamily="50" charset="-128"/>
        </a:defRPr>
      </a:lvl1pPr>
      <a:lvl2pPr marL="1031348" indent="-369176" algn="l" defTabSz="1177846" rtl="0" eaLnBrk="1" fontAlgn="base" hangingPunct="1">
        <a:spcBef>
          <a:spcPct val="20000"/>
        </a:spcBef>
        <a:spcAft>
          <a:spcPct val="0"/>
        </a:spcAft>
        <a:buFont typeface="Wingdings" pitchFamily="2" charset="2"/>
        <a:buChar char="ü"/>
        <a:defRPr kumimoji="1" sz="2707">
          <a:solidFill>
            <a:schemeClr val="tx2"/>
          </a:solidFill>
          <a:latin typeface="メイリオ" pitchFamily="50" charset="-128"/>
          <a:ea typeface="メイリオ" pitchFamily="50" charset="-128"/>
          <a:cs typeface="メイリオ" pitchFamily="50" charset="-128"/>
        </a:defRPr>
      </a:lvl2pPr>
      <a:lvl3pPr marL="1547021" indent="-294950" algn="l" defTabSz="1177846" rtl="0" eaLnBrk="1" fontAlgn="base" hangingPunct="1">
        <a:spcBef>
          <a:spcPct val="20000"/>
        </a:spcBef>
        <a:spcAft>
          <a:spcPct val="0"/>
        </a:spcAft>
        <a:buFont typeface="HGPｺﾞｼｯｸE" pitchFamily="50" charset="-128"/>
        <a:buChar char="－"/>
        <a:defRPr kumimoji="1" sz="2461">
          <a:solidFill>
            <a:schemeClr val="tx2"/>
          </a:solidFill>
          <a:latin typeface="メイリオ" pitchFamily="50" charset="-128"/>
          <a:ea typeface="メイリオ" pitchFamily="50" charset="-128"/>
          <a:cs typeface="メイリオ" pitchFamily="50" charset="-128"/>
        </a:defRPr>
      </a:lvl3pPr>
      <a:lvl4pPr marL="2062694" indent="-294950" algn="l" defTabSz="1177846" rtl="0" eaLnBrk="1" fontAlgn="base" hangingPunct="1">
        <a:spcBef>
          <a:spcPct val="20000"/>
        </a:spcBef>
        <a:spcAft>
          <a:spcPct val="0"/>
        </a:spcAft>
        <a:buFont typeface="Wingdings" pitchFamily="2" charset="2"/>
        <a:buChar char="Ø"/>
        <a:defRPr kumimoji="1">
          <a:solidFill>
            <a:schemeClr val="tx2"/>
          </a:solidFill>
          <a:latin typeface="メイリオ" pitchFamily="50" charset="-128"/>
          <a:ea typeface="メイリオ" pitchFamily="50" charset="-128"/>
          <a:cs typeface="メイリオ" pitchFamily="50" charset="-128"/>
        </a:defRPr>
      </a:lvl4pPr>
      <a:lvl5pPr marL="2652593" indent="-294950" algn="l" defTabSz="1177846" rtl="0" eaLnBrk="1" fontAlgn="base" hangingPunct="1">
        <a:spcBef>
          <a:spcPct val="20000"/>
        </a:spcBef>
        <a:spcAft>
          <a:spcPct val="0"/>
        </a:spcAft>
        <a:buFont typeface="Wingdings" pitchFamily="2" charset="2"/>
        <a:buChar char="p"/>
        <a:defRPr kumimoji="1" sz="1968">
          <a:solidFill>
            <a:schemeClr val="tx2"/>
          </a:solidFill>
          <a:latin typeface="メイリオ" pitchFamily="50" charset="-128"/>
          <a:ea typeface="メイリオ" pitchFamily="50" charset="-128"/>
          <a:cs typeface="メイリオ" pitchFamily="50" charset="-128"/>
        </a:defRPr>
      </a:lvl5pPr>
      <a:lvl6pPr marL="3215146" indent="-294950" algn="l" defTabSz="1177846" rtl="0" eaLnBrk="1" fontAlgn="base" hangingPunct="1">
        <a:spcBef>
          <a:spcPct val="20000"/>
        </a:spcBef>
        <a:spcAft>
          <a:spcPct val="0"/>
        </a:spcAft>
        <a:buFont typeface="Wingdings" pitchFamily="2" charset="2"/>
        <a:buChar char="p"/>
        <a:defRPr kumimoji="1" sz="1968">
          <a:solidFill>
            <a:srgbClr val="000066"/>
          </a:solidFill>
          <a:latin typeface="+mn-lt"/>
          <a:ea typeface="+mn-ea"/>
        </a:defRPr>
      </a:lvl6pPr>
      <a:lvl7pPr marL="3777699" indent="-294950" algn="l" defTabSz="1177846" rtl="0" eaLnBrk="1" fontAlgn="base" hangingPunct="1">
        <a:spcBef>
          <a:spcPct val="20000"/>
        </a:spcBef>
        <a:spcAft>
          <a:spcPct val="0"/>
        </a:spcAft>
        <a:buFont typeface="Wingdings" pitchFamily="2" charset="2"/>
        <a:buChar char="p"/>
        <a:defRPr kumimoji="1" sz="1968">
          <a:solidFill>
            <a:srgbClr val="000066"/>
          </a:solidFill>
          <a:latin typeface="+mn-lt"/>
          <a:ea typeface="+mn-ea"/>
        </a:defRPr>
      </a:lvl7pPr>
      <a:lvl8pPr marL="4340253" indent="-294950" algn="l" defTabSz="1177846" rtl="0" eaLnBrk="1" fontAlgn="base" hangingPunct="1">
        <a:spcBef>
          <a:spcPct val="20000"/>
        </a:spcBef>
        <a:spcAft>
          <a:spcPct val="0"/>
        </a:spcAft>
        <a:buFont typeface="Wingdings" pitchFamily="2" charset="2"/>
        <a:buChar char="p"/>
        <a:defRPr kumimoji="1" sz="1968">
          <a:solidFill>
            <a:srgbClr val="000066"/>
          </a:solidFill>
          <a:latin typeface="+mn-lt"/>
          <a:ea typeface="+mn-ea"/>
        </a:defRPr>
      </a:lvl8pPr>
      <a:lvl9pPr marL="4902805" indent="-294950" algn="l" defTabSz="1177846" rtl="0" eaLnBrk="1" fontAlgn="base" hangingPunct="1">
        <a:spcBef>
          <a:spcPct val="20000"/>
        </a:spcBef>
        <a:spcAft>
          <a:spcPct val="0"/>
        </a:spcAft>
        <a:buFont typeface="Wingdings" pitchFamily="2" charset="2"/>
        <a:buChar char="p"/>
        <a:defRPr kumimoji="1" sz="1968">
          <a:solidFill>
            <a:srgbClr val="000066"/>
          </a:solidFill>
          <a:latin typeface="+mn-lt"/>
          <a:ea typeface="+mn-ea"/>
        </a:defRPr>
      </a:lvl9pPr>
    </p:bodyStyle>
    <p:otherStyle>
      <a:defPPr>
        <a:defRPr lang="ja-JP"/>
      </a:defPPr>
      <a:lvl1pPr marL="0" algn="l" defTabSz="1125106" rtl="0" eaLnBrk="1" latinLnBrk="0" hangingPunct="1">
        <a:defRPr kumimoji="1" sz="2214" kern="1200">
          <a:solidFill>
            <a:schemeClr val="tx1"/>
          </a:solidFill>
          <a:latin typeface="+mn-lt"/>
          <a:ea typeface="+mn-ea"/>
          <a:cs typeface="+mn-cs"/>
        </a:defRPr>
      </a:lvl1pPr>
      <a:lvl2pPr marL="562553" algn="l" defTabSz="1125106" rtl="0" eaLnBrk="1" latinLnBrk="0" hangingPunct="1">
        <a:defRPr kumimoji="1" sz="2214" kern="1200">
          <a:solidFill>
            <a:schemeClr val="tx1"/>
          </a:solidFill>
          <a:latin typeface="+mn-lt"/>
          <a:ea typeface="+mn-ea"/>
          <a:cs typeface="+mn-cs"/>
        </a:defRPr>
      </a:lvl2pPr>
      <a:lvl3pPr marL="1125106" algn="l" defTabSz="1125106" rtl="0" eaLnBrk="1" latinLnBrk="0" hangingPunct="1">
        <a:defRPr kumimoji="1" sz="2214" kern="1200">
          <a:solidFill>
            <a:schemeClr val="tx1"/>
          </a:solidFill>
          <a:latin typeface="+mn-lt"/>
          <a:ea typeface="+mn-ea"/>
          <a:cs typeface="+mn-cs"/>
        </a:defRPr>
      </a:lvl3pPr>
      <a:lvl4pPr marL="1687659" algn="l" defTabSz="1125106" rtl="0" eaLnBrk="1" latinLnBrk="0" hangingPunct="1">
        <a:defRPr kumimoji="1" sz="2214" kern="1200">
          <a:solidFill>
            <a:schemeClr val="tx1"/>
          </a:solidFill>
          <a:latin typeface="+mn-lt"/>
          <a:ea typeface="+mn-ea"/>
          <a:cs typeface="+mn-cs"/>
        </a:defRPr>
      </a:lvl4pPr>
      <a:lvl5pPr marL="2250212" algn="l" defTabSz="1125106" rtl="0" eaLnBrk="1" latinLnBrk="0" hangingPunct="1">
        <a:defRPr kumimoji="1" sz="2214" kern="1200">
          <a:solidFill>
            <a:schemeClr val="tx1"/>
          </a:solidFill>
          <a:latin typeface="+mn-lt"/>
          <a:ea typeface="+mn-ea"/>
          <a:cs typeface="+mn-cs"/>
        </a:defRPr>
      </a:lvl5pPr>
      <a:lvl6pPr marL="2812765" algn="l" defTabSz="1125106" rtl="0" eaLnBrk="1" latinLnBrk="0" hangingPunct="1">
        <a:defRPr kumimoji="1" sz="2214" kern="1200">
          <a:solidFill>
            <a:schemeClr val="tx1"/>
          </a:solidFill>
          <a:latin typeface="+mn-lt"/>
          <a:ea typeface="+mn-ea"/>
          <a:cs typeface="+mn-cs"/>
        </a:defRPr>
      </a:lvl6pPr>
      <a:lvl7pPr marL="3375318" algn="l" defTabSz="1125106" rtl="0" eaLnBrk="1" latinLnBrk="0" hangingPunct="1">
        <a:defRPr kumimoji="1" sz="2214" kern="1200">
          <a:solidFill>
            <a:schemeClr val="tx1"/>
          </a:solidFill>
          <a:latin typeface="+mn-lt"/>
          <a:ea typeface="+mn-ea"/>
          <a:cs typeface="+mn-cs"/>
        </a:defRPr>
      </a:lvl7pPr>
      <a:lvl8pPr marL="3937870" algn="l" defTabSz="1125106" rtl="0" eaLnBrk="1" latinLnBrk="0" hangingPunct="1">
        <a:defRPr kumimoji="1" sz="2214" kern="1200">
          <a:solidFill>
            <a:schemeClr val="tx1"/>
          </a:solidFill>
          <a:latin typeface="+mn-lt"/>
          <a:ea typeface="+mn-ea"/>
          <a:cs typeface="+mn-cs"/>
        </a:defRPr>
      </a:lvl8pPr>
      <a:lvl9pPr marL="4500423" algn="l" defTabSz="1125106" rtl="0" eaLnBrk="1" latinLnBrk="0" hangingPunct="1">
        <a:defRPr kumimoji="1" sz="22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335361" y="1633366"/>
            <a:ext cx="11349508" cy="2443706"/>
          </a:xfrm>
        </p:spPr>
        <p:txBody>
          <a:bodyPr/>
          <a:lstStyle/>
          <a:p>
            <a:pPr lvl="0">
              <a:spcBef>
                <a:spcPct val="20000"/>
              </a:spcBef>
            </a:pPr>
            <a:r>
              <a:rPr lang="en-US" altLang="ja-JP" sz="3600" b="1" dirty="0">
                <a:solidFill>
                  <a:srgbClr val="FFFFFF"/>
                </a:solidFill>
                <a:latin typeface="+mj-lt"/>
                <a:cs typeface="+mn-cs"/>
              </a:rPr>
              <a:t>MDM</a:t>
            </a:r>
            <a:r>
              <a:rPr lang="ja-JP" altLang="en-US" sz="3600" b="1" dirty="0">
                <a:solidFill>
                  <a:srgbClr val="FFFFFF"/>
                </a:solidFill>
                <a:latin typeface="+mj-lt"/>
                <a:cs typeface="+mn-cs"/>
              </a:rPr>
              <a:t>領域支援</a:t>
            </a:r>
          </a:p>
        </p:txBody>
      </p:sp>
      <p:pic>
        <p:nvPicPr>
          <p:cNvPr id="4" name="図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3558" y="44624"/>
            <a:ext cx="2717319" cy="720080"/>
          </a:xfrm>
          <a:prstGeom prst="rect">
            <a:avLst/>
          </a:prstGeom>
        </p:spPr>
      </p:pic>
      <p:sp>
        <p:nvSpPr>
          <p:cNvPr id="6" name="テキスト ボックス 5"/>
          <p:cNvSpPr txBox="1"/>
          <p:nvPr/>
        </p:nvSpPr>
        <p:spPr>
          <a:xfrm>
            <a:off x="3736012" y="4101073"/>
            <a:ext cx="4719989" cy="451460"/>
          </a:xfrm>
          <a:prstGeom prst="rect">
            <a:avLst/>
          </a:prstGeom>
          <a:noFill/>
        </p:spPr>
        <p:txBody>
          <a:bodyPr wrap="none" lIns="81333" tIns="40667" rIns="81333" bIns="40667" rtlCol="0">
            <a:spAutoFit/>
          </a:bodyPr>
          <a:lstStyle/>
          <a:p>
            <a:pPr algn="ctr"/>
            <a:r>
              <a:rPr lang="ja-JP" altLang="en-US" sz="2400" dirty="0">
                <a:solidFill>
                  <a:schemeClr val="bg1"/>
                </a:solidFill>
                <a:latin typeface="+mj-ea"/>
                <a:ea typeface="+mj-ea"/>
                <a:cs typeface="メイリオ" panose="020B0604030504040204" pitchFamily="50" charset="-128"/>
              </a:rPr>
              <a:t>伊藤忠テクノソリューションズ株式会社</a:t>
            </a:r>
            <a:endParaRPr lang="en-US" altLang="ja-JP" sz="2400" dirty="0">
              <a:solidFill>
                <a:schemeClr val="bg1"/>
              </a:solidFill>
              <a:latin typeface="+mj-ea"/>
              <a:ea typeface="+mj-ea"/>
              <a:cs typeface="メイリオ" panose="020B0604030504040204" pitchFamily="50" charset="-128"/>
            </a:endParaRPr>
          </a:p>
        </p:txBody>
      </p:sp>
      <p:sp>
        <p:nvSpPr>
          <p:cNvPr id="5" name="Rectangle 2"/>
          <p:cNvSpPr txBox="1">
            <a:spLocks noChangeArrowheads="1"/>
          </p:cNvSpPr>
          <p:nvPr/>
        </p:nvSpPr>
        <p:spPr>
          <a:xfrm>
            <a:off x="287358" y="1"/>
            <a:ext cx="7248805" cy="1412777"/>
          </a:xfrm>
          <a:prstGeom prst="rect">
            <a:avLst/>
          </a:prstGeom>
        </p:spPr>
        <p:txBody>
          <a:bodyPr vert="horz" lIns="0" tIns="0" rIns="0" bIns="0" rtlCol="0" anchor="ctr">
            <a:noAutofit/>
          </a:bodyPr>
          <a:lstStyle>
            <a:lvl1pPr algn="ctr" defTabSz="779252" rtl="0" eaLnBrk="1" latinLnBrk="0" hangingPunct="1">
              <a:spcBef>
                <a:spcPct val="0"/>
              </a:spcBef>
              <a:buNone/>
              <a:defRPr kumimoji="1" sz="2200" kern="1200">
                <a:solidFill>
                  <a:schemeClr val="tx1"/>
                </a:solidFill>
                <a:latin typeface="メイリオ" pitchFamily="50" charset="-128"/>
                <a:ea typeface="メイリオ" pitchFamily="50" charset="-128"/>
                <a:cs typeface="メイリオ" pitchFamily="50" charset="-128"/>
              </a:defRPr>
            </a:lvl1pPr>
          </a:lstStyle>
          <a:p>
            <a:pPr algn="l">
              <a:spcBef>
                <a:spcPct val="20000"/>
              </a:spcBef>
            </a:pPr>
            <a:r>
              <a:rPr lang="ja-JP" altLang="en-US" sz="2800" dirty="0">
                <a:solidFill>
                  <a:srgbClr val="FFFFFF"/>
                </a:solidFill>
                <a:latin typeface="+mj-lt"/>
                <a:ea typeface="Yu Gothic UI" panose="020B0500000000000000" pitchFamily="50" charset="-128"/>
                <a:cs typeface="+mn-cs"/>
              </a:rPr>
              <a:t>トヨタ自動車株式会社 御中</a:t>
            </a:r>
          </a:p>
        </p:txBody>
      </p:sp>
      <p:sp>
        <p:nvSpPr>
          <p:cNvPr id="7" name="テキスト ボックス 6"/>
          <p:cNvSpPr txBox="1"/>
          <p:nvPr/>
        </p:nvSpPr>
        <p:spPr>
          <a:xfrm>
            <a:off x="4837144" y="3429000"/>
            <a:ext cx="2345942" cy="410360"/>
          </a:xfrm>
          <a:prstGeom prst="rect">
            <a:avLst/>
          </a:prstGeom>
          <a:noFill/>
        </p:spPr>
        <p:txBody>
          <a:bodyPr wrap="none" lIns="81333" tIns="40667" rIns="81333" bIns="40667" rtlCol="0">
            <a:spAutoFit/>
          </a:bodyPr>
          <a:lstStyle/>
          <a:p>
            <a:pPr algn="ctr"/>
            <a:r>
              <a:rPr lang="en-US" altLang="ja-JP" sz="2133" dirty="0">
                <a:solidFill>
                  <a:schemeClr val="bg1"/>
                </a:solidFill>
                <a:latin typeface="+mj-lt"/>
                <a:ea typeface="Yu Gothic UI" panose="020B0500000000000000" pitchFamily="50" charset="-128"/>
                <a:cs typeface="メイリオ" panose="020B0604030504040204" pitchFamily="50" charset="-128"/>
              </a:rPr>
              <a:t>2025</a:t>
            </a:r>
            <a:r>
              <a:rPr lang="ja-JP" altLang="en-US" sz="2133" dirty="0">
                <a:solidFill>
                  <a:schemeClr val="bg1"/>
                </a:solidFill>
                <a:latin typeface="+mj-lt"/>
                <a:ea typeface="Yu Gothic UI" panose="020B0500000000000000" pitchFamily="50" charset="-128"/>
                <a:cs typeface="メイリオ" panose="020B0604030504040204" pitchFamily="50" charset="-128"/>
              </a:rPr>
              <a:t>年</a:t>
            </a:r>
            <a:r>
              <a:rPr lang="en-US" altLang="ja-JP" sz="2133" dirty="0">
                <a:solidFill>
                  <a:schemeClr val="bg1"/>
                </a:solidFill>
                <a:latin typeface="+mj-lt"/>
                <a:ea typeface="Yu Gothic UI" panose="020B0500000000000000" pitchFamily="50" charset="-128"/>
                <a:cs typeface="メイリオ" panose="020B0604030504040204" pitchFamily="50" charset="-128"/>
              </a:rPr>
              <a:t>12</a:t>
            </a:r>
            <a:r>
              <a:rPr lang="ja-JP" altLang="en-US" sz="2133" dirty="0">
                <a:solidFill>
                  <a:schemeClr val="bg1"/>
                </a:solidFill>
                <a:latin typeface="+mj-lt"/>
                <a:ea typeface="Yu Gothic UI" panose="020B0500000000000000" pitchFamily="50" charset="-128"/>
                <a:cs typeface="メイリオ" panose="020B0604030504040204" pitchFamily="50" charset="-128"/>
              </a:rPr>
              <a:t>月</a:t>
            </a:r>
            <a:r>
              <a:rPr lang="en-US" altLang="ja-JP" sz="2133" dirty="0">
                <a:solidFill>
                  <a:schemeClr val="bg1"/>
                </a:solidFill>
                <a:latin typeface="+mj-lt"/>
                <a:ea typeface="Yu Gothic UI" panose="020B0500000000000000" pitchFamily="50" charset="-128"/>
                <a:cs typeface="メイリオ" panose="020B0604030504040204" pitchFamily="50" charset="-128"/>
              </a:rPr>
              <a:t>12</a:t>
            </a:r>
            <a:r>
              <a:rPr lang="ja-JP" altLang="en-US" sz="2133" dirty="0">
                <a:solidFill>
                  <a:schemeClr val="bg1"/>
                </a:solidFill>
                <a:latin typeface="+mj-lt"/>
                <a:ea typeface="Yu Gothic UI" panose="020B0500000000000000" pitchFamily="50" charset="-128"/>
                <a:cs typeface="メイリオ" panose="020B0604030504040204" pitchFamily="50" charset="-128"/>
              </a:rPr>
              <a:t>日</a:t>
            </a:r>
            <a:endParaRPr lang="en-US" altLang="ja-JP" sz="2133" dirty="0">
              <a:solidFill>
                <a:schemeClr val="bg1"/>
              </a:solidFill>
              <a:latin typeface="+mj-lt"/>
              <a:ea typeface="Yu Gothic UI" panose="020B0500000000000000" pitchFamily="50" charset="-128"/>
              <a:cs typeface="メイリオ" panose="020B0604030504040204" pitchFamily="50" charset="-128"/>
            </a:endParaRPr>
          </a:p>
        </p:txBody>
      </p:sp>
    </p:spTree>
    <p:extLst>
      <p:ext uri="{BB962C8B-B14F-4D97-AF65-F5344CB8AC3E}">
        <p14:creationId xmlns:p14="http://schemas.microsoft.com/office/powerpoint/2010/main" val="533749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9D2B5-8777-6074-295E-39EFCFC87F81}"/>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8A08D2B-9CD7-2280-B0C9-E680A73B9A58}"/>
              </a:ext>
            </a:extLst>
          </p:cNvPr>
          <p:cNvSpPr>
            <a:spLocks noGrp="1"/>
          </p:cNvSpPr>
          <p:nvPr>
            <p:ph type="body" sz="quarter" idx="12"/>
          </p:nvPr>
        </p:nvSpPr>
        <p:spPr/>
        <p:txBody>
          <a:bodyPr/>
          <a:lstStyle/>
          <a:p>
            <a:r>
              <a:rPr kumimoji="1" lang="ja-JP" altLang="en-US" sz="2800" dirty="0"/>
              <a:t>ご提案概要</a:t>
            </a:r>
          </a:p>
        </p:txBody>
      </p:sp>
      <p:sp>
        <p:nvSpPr>
          <p:cNvPr id="6" name="コンテンツ プレースホルダー 2">
            <a:extLst>
              <a:ext uri="{FF2B5EF4-FFF2-40B4-BE49-F238E27FC236}">
                <a16:creationId xmlns:a16="http://schemas.microsoft.com/office/drawing/2014/main" id="{7B595550-DD36-A2EE-B50D-B8471BDEBB75}"/>
              </a:ext>
            </a:extLst>
          </p:cNvPr>
          <p:cNvSpPr>
            <a:spLocks noGrp="1"/>
          </p:cNvSpPr>
          <p:nvPr/>
        </p:nvSpPr>
        <p:spPr bwMode="auto">
          <a:xfrm>
            <a:off x="447674" y="836712"/>
            <a:ext cx="11408966" cy="10198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Blip>
                <a:blip r:embed="rId2"/>
              </a:buBlip>
              <a:defRPr kumimoji="1" b="0">
                <a:solidFill>
                  <a:schemeClr val="tx2"/>
                </a:solidFill>
                <a:effectLst/>
                <a:latin typeface="Calibri" panose="020F0502020204030204" pitchFamily="34" charset="0"/>
                <a:ea typeface="+mn-ea"/>
                <a:cs typeface="Arial" pitchFamily="34" charset="0"/>
              </a:defRPr>
            </a:lvl1pPr>
            <a:lvl2pPr marL="742950" indent="-285750" algn="l" rtl="0" eaLnBrk="0" fontAlgn="base" hangingPunct="0">
              <a:spcBef>
                <a:spcPct val="20000"/>
              </a:spcBef>
              <a:spcAft>
                <a:spcPct val="0"/>
              </a:spcAft>
              <a:buClr>
                <a:srgbClr val="3000C8"/>
              </a:buClr>
              <a:buFont typeface="Wingdings" pitchFamily="2" charset="2"/>
              <a:buChar char="u"/>
              <a:defRPr kumimoji="1" sz="1600" b="0">
                <a:solidFill>
                  <a:schemeClr val="tx2"/>
                </a:solidFill>
                <a:effectLst/>
                <a:latin typeface="Calibri" panose="020F0502020204030204" pitchFamily="34" charset="0"/>
                <a:ea typeface="+mn-ea"/>
                <a:cs typeface="Arial" pitchFamily="34" charset="0"/>
              </a:defRPr>
            </a:lvl2pPr>
            <a:lvl3pPr marL="1143000" indent="-228600" algn="l" rtl="0" eaLnBrk="0" fontAlgn="base" hangingPunct="0">
              <a:spcBef>
                <a:spcPct val="20000"/>
              </a:spcBef>
              <a:spcAft>
                <a:spcPct val="0"/>
              </a:spcAft>
              <a:buClr>
                <a:schemeClr val="hlink"/>
              </a:buClr>
              <a:buChar char="•"/>
              <a:defRPr kumimoji="1" sz="1400" b="0">
                <a:solidFill>
                  <a:schemeClr val="tx2"/>
                </a:solidFill>
                <a:effectLst/>
                <a:latin typeface="Calibri" panose="020F0502020204030204" pitchFamily="34" charset="0"/>
                <a:ea typeface="+mn-ea"/>
                <a:cs typeface="Arial" pitchFamily="34" charset="0"/>
              </a:defRPr>
            </a:lvl3pPr>
            <a:lvl4pPr marL="1600200" indent="-228600" algn="l" rtl="0" eaLnBrk="0" fontAlgn="base" hangingPunct="0">
              <a:spcBef>
                <a:spcPct val="20000"/>
              </a:spcBef>
              <a:spcAft>
                <a:spcPct val="0"/>
              </a:spcAft>
              <a:buClr>
                <a:schemeClr val="tx1"/>
              </a:buClr>
              <a:buChar char="•"/>
              <a:defRPr kumimoji="1" sz="1200" b="0">
                <a:solidFill>
                  <a:schemeClr val="tx2"/>
                </a:solidFill>
                <a:effectLst/>
                <a:latin typeface="Calibri" panose="020F0502020204030204" pitchFamily="34" charset="0"/>
                <a:ea typeface="+mn-ea"/>
                <a:cs typeface="Arial" pitchFamily="34" charset="0"/>
              </a:defRPr>
            </a:lvl4pPr>
            <a:lvl5pPr marL="2057400" indent="-228600" algn="l" rtl="0" eaLnBrk="0" fontAlgn="base" hangingPunct="0">
              <a:spcBef>
                <a:spcPct val="20000"/>
              </a:spcBef>
              <a:spcAft>
                <a:spcPct val="0"/>
              </a:spcAft>
              <a:buClr>
                <a:schemeClr val="hlink"/>
              </a:buClr>
              <a:buChar char="•"/>
              <a:defRPr kumimoji="1" sz="1200" b="0">
                <a:solidFill>
                  <a:schemeClr val="tx2"/>
                </a:solidFill>
                <a:effectLst/>
                <a:latin typeface="Calibri" panose="020F0502020204030204" pitchFamily="34" charset="0"/>
                <a:ea typeface="+mn-ea"/>
                <a:cs typeface="Arial" pitchFamily="34" charset="0"/>
              </a:defRPr>
            </a:lvl5pPr>
            <a:lvl6pPr marL="2514600" indent="-228600" algn="l" rtl="0" fontAlgn="base">
              <a:spcBef>
                <a:spcPct val="20000"/>
              </a:spcBef>
              <a:spcAft>
                <a:spcPct val="0"/>
              </a:spcAft>
              <a:buClr>
                <a:schemeClr val="hlink"/>
              </a:buClr>
              <a:buChar char="•"/>
              <a:defRPr kumimoji="1" sz="1200" b="1">
                <a:solidFill>
                  <a:srgbClr val="000000"/>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lr>
                <a:schemeClr val="hlink"/>
              </a:buClr>
              <a:buChar char="•"/>
              <a:defRPr kumimoji="1" sz="1200" b="1">
                <a:solidFill>
                  <a:srgbClr val="000000"/>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lr>
                <a:schemeClr val="hlink"/>
              </a:buClr>
              <a:buChar char="•"/>
              <a:defRPr kumimoji="1" sz="1200" b="1">
                <a:solidFill>
                  <a:srgbClr val="000000"/>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lr>
                <a:schemeClr val="hlink"/>
              </a:buClr>
              <a:buChar char="•"/>
              <a:defRPr kumimoji="1" sz="1200" b="1">
                <a:solidFill>
                  <a:srgbClr val="000000"/>
                </a:solidFill>
                <a:effectLst>
                  <a:outerShdw blurRad="38100" dist="38100" dir="2700000" algn="tl">
                    <a:srgbClr val="C0C0C0"/>
                  </a:outerShdw>
                </a:effectLst>
                <a:latin typeface="+mn-lt"/>
                <a:ea typeface="+mn-ea"/>
              </a:defRPr>
            </a:lvl9pPr>
          </a:lstStyle>
          <a:p>
            <a:pPr defTabSz="914400">
              <a:buClr>
                <a:srgbClr val="FF8119"/>
              </a:buClr>
              <a:defRPr/>
            </a:pPr>
            <a:r>
              <a:rPr lang="ja-JP" altLang="en-US" sz="1800" kern="0" dirty="0">
                <a:solidFill>
                  <a:srgbClr val="000000"/>
                </a:solidFill>
                <a:latin typeface="+mn-ea"/>
              </a:rPr>
              <a:t>ご提案概要</a:t>
            </a:r>
            <a:endParaRPr lang="ja-JP" altLang="en-US" sz="600" kern="0" dirty="0">
              <a:solidFill>
                <a:srgbClr val="000000"/>
              </a:solidFill>
              <a:latin typeface="+mn-ea"/>
            </a:endParaRPr>
          </a:p>
          <a:p>
            <a:pPr lvl="1" defTabSz="914400">
              <a:buClr>
                <a:srgbClr val="0000FF"/>
              </a:buClr>
              <a:defRPr/>
            </a:pPr>
            <a:r>
              <a:rPr lang="ja-JP" altLang="en-US" sz="1800" kern="0" dirty="0">
                <a:solidFill>
                  <a:srgbClr val="000000"/>
                </a:solidFill>
                <a:latin typeface="+mn-ea"/>
              </a:rPr>
              <a:t>トヨタ自動車様の</a:t>
            </a:r>
            <a:r>
              <a:rPr lang="en-US" altLang="ja-JP" sz="1800" kern="0" dirty="0">
                <a:solidFill>
                  <a:srgbClr val="000000"/>
                </a:solidFill>
                <a:latin typeface="+mn-ea"/>
              </a:rPr>
              <a:t>MDM</a:t>
            </a:r>
            <a:r>
              <a:rPr lang="ja-JP" altLang="en-US" sz="1800" kern="0" dirty="0">
                <a:solidFill>
                  <a:srgbClr val="000000"/>
                </a:solidFill>
                <a:latin typeface="+mn-ea"/>
              </a:rPr>
              <a:t>領域で予定されている</a:t>
            </a:r>
            <a:r>
              <a:rPr lang="en-US" altLang="ja-JP" sz="1800" kern="0" dirty="0">
                <a:solidFill>
                  <a:srgbClr val="000000"/>
                </a:solidFill>
                <a:latin typeface="+mn-ea"/>
              </a:rPr>
              <a:t>Informatica</a:t>
            </a:r>
            <a:r>
              <a:rPr lang="ja-JP" altLang="en-US" sz="1800" kern="0" dirty="0">
                <a:solidFill>
                  <a:srgbClr val="000000"/>
                </a:solidFill>
                <a:latin typeface="+mn-ea"/>
              </a:rPr>
              <a:t>の</a:t>
            </a:r>
            <a:r>
              <a:rPr lang="en-US" altLang="ja-JP" sz="1800" kern="0" dirty="0">
                <a:solidFill>
                  <a:srgbClr val="000000"/>
                </a:solidFill>
                <a:latin typeface="+mn-ea"/>
              </a:rPr>
              <a:t>PoC</a:t>
            </a:r>
            <a:r>
              <a:rPr lang="ja-JP" altLang="en-US" sz="1800" kern="0" dirty="0">
                <a:solidFill>
                  <a:srgbClr val="000000"/>
                </a:solidFill>
                <a:latin typeface="+mn-ea"/>
              </a:rPr>
              <a:t>において、</a:t>
            </a:r>
            <a:r>
              <a:rPr lang="en-US" altLang="ja-JP" sz="1800" kern="0" dirty="0">
                <a:solidFill>
                  <a:srgbClr val="000000"/>
                </a:solidFill>
                <a:latin typeface="+mn-ea"/>
              </a:rPr>
              <a:t>Informatica</a:t>
            </a:r>
            <a:r>
              <a:rPr lang="ja-JP" altLang="en-US" sz="1800" kern="0" dirty="0">
                <a:solidFill>
                  <a:srgbClr val="000000"/>
                </a:solidFill>
                <a:latin typeface="+mn-ea"/>
              </a:rPr>
              <a:t>社と協力の上、</a:t>
            </a:r>
            <a:br>
              <a:rPr lang="en-US" altLang="ja-JP" sz="1800" kern="0" dirty="0">
                <a:solidFill>
                  <a:srgbClr val="000000"/>
                </a:solidFill>
                <a:latin typeface="+mn-ea"/>
              </a:rPr>
            </a:br>
            <a:r>
              <a:rPr lang="ja-JP" altLang="en-US" sz="1800" kern="0" dirty="0">
                <a:solidFill>
                  <a:srgbClr val="000000"/>
                </a:solidFill>
                <a:latin typeface="+mn-ea"/>
              </a:rPr>
              <a:t>環境構築、データモデリング、</a:t>
            </a:r>
            <a:r>
              <a:rPr lang="en-US" altLang="ja-JP" sz="1800" kern="0" dirty="0">
                <a:solidFill>
                  <a:srgbClr val="000000"/>
                </a:solidFill>
                <a:latin typeface="+mn-ea"/>
              </a:rPr>
              <a:t>MDM</a:t>
            </a:r>
            <a:r>
              <a:rPr lang="ja-JP" altLang="en-US" sz="1800" kern="0" dirty="0">
                <a:solidFill>
                  <a:srgbClr val="000000"/>
                </a:solidFill>
                <a:latin typeface="+mn-ea"/>
              </a:rPr>
              <a:t>教育などのご支援をさせていただきたい。</a:t>
            </a:r>
            <a:endParaRPr lang="en-US" altLang="ja-JP" sz="1800" kern="0" dirty="0">
              <a:solidFill>
                <a:srgbClr val="000000"/>
              </a:solidFill>
              <a:latin typeface="+mn-ea"/>
            </a:endParaRPr>
          </a:p>
        </p:txBody>
      </p:sp>
      <p:sp>
        <p:nvSpPr>
          <p:cNvPr id="25" name="Text Box 6">
            <a:extLst>
              <a:ext uri="{FF2B5EF4-FFF2-40B4-BE49-F238E27FC236}">
                <a16:creationId xmlns:a16="http://schemas.microsoft.com/office/drawing/2014/main" id="{09CB3EAD-E533-AB64-9DB9-46A2A073FC10}"/>
              </a:ext>
            </a:extLst>
          </p:cNvPr>
          <p:cNvSpPr txBox="1">
            <a:spLocks noChangeArrowheads="1"/>
          </p:cNvSpPr>
          <p:nvPr/>
        </p:nvSpPr>
        <p:spPr bwMode="auto">
          <a:xfrm>
            <a:off x="659396" y="2471409"/>
            <a:ext cx="4392488" cy="207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63500" dir="3187806" algn="ctr" rotWithShape="0">
                    <a:schemeClr val="bg2"/>
                  </a:outerShdw>
                </a:effectLst>
              </a14:hiddenEffects>
            </a:ext>
          </a:extLst>
        </p:spPr>
        <p:txBody>
          <a:bodyPr wrap="square" lIns="90000" tIns="46800" rIns="90000" bIns="46800">
            <a:noAutofit/>
          </a:bodyPr>
          <a:lstStyle>
            <a:lvl1pPr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1pPr>
            <a:lvl2pPr marL="742950" indent="-285750"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2pPr>
            <a:lvl3pPr marL="1143000" indent="-228600"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3pPr>
            <a:lvl4pPr marL="1600200" indent="-228600"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4pPr>
            <a:lvl5pPr marL="2057400" indent="-228600" algn="ctr">
              <a:lnSpc>
                <a:spcPct val="95000"/>
              </a:lnSpc>
              <a:spcBef>
                <a:spcPct val="15000"/>
              </a:spcBef>
              <a:defRPr sz="1200">
                <a:solidFill>
                  <a:schemeClr val="tx2"/>
                </a:solidFill>
                <a:latin typeface="Arial" panose="020B0604020202020204" pitchFamily="34" charset="0"/>
                <a:ea typeface="ＭＳ Ｐゴシック" panose="020B0600070205080204" pitchFamily="50" charset="-128"/>
              </a:defRPr>
            </a:lvl5pPr>
            <a:lvl6pPr marL="2514600" indent="-228600" algn="ctr" eaLnBrk="0" fontAlgn="base" hangingPunct="0">
              <a:lnSpc>
                <a:spcPct val="95000"/>
              </a:lnSpc>
              <a:spcBef>
                <a:spcPct val="15000"/>
              </a:spcBef>
              <a:spcAft>
                <a:spcPct val="0"/>
              </a:spcAft>
              <a:defRPr sz="1200">
                <a:solidFill>
                  <a:schemeClr val="tx2"/>
                </a:solidFill>
                <a:latin typeface="Arial" panose="020B0604020202020204" pitchFamily="34" charset="0"/>
                <a:ea typeface="ＭＳ Ｐゴシック" panose="020B0600070205080204" pitchFamily="50" charset="-128"/>
              </a:defRPr>
            </a:lvl6pPr>
            <a:lvl7pPr marL="2971800" indent="-228600" algn="ctr" eaLnBrk="0" fontAlgn="base" hangingPunct="0">
              <a:lnSpc>
                <a:spcPct val="95000"/>
              </a:lnSpc>
              <a:spcBef>
                <a:spcPct val="15000"/>
              </a:spcBef>
              <a:spcAft>
                <a:spcPct val="0"/>
              </a:spcAft>
              <a:defRPr sz="1200">
                <a:solidFill>
                  <a:schemeClr val="tx2"/>
                </a:solidFill>
                <a:latin typeface="Arial" panose="020B0604020202020204" pitchFamily="34" charset="0"/>
                <a:ea typeface="ＭＳ Ｐゴシック" panose="020B0600070205080204" pitchFamily="50" charset="-128"/>
              </a:defRPr>
            </a:lvl7pPr>
            <a:lvl8pPr marL="3429000" indent="-228600" algn="ctr" eaLnBrk="0" fontAlgn="base" hangingPunct="0">
              <a:lnSpc>
                <a:spcPct val="95000"/>
              </a:lnSpc>
              <a:spcBef>
                <a:spcPct val="15000"/>
              </a:spcBef>
              <a:spcAft>
                <a:spcPct val="0"/>
              </a:spcAft>
              <a:defRPr sz="1200">
                <a:solidFill>
                  <a:schemeClr val="tx2"/>
                </a:solidFill>
                <a:latin typeface="Arial" panose="020B0604020202020204" pitchFamily="34" charset="0"/>
                <a:ea typeface="ＭＳ Ｐゴシック" panose="020B0600070205080204" pitchFamily="50" charset="-128"/>
              </a:defRPr>
            </a:lvl8pPr>
            <a:lvl9pPr marL="3886200" indent="-228600" algn="ctr" eaLnBrk="0" fontAlgn="base" hangingPunct="0">
              <a:lnSpc>
                <a:spcPct val="95000"/>
              </a:lnSpc>
              <a:spcBef>
                <a:spcPct val="15000"/>
              </a:spcBef>
              <a:spcAft>
                <a:spcPct val="0"/>
              </a:spcAft>
              <a:defRPr sz="1200">
                <a:solidFill>
                  <a:schemeClr val="tx2"/>
                </a:solidFill>
                <a:latin typeface="Arial" panose="020B0604020202020204" pitchFamily="34" charset="0"/>
                <a:ea typeface="ＭＳ Ｐゴシック" panose="020B0600070205080204" pitchFamily="50" charset="-128"/>
              </a:defRPr>
            </a:lvl9pPr>
          </a:lstStyle>
          <a:p>
            <a:pPr marL="285750" indent="-285750" algn="l">
              <a:buFont typeface="Wingdings" panose="05000000000000000000" pitchFamily="2" charset="2"/>
              <a:buChar char="l"/>
            </a:pP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dirty="0" err="1">
                <a:solidFill>
                  <a:srgbClr val="000000"/>
                </a:solidFill>
                <a:latin typeface="Meiryo UI" panose="020B0604030504040204" pitchFamily="50" charset="-128"/>
                <a:ea typeface="Meiryo UI" panose="020B0604030504040204" pitchFamily="50" charset="-128"/>
                <a:cs typeface="Meiryo UI" panose="020B0604030504040204" pitchFamily="50" charset="-128"/>
              </a:rPr>
              <a:t>Stibo</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TIBCO</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」を先行して検証を実施。</a:t>
            </a:r>
            <a:b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いずれも要件に満たないことが判明。</a:t>
            </a:r>
            <a:endPar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Informatica</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」に関しては上記</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2</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社と比較した場合、</a:t>
            </a:r>
            <a:b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要件への照合率は高い。</a:t>
            </a:r>
            <a:endPar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endParaRPr lang="ja-JP" altLang="en-US"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他候補としては米国「</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Tamr</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」が俎上に上がっているが、</a:t>
            </a:r>
            <a:b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早期に</a:t>
            </a:r>
            <a: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MDM</a:t>
            </a: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領域の取組みを加速させたい。</a:t>
            </a:r>
            <a:endPar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endParaRPr lang="en-US" altLang="ja-JP" sz="8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lgn="l">
              <a:buFont typeface="Wingdings" panose="05000000000000000000" pitchFamily="2" charset="2"/>
              <a:buChar char="l"/>
            </a:pP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当該メーカが日本未進出などのことから、</a:t>
            </a:r>
            <a:br>
              <a:rPr lang="en-US" altLang="ja-JP"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br>
            <a:r>
              <a:rPr lang="ja-JP" altLang="en-US"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積極的に検証を行う判断に至っていない。</a:t>
            </a:r>
          </a:p>
        </p:txBody>
      </p:sp>
      <p:sp>
        <p:nvSpPr>
          <p:cNvPr id="28" name="正方形/長方形 27">
            <a:extLst>
              <a:ext uri="{FF2B5EF4-FFF2-40B4-BE49-F238E27FC236}">
                <a16:creationId xmlns:a16="http://schemas.microsoft.com/office/drawing/2014/main" id="{62499164-2FAC-DE5B-1F49-DD472D75F155}"/>
              </a:ext>
            </a:extLst>
          </p:cNvPr>
          <p:cNvSpPr/>
          <p:nvPr/>
        </p:nvSpPr>
        <p:spPr>
          <a:xfrm>
            <a:off x="5361268" y="2060848"/>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29" name="TextBox 64">
            <a:extLst>
              <a:ext uri="{FF2B5EF4-FFF2-40B4-BE49-F238E27FC236}">
                <a16:creationId xmlns:a16="http://schemas.microsoft.com/office/drawing/2014/main" id="{5783BF9A-04D7-101A-ECFC-A5C78EC92874}"/>
              </a:ext>
            </a:extLst>
          </p:cNvPr>
          <p:cNvSpPr txBox="1">
            <a:spLocks noChangeArrowheads="1"/>
          </p:cNvSpPr>
          <p:nvPr/>
        </p:nvSpPr>
        <p:spPr bwMode="auto">
          <a:xfrm>
            <a:off x="5492637" y="2060848"/>
            <a:ext cx="3543724" cy="338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ja-JP" altLang="en-US" sz="1400" b="1" dirty="0">
                <a:solidFill>
                  <a:srgbClr val="000000"/>
                </a:solidFill>
                <a:latin typeface="Meiryo UI"/>
                <a:ea typeface="Meiryo UI" panose="020B0604030504040204" pitchFamily="50" charset="-128"/>
              </a:rPr>
              <a:t>トヨタ自動車様</a:t>
            </a:r>
            <a:endParaRPr lang="ja-JP" altLang="en-US" sz="1200" dirty="0">
              <a:solidFill>
                <a:srgbClr val="000000"/>
              </a:solidFill>
              <a:latin typeface="Meiryo UI"/>
              <a:ea typeface="Meiryo UI" panose="020B0604030504040204" pitchFamily="50" charset="-128"/>
            </a:endParaRPr>
          </a:p>
        </p:txBody>
      </p:sp>
      <p:sp>
        <p:nvSpPr>
          <p:cNvPr id="30" name="TextBox 64">
            <a:extLst>
              <a:ext uri="{FF2B5EF4-FFF2-40B4-BE49-F238E27FC236}">
                <a16:creationId xmlns:a16="http://schemas.microsoft.com/office/drawing/2014/main" id="{EAFC03BE-E55E-912F-19F3-9FA229B3CAA2}"/>
              </a:ext>
            </a:extLst>
          </p:cNvPr>
          <p:cNvSpPr txBox="1">
            <a:spLocks noChangeArrowheads="1"/>
          </p:cNvSpPr>
          <p:nvPr/>
        </p:nvSpPr>
        <p:spPr bwMode="auto">
          <a:xfrm>
            <a:off x="5483932" y="2399401"/>
            <a:ext cx="5909247" cy="9361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t">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データ図書館によるデータ整備・提供は進んでいる。</a:t>
            </a:r>
            <a:endParaRPr lang="en-US" altLang="ja-JP" sz="1200" dirty="0">
              <a:solidFill>
                <a:srgbClr val="000000"/>
              </a:solidFill>
              <a:latin typeface="Meiryo UI"/>
              <a:ea typeface="Meiryo UI" panose="020B0604030504040204" pitchFamily="50" charset="-128"/>
            </a:endParaRPr>
          </a:p>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マスタデータが一元管理されておらず、課題と捉えている。</a:t>
            </a:r>
            <a:endParaRPr lang="en-US" altLang="ja-JP" sz="1200" dirty="0">
              <a:solidFill>
                <a:srgbClr val="000000"/>
              </a:solidFill>
              <a:latin typeface="Meiryo UI"/>
              <a:ea typeface="Meiryo UI" panose="020B0604030504040204" pitchFamily="50" charset="-128"/>
            </a:endParaRPr>
          </a:p>
          <a:p>
            <a:pPr marL="171450" indent="-171450" defTabSz="815350">
              <a:spcBef>
                <a:spcPts val="600"/>
              </a:spcBef>
              <a:buFont typeface="Wingdings" panose="05000000000000000000" pitchFamily="2" charset="2"/>
              <a:buChar char="l"/>
            </a:pPr>
            <a:r>
              <a:rPr lang="en-US" altLang="ja-JP" sz="1200" dirty="0">
                <a:solidFill>
                  <a:srgbClr val="000000"/>
                </a:solidFill>
                <a:latin typeface="Meiryo UI"/>
                <a:ea typeface="Meiryo UI" panose="020B0604030504040204" pitchFamily="50" charset="-128"/>
              </a:rPr>
              <a:t>MDM</a:t>
            </a:r>
            <a:r>
              <a:rPr lang="ja-JP" altLang="en-US" sz="1200" dirty="0">
                <a:solidFill>
                  <a:srgbClr val="000000"/>
                </a:solidFill>
                <a:latin typeface="Meiryo UI"/>
                <a:ea typeface="Meiryo UI" panose="020B0604030504040204" pitchFamily="50" charset="-128"/>
              </a:rPr>
              <a:t>製品を検証しており、</a:t>
            </a:r>
            <a:r>
              <a:rPr lang="en-US" altLang="ja-JP" sz="1200" dirty="0">
                <a:solidFill>
                  <a:srgbClr val="000000"/>
                </a:solidFill>
                <a:latin typeface="Meiryo UI"/>
                <a:ea typeface="Meiryo UI" panose="020B0604030504040204" pitchFamily="50" charset="-128"/>
              </a:rPr>
              <a:t>10</a:t>
            </a:r>
            <a:r>
              <a:rPr lang="ja-JP" altLang="en-US" sz="1200" dirty="0">
                <a:solidFill>
                  <a:srgbClr val="000000"/>
                </a:solidFill>
                <a:latin typeface="Meiryo UI"/>
                <a:ea typeface="Meiryo UI" panose="020B0604030504040204" pitchFamily="50" charset="-128"/>
              </a:rPr>
              <a:t>月に</a:t>
            </a:r>
            <a:r>
              <a:rPr lang="en-US" altLang="ja-JP" sz="1200" dirty="0">
                <a:solidFill>
                  <a:srgbClr val="000000"/>
                </a:solidFill>
                <a:latin typeface="Meiryo UI"/>
                <a:ea typeface="Meiryo UI" panose="020B0604030504040204" pitchFamily="50" charset="-128"/>
              </a:rPr>
              <a:t>Informatica</a:t>
            </a:r>
            <a:r>
              <a:rPr lang="ja-JP" altLang="en-US" sz="1200" dirty="0">
                <a:solidFill>
                  <a:srgbClr val="000000"/>
                </a:solidFill>
                <a:latin typeface="Meiryo UI"/>
                <a:ea typeface="Meiryo UI" panose="020B0604030504040204" pitchFamily="50" charset="-128"/>
              </a:rPr>
              <a:t>社</a:t>
            </a:r>
            <a:r>
              <a:rPr lang="en-US" altLang="ja-JP" sz="1200" dirty="0">
                <a:solidFill>
                  <a:srgbClr val="000000"/>
                </a:solidFill>
                <a:latin typeface="Meiryo UI"/>
                <a:ea typeface="Meiryo UI" panose="020B0604030504040204" pitchFamily="50" charset="-128"/>
              </a:rPr>
              <a:t>(</a:t>
            </a:r>
            <a:r>
              <a:rPr lang="ja-JP" altLang="en-US" sz="1200" dirty="0">
                <a:solidFill>
                  <a:srgbClr val="000000"/>
                </a:solidFill>
                <a:latin typeface="Meiryo UI"/>
                <a:ea typeface="Meiryo UI" panose="020B0604030504040204" pitchFamily="50" charset="-128"/>
              </a:rPr>
              <a:t>米国</a:t>
            </a:r>
            <a:r>
              <a:rPr lang="en-US" altLang="ja-JP" sz="1200" dirty="0">
                <a:solidFill>
                  <a:srgbClr val="000000"/>
                </a:solidFill>
                <a:latin typeface="Meiryo UI"/>
                <a:ea typeface="Meiryo UI" panose="020B0604030504040204" pitchFamily="50" charset="-128"/>
              </a:rPr>
              <a:t>)</a:t>
            </a:r>
            <a:r>
              <a:rPr lang="ja-JP" altLang="en-US" sz="1200" dirty="0">
                <a:solidFill>
                  <a:srgbClr val="000000"/>
                </a:solidFill>
                <a:latin typeface="Meiryo UI"/>
                <a:ea typeface="Meiryo UI" panose="020B0604030504040204" pitchFamily="50" charset="-128"/>
              </a:rPr>
              <a:t>訪問して意見交換を実施。</a:t>
            </a:r>
          </a:p>
        </p:txBody>
      </p:sp>
      <p:sp>
        <p:nvSpPr>
          <p:cNvPr id="31" name="正方形/長方形 30">
            <a:extLst>
              <a:ext uri="{FF2B5EF4-FFF2-40B4-BE49-F238E27FC236}">
                <a16:creationId xmlns:a16="http://schemas.microsoft.com/office/drawing/2014/main" id="{478095E7-16A9-334A-AE77-937CD4A489AB}"/>
              </a:ext>
            </a:extLst>
          </p:cNvPr>
          <p:cNvSpPr/>
          <p:nvPr/>
        </p:nvSpPr>
        <p:spPr>
          <a:xfrm>
            <a:off x="518966" y="2060848"/>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32" name="TextBox 64">
            <a:extLst>
              <a:ext uri="{FF2B5EF4-FFF2-40B4-BE49-F238E27FC236}">
                <a16:creationId xmlns:a16="http://schemas.microsoft.com/office/drawing/2014/main" id="{F7970C05-7ED8-EDB2-EFD4-A1C11DCDBE47}"/>
              </a:ext>
            </a:extLst>
          </p:cNvPr>
          <p:cNvSpPr txBox="1">
            <a:spLocks noChangeArrowheads="1"/>
          </p:cNvSpPr>
          <p:nvPr/>
        </p:nvSpPr>
        <p:spPr bwMode="auto">
          <a:xfrm>
            <a:off x="650334" y="2060848"/>
            <a:ext cx="4597657" cy="338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ja-JP" altLang="en-US" sz="1400" b="1" dirty="0">
                <a:solidFill>
                  <a:srgbClr val="000000"/>
                </a:solidFill>
                <a:latin typeface="Meiryo UI"/>
                <a:ea typeface="Meiryo UI" panose="020B0604030504040204" pitchFamily="50" charset="-128"/>
              </a:rPr>
              <a:t>これまでの経緯（弊社理解）</a:t>
            </a:r>
            <a:endParaRPr lang="ja-JP" altLang="en-US" sz="1400" dirty="0">
              <a:solidFill>
                <a:srgbClr val="000000"/>
              </a:solidFill>
              <a:latin typeface="Meiryo UI"/>
              <a:ea typeface="Meiryo UI" panose="020B0604030504040204" pitchFamily="50" charset="-128"/>
            </a:endParaRPr>
          </a:p>
        </p:txBody>
      </p:sp>
      <p:sp>
        <p:nvSpPr>
          <p:cNvPr id="34" name="正方形/長方形 33">
            <a:extLst>
              <a:ext uri="{FF2B5EF4-FFF2-40B4-BE49-F238E27FC236}">
                <a16:creationId xmlns:a16="http://schemas.microsoft.com/office/drawing/2014/main" id="{3ABC283A-E953-5B7A-BE7F-9AF2AFDF6215}"/>
              </a:ext>
            </a:extLst>
          </p:cNvPr>
          <p:cNvSpPr/>
          <p:nvPr/>
        </p:nvSpPr>
        <p:spPr>
          <a:xfrm>
            <a:off x="5363571" y="3212976"/>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35" name="TextBox 64">
            <a:extLst>
              <a:ext uri="{FF2B5EF4-FFF2-40B4-BE49-F238E27FC236}">
                <a16:creationId xmlns:a16="http://schemas.microsoft.com/office/drawing/2014/main" id="{7884EA3C-D7F5-83F9-EB46-AE18A5CCC52A}"/>
              </a:ext>
            </a:extLst>
          </p:cNvPr>
          <p:cNvSpPr txBox="1">
            <a:spLocks noChangeArrowheads="1"/>
          </p:cNvSpPr>
          <p:nvPr/>
        </p:nvSpPr>
        <p:spPr bwMode="auto">
          <a:xfrm>
            <a:off x="5494940" y="3212976"/>
            <a:ext cx="3543724" cy="338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ja-JP" altLang="en-US" sz="1400" b="1" dirty="0">
                <a:solidFill>
                  <a:srgbClr val="000000"/>
                </a:solidFill>
                <a:latin typeface="Meiryo UI"/>
                <a:ea typeface="Meiryo UI" panose="020B0604030504040204" pitchFamily="50" charset="-128"/>
              </a:rPr>
              <a:t>データ総研様</a:t>
            </a:r>
            <a:endParaRPr lang="ja-JP" altLang="en-US" sz="1200" dirty="0">
              <a:solidFill>
                <a:srgbClr val="000000"/>
              </a:solidFill>
              <a:latin typeface="Meiryo UI"/>
              <a:ea typeface="Meiryo UI" panose="020B0604030504040204" pitchFamily="50" charset="-128"/>
            </a:endParaRPr>
          </a:p>
        </p:txBody>
      </p:sp>
      <p:sp>
        <p:nvSpPr>
          <p:cNvPr id="36" name="TextBox 64">
            <a:extLst>
              <a:ext uri="{FF2B5EF4-FFF2-40B4-BE49-F238E27FC236}">
                <a16:creationId xmlns:a16="http://schemas.microsoft.com/office/drawing/2014/main" id="{0EEF7F80-C85C-6810-A08E-DC0989BEBB68}"/>
              </a:ext>
            </a:extLst>
          </p:cNvPr>
          <p:cNvSpPr txBox="1">
            <a:spLocks noChangeArrowheads="1"/>
          </p:cNvSpPr>
          <p:nvPr/>
        </p:nvSpPr>
        <p:spPr bwMode="auto">
          <a:xfrm>
            <a:off x="5483931" y="3579177"/>
            <a:ext cx="5909247" cy="338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t">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marL="171450" indent="-171450" defTabSz="815350">
              <a:spcBef>
                <a:spcPts val="600"/>
              </a:spcBef>
              <a:buFont typeface="Wingdings" panose="05000000000000000000" pitchFamily="2" charset="2"/>
              <a:buChar char="l"/>
            </a:pPr>
            <a:r>
              <a:rPr lang="en-US" altLang="ja-JP" sz="1200" dirty="0">
                <a:solidFill>
                  <a:srgbClr val="000000"/>
                </a:solidFill>
                <a:latin typeface="Meiryo UI"/>
                <a:ea typeface="Meiryo UI" panose="020B0604030504040204" pitchFamily="50" charset="-128"/>
              </a:rPr>
              <a:t>DMBOK</a:t>
            </a:r>
            <a:r>
              <a:rPr lang="ja-JP" altLang="en-US" sz="1200" dirty="0">
                <a:solidFill>
                  <a:srgbClr val="000000"/>
                </a:solidFill>
                <a:latin typeface="Meiryo UI"/>
                <a:ea typeface="Meiryo UI" panose="020B0604030504040204" pitchFamily="50" charset="-128"/>
              </a:rPr>
              <a:t>ベースのデータ戦略を策定中。</a:t>
            </a:r>
            <a:endParaRPr lang="en-US" altLang="ja-JP" sz="1200" dirty="0">
              <a:solidFill>
                <a:srgbClr val="000000"/>
              </a:solidFill>
              <a:latin typeface="Meiryo UI"/>
              <a:ea typeface="Meiryo UI" panose="020B0604030504040204" pitchFamily="50" charset="-128"/>
            </a:endParaRPr>
          </a:p>
        </p:txBody>
      </p:sp>
      <p:sp>
        <p:nvSpPr>
          <p:cNvPr id="37" name="正方形/長方形 36">
            <a:extLst>
              <a:ext uri="{FF2B5EF4-FFF2-40B4-BE49-F238E27FC236}">
                <a16:creationId xmlns:a16="http://schemas.microsoft.com/office/drawing/2014/main" id="{E1D2B3E1-22EE-E44F-EE60-4B23B2826252}"/>
              </a:ext>
            </a:extLst>
          </p:cNvPr>
          <p:cNvSpPr/>
          <p:nvPr/>
        </p:nvSpPr>
        <p:spPr>
          <a:xfrm>
            <a:off x="5372277" y="3933056"/>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38" name="TextBox 64">
            <a:extLst>
              <a:ext uri="{FF2B5EF4-FFF2-40B4-BE49-F238E27FC236}">
                <a16:creationId xmlns:a16="http://schemas.microsoft.com/office/drawing/2014/main" id="{09A4A2E9-ADD4-830C-81B4-47EEEB42C94F}"/>
              </a:ext>
            </a:extLst>
          </p:cNvPr>
          <p:cNvSpPr txBox="1">
            <a:spLocks noChangeArrowheads="1"/>
          </p:cNvSpPr>
          <p:nvPr/>
        </p:nvSpPr>
        <p:spPr bwMode="auto">
          <a:xfrm>
            <a:off x="5503646" y="3933056"/>
            <a:ext cx="3543724" cy="338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en-US" altLang="ja-JP" sz="1400" b="1" dirty="0">
                <a:solidFill>
                  <a:srgbClr val="000000"/>
                </a:solidFill>
                <a:latin typeface="Meiryo UI"/>
                <a:ea typeface="Meiryo UI" panose="020B0604030504040204" pitchFamily="50" charset="-128"/>
              </a:rPr>
              <a:t>Informatica</a:t>
            </a:r>
            <a:r>
              <a:rPr lang="ja-JP" altLang="en-US" sz="1400" b="1" dirty="0">
                <a:solidFill>
                  <a:srgbClr val="000000"/>
                </a:solidFill>
                <a:latin typeface="Meiryo UI"/>
                <a:ea typeface="Meiryo UI" panose="020B0604030504040204" pitchFamily="50" charset="-128"/>
              </a:rPr>
              <a:t>様</a:t>
            </a:r>
            <a:endParaRPr lang="ja-JP" altLang="en-US" sz="1200" dirty="0">
              <a:solidFill>
                <a:srgbClr val="000000"/>
              </a:solidFill>
              <a:latin typeface="Meiryo UI"/>
              <a:ea typeface="Meiryo UI" panose="020B0604030504040204" pitchFamily="50" charset="-128"/>
            </a:endParaRPr>
          </a:p>
        </p:txBody>
      </p:sp>
      <p:sp>
        <p:nvSpPr>
          <p:cNvPr id="39" name="TextBox 64">
            <a:extLst>
              <a:ext uri="{FF2B5EF4-FFF2-40B4-BE49-F238E27FC236}">
                <a16:creationId xmlns:a16="http://schemas.microsoft.com/office/drawing/2014/main" id="{9D2104DF-A642-43FB-6850-56A58DB7DB71}"/>
              </a:ext>
            </a:extLst>
          </p:cNvPr>
          <p:cNvSpPr txBox="1">
            <a:spLocks noChangeArrowheads="1"/>
          </p:cNvSpPr>
          <p:nvPr/>
        </p:nvSpPr>
        <p:spPr bwMode="auto">
          <a:xfrm>
            <a:off x="5492637" y="4299257"/>
            <a:ext cx="5909247" cy="338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t">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marL="171450" indent="-171450" defTabSz="815350">
              <a:spcBef>
                <a:spcPts val="600"/>
              </a:spcBef>
              <a:buFont typeface="Wingdings" panose="05000000000000000000" pitchFamily="2" charset="2"/>
              <a:buChar char="l"/>
            </a:pPr>
            <a:r>
              <a:rPr lang="en-US" altLang="ja-JP" sz="1200" dirty="0">
                <a:solidFill>
                  <a:srgbClr val="000000"/>
                </a:solidFill>
                <a:latin typeface="Meiryo UI"/>
                <a:ea typeface="Meiryo UI" panose="020B0604030504040204" pitchFamily="50" charset="-128"/>
              </a:rPr>
              <a:t>Informatica</a:t>
            </a:r>
            <a:r>
              <a:rPr lang="ja-JP" altLang="en-US" sz="1200" dirty="0">
                <a:solidFill>
                  <a:srgbClr val="000000"/>
                </a:solidFill>
                <a:latin typeface="Meiryo UI"/>
                <a:ea typeface="Meiryo UI" panose="020B0604030504040204" pitchFamily="50" charset="-128"/>
              </a:rPr>
              <a:t>の</a:t>
            </a:r>
            <a:r>
              <a:rPr lang="en-US" altLang="ja-JP" sz="1200" dirty="0">
                <a:solidFill>
                  <a:srgbClr val="000000"/>
                </a:solidFill>
                <a:latin typeface="Meiryo UI"/>
                <a:ea typeface="Meiryo UI" panose="020B0604030504040204" pitchFamily="50" charset="-128"/>
              </a:rPr>
              <a:t>PoC</a:t>
            </a:r>
            <a:r>
              <a:rPr lang="ja-JP" altLang="en-US" sz="1200" dirty="0">
                <a:solidFill>
                  <a:srgbClr val="000000"/>
                </a:solidFill>
                <a:latin typeface="Meiryo UI"/>
                <a:ea typeface="Meiryo UI" panose="020B0604030504040204" pitchFamily="50" charset="-128"/>
              </a:rPr>
              <a:t>を支援中。</a:t>
            </a:r>
            <a:endParaRPr lang="en-US" altLang="ja-JP" sz="1200" dirty="0">
              <a:solidFill>
                <a:srgbClr val="000000"/>
              </a:solidFill>
              <a:latin typeface="Meiryo UI"/>
              <a:ea typeface="Meiryo UI" panose="020B0604030504040204" pitchFamily="50" charset="-128"/>
            </a:endParaRPr>
          </a:p>
        </p:txBody>
      </p:sp>
      <p:sp>
        <p:nvSpPr>
          <p:cNvPr id="40" name="正方形/長方形 39">
            <a:extLst>
              <a:ext uri="{FF2B5EF4-FFF2-40B4-BE49-F238E27FC236}">
                <a16:creationId xmlns:a16="http://schemas.microsoft.com/office/drawing/2014/main" id="{4DCA5D8B-6129-8A35-1E2D-5315F0DF0C64}"/>
              </a:ext>
            </a:extLst>
          </p:cNvPr>
          <p:cNvSpPr/>
          <p:nvPr/>
        </p:nvSpPr>
        <p:spPr>
          <a:xfrm>
            <a:off x="5367408" y="5257342"/>
            <a:ext cx="131369" cy="338553"/>
          </a:xfrm>
          <a:prstGeom prst="rect">
            <a:avLst/>
          </a:prstGeom>
          <a:solidFill>
            <a:srgbClr val="7E00FF">
              <a:lumMod val="60000"/>
              <a:lumOff val="40000"/>
            </a:srgbClr>
          </a:solidFill>
          <a:ln w="25400" cap="flat" cmpd="sng" algn="ctr">
            <a:noFill/>
            <a:prstDash val="solid"/>
          </a:ln>
          <a:effectLst/>
        </p:spPr>
        <p:txBody>
          <a:bodyPr rtlCol="0" anchor="ctr"/>
          <a:lstStyle/>
          <a:p>
            <a:pPr marL="0" marR="0" lvl="0" indent="0" algn="ctr" defTabSz="815350" eaLnBrk="1" fontAlgn="auto" latinLnBrk="0" hangingPunct="1">
              <a:lnSpc>
                <a:spcPct val="100000"/>
              </a:lnSpc>
              <a:spcBef>
                <a:spcPts val="0"/>
              </a:spcBef>
              <a:spcAft>
                <a:spcPts val="0"/>
              </a:spcAft>
              <a:buClrTx/>
              <a:buSzTx/>
              <a:buFontTx/>
              <a:buNone/>
              <a:tabLst/>
              <a:defRPr/>
            </a:pPr>
            <a:endParaRPr kumimoji="0" lang="ja-JP" altLang="en-US" sz="1630" b="0" i="0" u="none" strike="noStrike" kern="0" cap="none" spc="0" normalizeH="0" baseline="0" noProof="0">
              <a:ln>
                <a:noFill/>
              </a:ln>
              <a:solidFill>
                <a:srgbClr val="FFFFFF"/>
              </a:solidFill>
              <a:effectLst/>
              <a:uLnTx/>
              <a:uFillTx/>
              <a:latin typeface="Meiryo UI"/>
              <a:ea typeface="Meiryo UI"/>
              <a:cs typeface="+mn-cs"/>
            </a:endParaRPr>
          </a:p>
        </p:txBody>
      </p:sp>
      <p:sp>
        <p:nvSpPr>
          <p:cNvPr id="41" name="TextBox 64">
            <a:extLst>
              <a:ext uri="{FF2B5EF4-FFF2-40B4-BE49-F238E27FC236}">
                <a16:creationId xmlns:a16="http://schemas.microsoft.com/office/drawing/2014/main" id="{78C61484-A5BF-4689-CBC8-973101D3B795}"/>
              </a:ext>
            </a:extLst>
          </p:cNvPr>
          <p:cNvSpPr txBox="1">
            <a:spLocks noChangeArrowheads="1"/>
          </p:cNvSpPr>
          <p:nvPr/>
        </p:nvSpPr>
        <p:spPr bwMode="auto">
          <a:xfrm>
            <a:off x="5498777" y="5257342"/>
            <a:ext cx="3543724" cy="338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ctr">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defTabSz="815350"/>
            <a:r>
              <a:rPr lang="en-US" altLang="ja-JP" sz="1400" b="1" dirty="0">
                <a:solidFill>
                  <a:srgbClr val="000000"/>
                </a:solidFill>
                <a:latin typeface="Meiryo UI"/>
                <a:ea typeface="Meiryo UI" panose="020B0604030504040204" pitchFamily="50" charset="-128"/>
              </a:rPr>
              <a:t>CTC</a:t>
            </a:r>
            <a:endParaRPr lang="ja-JP" altLang="en-US" sz="1200" dirty="0">
              <a:solidFill>
                <a:srgbClr val="000000"/>
              </a:solidFill>
              <a:latin typeface="Meiryo UI"/>
              <a:ea typeface="Meiryo UI" panose="020B0604030504040204" pitchFamily="50" charset="-128"/>
            </a:endParaRPr>
          </a:p>
        </p:txBody>
      </p:sp>
      <p:sp>
        <p:nvSpPr>
          <p:cNvPr id="42" name="TextBox 64">
            <a:extLst>
              <a:ext uri="{FF2B5EF4-FFF2-40B4-BE49-F238E27FC236}">
                <a16:creationId xmlns:a16="http://schemas.microsoft.com/office/drawing/2014/main" id="{634963BD-CA88-6BE1-5DC2-F66CB652AAE7}"/>
              </a:ext>
            </a:extLst>
          </p:cNvPr>
          <p:cNvSpPr txBox="1">
            <a:spLocks noChangeArrowheads="1"/>
          </p:cNvSpPr>
          <p:nvPr/>
        </p:nvSpPr>
        <p:spPr bwMode="auto">
          <a:xfrm>
            <a:off x="5487768" y="5623543"/>
            <a:ext cx="5909247" cy="6497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tIns="0" anchor="t">
            <a:noAutofit/>
          </a:bodyPr>
          <a:lstStyle>
            <a:lvl1pPr>
              <a:defRPr kumimoji="1" sz="1600">
                <a:solidFill>
                  <a:srgbClr val="339933"/>
                </a:solidFill>
                <a:latin typeface="ＨＧｺﾞｼｯｸE-PRO"/>
                <a:ea typeface="ＨＧｺﾞｼｯｸE-PRO"/>
                <a:cs typeface="ＨＧｺﾞｼｯｸE-PRO"/>
              </a:defRPr>
            </a:lvl1pPr>
            <a:lvl2pPr marL="742950" indent="-285750">
              <a:defRPr kumimoji="1" sz="1600">
                <a:solidFill>
                  <a:srgbClr val="339933"/>
                </a:solidFill>
                <a:latin typeface="ＨＧｺﾞｼｯｸE-PRO"/>
                <a:ea typeface="ＨＧｺﾞｼｯｸE-PRO"/>
                <a:cs typeface="ＨＧｺﾞｼｯｸE-PRO"/>
              </a:defRPr>
            </a:lvl2pPr>
            <a:lvl3pPr marL="1143000" indent="-228600">
              <a:defRPr kumimoji="1" sz="1600">
                <a:solidFill>
                  <a:srgbClr val="339933"/>
                </a:solidFill>
                <a:latin typeface="ＨＧｺﾞｼｯｸE-PRO"/>
                <a:ea typeface="ＨＧｺﾞｼｯｸE-PRO"/>
                <a:cs typeface="ＨＧｺﾞｼｯｸE-PRO"/>
              </a:defRPr>
            </a:lvl3pPr>
            <a:lvl4pPr marL="1600200" indent="-228600">
              <a:defRPr kumimoji="1" sz="1600">
                <a:solidFill>
                  <a:srgbClr val="339933"/>
                </a:solidFill>
                <a:latin typeface="ＨＧｺﾞｼｯｸE-PRO"/>
                <a:ea typeface="ＨＧｺﾞｼｯｸE-PRO"/>
                <a:cs typeface="ＨＧｺﾞｼｯｸE-PRO"/>
              </a:defRPr>
            </a:lvl4pPr>
            <a:lvl5pPr marL="2057400" indent="-228600">
              <a:defRPr kumimoji="1" sz="1600">
                <a:solidFill>
                  <a:srgbClr val="339933"/>
                </a:solidFill>
                <a:latin typeface="ＨＧｺﾞｼｯｸE-PRO"/>
                <a:ea typeface="ＨＧｺﾞｼｯｸE-PRO"/>
                <a:cs typeface="ＨＧｺﾞｼｯｸE-PRO"/>
              </a:defRPr>
            </a:lvl5pPr>
            <a:lvl6pPr marL="25146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6pPr>
            <a:lvl7pPr marL="29718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7pPr>
            <a:lvl8pPr marL="34290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8pPr>
            <a:lvl9pPr marL="3886200" indent="-228600" eaLnBrk="0" fontAlgn="base" hangingPunct="0">
              <a:spcBef>
                <a:spcPct val="0"/>
              </a:spcBef>
              <a:spcAft>
                <a:spcPct val="0"/>
              </a:spcAft>
              <a:defRPr kumimoji="1" sz="1600">
                <a:solidFill>
                  <a:srgbClr val="339933"/>
                </a:solidFill>
                <a:latin typeface="ＨＧｺﾞｼｯｸE-PRO"/>
                <a:ea typeface="ＨＧｺﾞｼｯｸE-PRO"/>
                <a:cs typeface="ＨＧｺﾞｼｯｸE-PRO"/>
              </a:defRPr>
            </a:lvl9pPr>
          </a:lstStyle>
          <a:p>
            <a:pPr marL="171450" indent="-171450" defTabSz="815350">
              <a:spcBef>
                <a:spcPts val="600"/>
              </a:spcBef>
              <a:buFont typeface="Wingdings" panose="05000000000000000000" pitchFamily="2" charset="2"/>
              <a:buChar char="l"/>
            </a:pPr>
            <a:r>
              <a:rPr lang="en-US" altLang="ja-JP" sz="1200" dirty="0">
                <a:solidFill>
                  <a:srgbClr val="000000"/>
                </a:solidFill>
                <a:latin typeface="Meiryo UI"/>
                <a:ea typeface="Meiryo UI" panose="020B0604030504040204" pitchFamily="50" charset="-128"/>
              </a:rPr>
              <a:t>Informatica</a:t>
            </a:r>
            <a:r>
              <a:rPr lang="ja-JP" altLang="en-US" sz="1200" dirty="0">
                <a:solidFill>
                  <a:srgbClr val="000000"/>
                </a:solidFill>
                <a:latin typeface="Meiryo UI"/>
                <a:ea typeface="Meiryo UI" panose="020B0604030504040204" pitchFamily="50" charset="-128"/>
              </a:rPr>
              <a:t>の環境構築</a:t>
            </a:r>
            <a:endParaRPr lang="en-US" altLang="ja-JP" sz="1200" dirty="0">
              <a:solidFill>
                <a:srgbClr val="000000"/>
              </a:solidFill>
              <a:latin typeface="Meiryo UI"/>
              <a:ea typeface="Meiryo UI" panose="020B0604030504040204" pitchFamily="50" charset="-128"/>
            </a:endParaRPr>
          </a:p>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データ総研様のデータ戦略に従ったデータモデリング・業務設計</a:t>
            </a:r>
            <a:endParaRPr lang="en-US" altLang="ja-JP" sz="1200" dirty="0">
              <a:solidFill>
                <a:srgbClr val="000000"/>
              </a:solidFill>
              <a:latin typeface="Meiryo UI"/>
              <a:ea typeface="Meiryo UI" panose="020B0604030504040204" pitchFamily="50" charset="-128"/>
            </a:endParaRPr>
          </a:p>
          <a:p>
            <a:pPr marL="171450" indent="-171450" defTabSz="815350">
              <a:spcBef>
                <a:spcPts val="600"/>
              </a:spcBef>
              <a:buFont typeface="Wingdings" panose="05000000000000000000" pitchFamily="2" charset="2"/>
              <a:buChar char="l"/>
            </a:pPr>
            <a:r>
              <a:rPr lang="ja-JP" altLang="en-US" sz="1200" dirty="0">
                <a:solidFill>
                  <a:srgbClr val="000000"/>
                </a:solidFill>
                <a:latin typeface="Meiryo UI"/>
                <a:ea typeface="Meiryo UI" panose="020B0604030504040204" pitchFamily="50" charset="-128"/>
              </a:rPr>
              <a:t>・・・その他柔軟にご対応</a:t>
            </a:r>
            <a:endParaRPr lang="en-US" altLang="ja-JP" sz="1200" dirty="0">
              <a:solidFill>
                <a:srgbClr val="000000"/>
              </a:solidFill>
              <a:latin typeface="Meiryo UI"/>
              <a:ea typeface="Meiryo UI" panose="020B0604030504040204" pitchFamily="50" charset="-128"/>
            </a:endParaRPr>
          </a:p>
        </p:txBody>
      </p:sp>
      <p:sp>
        <p:nvSpPr>
          <p:cNvPr id="43" name="加算記号 42">
            <a:extLst>
              <a:ext uri="{FF2B5EF4-FFF2-40B4-BE49-F238E27FC236}">
                <a16:creationId xmlns:a16="http://schemas.microsoft.com/office/drawing/2014/main" id="{13393412-79F4-61D0-E8E4-2EFA47EB390F}"/>
              </a:ext>
            </a:extLst>
          </p:cNvPr>
          <p:cNvSpPr/>
          <p:nvPr/>
        </p:nvSpPr>
        <p:spPr>
          <a:xfrm>
            <a:off x="8363294" y="4509120"/>
            <a:ext cx="684076" cy="612068"/>
          </a:xfrm>
          <a:prstGeom prst="mathPlus">
            <a:avLst/>
          </a:prstGeom>
          <a:solidFill>
            <a:schemeClr val="tx2">
              <a:lumMod val="40000"/>
              <a:lumOff val="60000"/>
            </a:schemeClr>
          </a:solidFill>
          <a:ln w="31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83BA1D1E-4973-8C1D-4A03-ED8652059D9F}"/>
              </a:ext>
            </a:extLst>
          </p:cNvPr>
          <p:cNvSpPr/>
          <p:nvPr/>
        </p:nvSpPr>
        <p:spPr>
          <a:xfrm>
            <a:off x="5247990" y="5193196"/>
            <a:ext cx="6716661" cy="1260140"/>
          </a:xfrm>
          <a:prstGeom prst="rect">
            <a:avLst/>
          </a:prstGeom>
          <a:ln w="19050">
            <a:solidFill>
              <a:schemeClr val="bg2">
                <a:lumMod val="50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5" name="吹き出し: 折線 44">
            <a:extLst>
              <a:ext uri="{FF2B5EF4-FFF2-40B4-BE49-F238E27FC236}">
                <a16:creationId xmlns:a16="http://schemas.microsoft.com/office/drawing/2014/main" id="{070B7E13-2860-A87F-5AD2-1B8E7067F017}"/>
              </a:ext>
            </a:extLst>
          </p:cNvPr>
          <p:cNvSpPr/>
          <p:nvPr/>
        </p:nvSpPr>
        <p:spPr>
          <a:xfrm>
            <a:off x="2423592" y="5157193"/>
            <a:ext cx="1548172" cy="288032"/>
          </a:xfrm>
          <a:prstGeom prst="borderCallout2">
            <a:avLst>
              <a:gd name="adj1" fmla="val 15051"/>
              <a:gd name="adj2" fmla="val 107871"/>
              <a:gd name="adj3" fmla="val 15050"/>
              <a:gd name="adj4" fmla="val 132282"/>
              <a:gd name="adj5" fmla="val 94002"/>
              <a:gd name="adj6" fmla="val 169768"/>
            </a:avLst>
          </a:prstGeom>
          <a:solidFill>
            <a:srgbClr val="FFFFCC"/>
          </a:solidFill>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ja-JP" altLang="en-US" sz="1600" dirty="0">
                <a:solidFill>
                  <a:srgbClr val="FF0000"/>
                </a:solidFill>
              </a:rPr>
              <a:t>ご提案範囲</a:t>
            </a:r>
          </a:p>
        </p:txBody>
      </p:sp>
    </p:spTree>
    <p:extLst>
      <p:ext uri="{BB962C8B-B14F-4D97-AF65-F5344CB8AC3E}">
        <p14:creationId xmlns:p14="http://schemas.microsoft.com/office/powerpoint/2010/main" val="3354001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グループ化 10">
            <a:extLst>
              <a:ext uri="{FF2B5EF4-FFF2-40B4-BE49-F238E27FC236}">
                <a16:creationId xmlns:a16="http://schemas.microsoft.com/office/drawing/2014/main" id="{B362577C-7019-4D8A-5D8F-CB3AC2E84434}"/>
              </a:ext>
            </a:extLst>
          </p:cNvPr>
          <p:cNvGrpSpPr/>
          <p:nvPr/>
        </p:nvGrpSpPr>
        <p:grpSpPr>
          <a:xfrm>
            <a:off x="3035660" y="1592796"/>
            <a:ext cx="6336704" cy="4608512"/>
            <a:chOff x="4439816" y="1088740"/>
            <a:chExt cx="3204356" cy="2164254"/>
          </a:xfrm>
        </p:grpSpPr>
        <p:sp>
          <p:nvSpPr>
            <p:cNvPr id="12" name="Rectangle 7">
              <a:extLst>
                <a:ext uri="{FF2B5EF4-FFF2-40B4-BE49-F238E27FC236}">
                  <a16:creationId xmlns:a16="http://schemas.microsoft.com/office/drawing/2014/main" id="{6C94C30E-DBF6-5EC3-D9CA-6F4759B6DFC9}"/>
                </a:ext>
              </a:extLst>
            </p:cNvPr>
            <p:cNvSpPr>
              <a:spLocks noChangeArrowheads="1"/>
            </p:cNvSpPr>
            <p:nvPr/>
          </p:nvSpPr>
          <p:spPr bwMode="auto">
            <a:xfrm>
              <a:off x="4439816" y="1250005"/>
              <a:ext cx="3204356" cy="2002989"/>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13" name="Rectangle 34">
              <a:extLst>
                <a:ext uri="{FF2B5EF4-FFF2-40B4-BE49-F238E27FC236}">
                  <a16:creationId xmlns:a16="http://schemas.microsoft.com/office/drawing/2014/main" id="{758BF01B-710A-3E9E-9843-77289165AEAE}"/>
                </a:ext>
              </a:extLst>
            </p:cNvPr>
            <p:cNvSpPr>
              <a:spLocks noChangeArrowheads="1"/>
            </p:cNvSpPr>
            <p:nvPr/>
          </p:nvSpPr>
          <p:spPr bwMode="auto">
            <a:xfrm>
              <a:off x="4439816" y="1088740"/>
              <a:ext cx="3204356" cy="172086"/>
            </a:xfrm>
            <a:prstGeom prst="rect">
              <a:avLst/>
            </a:prstGeom>
            <a:solidFill>
              <a:schemeClr val="tx2">
                <a:lumMod val="20000"/>
                <a:lumOff val="80000"/>
              </a:schemeClr>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CTC</a:t>
              </a: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sp>
        <p:nvSpPr>
          <p:cNvPr id="48" name="Rectangle 34">
            <a:extLst>
              <a:ext uri="{FF2B5EF4-FFF2-40B4-BE49-F238E27FC236}">
                <a16:creationId xmlns:a16="http://schemas.microsoft.com/office/drawing/2014/main" id="{2C8F27C4-3E04-4590-A9F0-2BAF0D095449}"/>
              </a:ext>
            </a:extLst>
          </p:cNvPr>
          <p:cNvSpPr>
            <a:spLocks noChangeArrowheads="1"/>
          </p:cNvSpPr>
          <p:nvPr/>
        </p:nvSpPr>
        <p:spPr bwMode="auto">
          <a:xfrm>
            <a:off x="3359696" y="2157832"/>
            <a:ext cx="1691820"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PJ</a:t>
            </a: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責任者</a:t>
            </a:r>
          </a:p>
        </p:txBody>
      </p:sp>
      <p:sp>
        <p:nvSpPr>
          <p:cNvPr id="49" name="Rectangle 7">
            <a:extLst>
              <a:ext uri="{FF2B5EF4-FFF2-40B4-BE49-F238E27FC236}">
                <a16:creationId xmlns:a16="http://schemas.microsoft.com/office/drawing/2014/main" id="{15D729B2-FEE0-4A39-8870-2E6C705B3D93}"/>
              </a:ext>
            </a:extLst>
          </p:cNvPr>
          <p:cNvSpPr>
            <a:spLocks noChangeArrowheads="1"/>
          </p:cNvSpPr>
          <p:nvPr/>
        </p:nvSpPr>
        <p:spPr bwMode="auto">
          <a:xfrm>
            <a:off x="3360064" y="2395453"/>
            <a:ext cx="1691820" cy="504332"/>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データビジネス企画推進</a:t>
            </a: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部</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部長：根岸　克明</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nvGrpSpPr>
          <p:cNvPr id="58" name="グループ化 57">
            <a:extLst>
              <a:ext uri="{FF2B5EF4-FFF2-40B4-BE49-F238E27FC236}">
                <a16:creationId xmlns:a16="http://schemas.microsoft.com/office/drawing/2014/main" id="{E45947C0-A22B-4BA1-A4DB-C9D65B8BE6BE}"/>
              </a:ext>
            </a:extLst>
          </p:cNvPr>
          <p:cNvGrpSpPr/>
          <p:nvPr/>
        </p:nvGrpSpPr>
        <p:grpSpPr>
          <a:xfrm>
            <a:off x="299356" y="1592796"/>
            <a:ext cx="2160240" cy="4608512"/>
            <a:chOff x="4439816" y="1088740"/>
            <a:chExt cx="3204356" cy="2164254"/>
          </a:xfrm>
        </p:grpSpPr>
        <p:sp>
          <p:nvSpPr>
            <p:cNvPr id="59" name="Rectangle 7">
              <a:extLst>
                <a:ext uri="{FF2B5EF4-FFF2-40B4-BE49-F238E27FC236}">
                  <a16:creationId xmlns:a16="http://schemas.microsoft.com/office/drawing/2014/main" id="{8C1D7F74-77EE-4B6B-824C-4B4D1F7A29A8}"/>
                </a:ext>
              </a:extLst>
            </p:cNvPr>
            <p:cNvSpPr>
              <a:spLocks noChangeArrowheads="1"/>
            </p:cNvSpPr>
            <p:nvPr/>
          </p:nvSpPr>
          <p:spPr bwMode="auto">
            <a:xfrm>
              <a:off x="4439816" y="1250005"/>
              <a:ext cx="3204356" cy="2002989"/>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60" name="Rectangle 34">
              <a:extLst>
                <a:ext uri="{FF2B5EF4-FFF2-40B4-BE49-F238E27FC236}">
                  <a16:creationId xmlns:a16="http://schemas.microsoft.com/office/drawing/2014/main" id="{A83331C2-74C4-4996-9529-221D50DCFBDA}"/>
                </a:ext>
              </a:extLst>
            </p:cNvPr>
            <p:cNvSpPr>
              <a:spLocks noChangeArrowheads="1"/>
            </p:cNvSpPr>
            <p:nvPr/>
          </p:nvSpPr>
          <p:spPr bwMode="auto">
            <a:xfrm>
              <a:off x="4439816" y="1088740"/>
              <a:ext cx="3204356" cy="172086"/>
            </a:xfrm>
            <a:prstGeom prst="rect">
              <a:avLst/>
            </a:prstGeom>
            <a:solidFill>
              <a:srgbClr val="FF0000"/>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TMC</a:t>
              </a:r>
              <a:endPar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cxnSp>
        <p:nvCxnSpPr>
          <p:cNvPr id="64" name="直線コネクタ 63">
            <a:extLst>
              <a:ext uri="{FF2B5EF4-FFF2-40B4-BE49-F238E27FC236}">
                <a16:creationId xmlns:a16="http://schemas.microsoft.com/office/drawing/2014/main" id="{92903C05-6B57-426D-A059-DD3752DD3611}"/>
              </a:ext>
            </a:extLst>
          </p:cNvPr>
          <p:cNvCxnSpPr>
            <a:cxnSpLocks/>
            <a:stCxn id="49" idx="2"/>
            <a:endCxn id="14" idx="0"/>
          </p:cNvCxnSpPr>
          <p:nvPr/>
        </p:nvCxnSpPr>
        <p:spPr>
          <a:xfrm>
            <a:off x="4205974" y="2899785"/>
            <a:ext cx="12531" cy="1573331"/>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4">
            <a:extLst>
              <a:ext uri="{FF2B5EF4-FFF2-40B4-BE49-F238E27FC236}">
                <a16:creationId xmlns:a16="http://schemas.microsoft.com/office/drawing/2014/main" id="{3C7DE53D-8759-C0CD-8A65-BEB4F183B069}"/>
              </a:ext>
            </a:extLst>
          </p:cNvPr>
          <p:cNvSpPr>
            <a:spLocks noChangeArrowheads="1"/>
          </p:cNvSpPr>
          <p:nvPr/>
        </p:nvSpPr>
        <p:spPr bwMode="auto">
          <a:xfrm>
            <a:off x="587388" y="3262351"/>
            <a:ext cx="1584544"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PJ</a:t>
            </a: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責任者</a:t>
            </a:r>
          </a:p>
        </p:txBody>
      </p:sp>
      <p:sp>
        <p:nvSpPr>
          <p:cNvPr id="5" name="Rectangle 7">
            <a:extLst>
              <a:ext uri="{FF2B5EF4-FFF2-40B4-BE49-F238E27FC236}">
                <a16:creationId xmlns:a16="http://schemas.microsoft.com/office/drawing/2014/main" id="{7BD41412-622E-0B05-B1C5-513DFF29CBA5}"/>
              </a:ext>
            </a:extLst>
          </p:cNvPr>
          <p:cNvSpPr>
            <a:spLocks noChangeArrowheads="1"/>
          </p:cNvSpPr>
          <p:nvPr/>
        </p:nvSpPr>
        <p:spPr bwMode="auto">
          <a:xfrm>
            <a:off x="587756" y="3475082"/>
            <a:ext cx="1584544" cy="637994"/>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lvl="0" algn="ctr" defTabSz="914400" eaLnBrk="1" fontAlgn="base" hangingPunct="1">
              <a:spcBef>
                <a:spcPct val="0"/>
              </a:spcBef>
              <a:spcAft>
                <a:spcPct val="0"/>
              </a:spcAft>
              <a:defRPr/>
            </a:pPr>
            <a:r>
              <a:rPr lang="ja-JP" altLang="en-US"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開発・製造ＩＴ推進部</a:t>
            </a:r>
            <a:endParaRPr lang="en-US" altLang="ja-JP"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lang="ja-JP" altLang="en-US" sz="1050" i="0" dirty="0">
                <a:solidFill>
                  <a:srgbClr val="252424"/>
                </a:solidFill>
                <a:effectLst/>
                <a:latin typeface="Meiryo UI" panose="020B0604030504040204" pitchFamily="50" charset="-128"/>
                <a:ea typeface="Meiryo UI" panose="020B0604030504040204" pitchFamily="50" charset="-128"/>
              </a:rPr>
              <a:t>高木 琢 </a:t>
            </a:r>
            <a:r>
              <a:rPr lang="ja-JP" altLang="en-US" sz="1100" kern="0" dirty="0">
                <a:solidFill>
                  <a:srgbClr val="000000"/>
                </a:solidFill>
                <a:latin typeface="Meiryo UI" panose="020B0604030504040204" pitchFamily="50" charset="-128"/>
                <a:ea typeface="Meiryo UI" panose="020B0604030504040204" pitchFamily="50" charset="-128"/>
              </a:rPr>
              <a:t>様</a:t>
            </a:r>
            <a:endParaRPr lang="ja-JP" altLang="en-US" sz="1050" b="1" i="0" dirty="0">
              <a:solidFill>
                <a:srgbClr val="252424"/>
              </a:solidFill>
              <a:effectLst/>
              <a:latin typeface="Yu Gothic UI" panose="020B0500000000000000" pitchFamily="50" charset="-128"/>
              <a:ea typeface="Yu Gothic UI" panose="020B0500000000000000" pitchFamily="50" charset="-128"/>
            </a:endParaRPr>
          </a:p>
        </p:txBody>
      </p:sp>
      <p:sp>
        <p:nvSpPr>
          <p:cNvPr id="14" name="Rectangle 34">
            <a:extLst>
              <a:ext uri="{FF2B5EF4-FFF2-40B4-BE49-F238E27FC236}">
                <a16:creationId xmlns:a16="http://schemas.microsoft.com/office/drawing/2014/main" id="{E45A7104-4307-9BE1-39CC-766A501ED59B}"/>
              </a:ext>
            </a:extLst>
          </p:cNvPr>
          <p:cNvSpPr>
            <a:spLocks noChangeArrowheads="1"/>
          </p:cNvSpPr>
          <p:nvPr/>
        </p:nvSpPr>
        <p:spPr bwMode="auto">
          <a:xfrm>
            <a:off x="3381382" y="4473116"/>
            <a:ext cx="1674246" cy="212731"/>
          </a:xfrm>
          <a:prstGeom prst="rect">
            <a:avLst/>
          </a:prstGeom>
          <a:solidFill>
            <a:srgbClr val="0000E7">
              <a:lumMod val="75000"/>
            </a:srgbClr>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インフラ構築</a:t>
            </a:r>
          </a:p>
        </p:txBody>
      </p:sp>
      <p:sp>
        <p:nvSpPr>
          <p:cNvPr id="15" name="Rectangle 7">
            <a:extLst>
              <a:ext uri="{FF2B5EF4-FFF2-40B4-BE49-F238E27FC236}">
                <a16:creationId xmlns:a16="http://schemas.microsoft.com/office/drawing/2014/main" id="{D29885B2-7F4D-5495-C84C-67B1A62A4D7C}"/>
              </a:ext>
            </a:extLst>
          </p:cNvPr>
          <p:cNvSpPr>
            <a:spLocks noChangeArrowheads="1"/>
          </p:cNvSpPr>
          <p:nvPr/>
        </p:nvSpPr>
        <p:spPr bwMode="auto">
          <a:xfrm>
            <a:off x="3381382" y="4693820"/>
            <a:ext cx="1674246" cy="1277145"/>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lvl="0" algn="ctr" defTabSz="914400" eaLnBrk="1" fontAlgn="base" hangingPunct="1">
              <a:spcBef>
                <a:spcPct val="0"/>
              </a:spcBef>
              <a:spcAft>
                <a:spcPct val="0"/>
              </a:spcAf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山口　勇</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滋賀　泰樹</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algn="ctr" defTabSz="914400" eaLnBrk="1" fontAlgn="base" hangingPunct="1">
              <a:spcBef>
                <a:spcPct val="0"/>
              </a:spcBef>
              <a:spcAft>
                <a:spcPct val="0"/>
              </a:spcAft>
              <a:defRPr/>
            </a:pPr>
            <a:r>
              <a:rPr lang="en-US" altLang="ja-JP" sz="1050" b="1"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TBA</a:t>
            </a:r>
          </a:p>
          <a:p>
            <a:pPr lvl="0" algn="ctr" defTabSz="914400" eaLnBrk="1" fontAlgn="base" hangingPunct="1">
              <a:spcBef>
                <a:spcPct val="0"/>
              </a:spcBef>
              <a:spcAft>
                <a:spcPct val="0"/>
              </a:spcAf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0.5</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a:t>
            </a:r>
            <a:r>
              <a:rPr lang="en-US" altLang="ja-JP" sz="1050" b="1"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+ 1.0</a:t>
            </a:r>
            <a:r>
              <a:rPr lang="ja-JP" altLang="en-US" sz="1050" b="1"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人月</a:t>
            </a:r>
            <a:endParaRPr lang="en-US" altLang="ja-JP" sz="1050" b="1"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山口 香</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山本 優希</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0</a:t>
            </a:r>
            <a:r>
              <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.5</a:t>
            </a: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人月</a:t>
            </a:r>
            <a:r>
              <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a:t>
            </a: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月</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19" name="Rectangle 34">
            <a:extLst>
              <a:ext uri="{FF2B5EF4-FFF2-40B4-BE49-F238E27FC236}">
                <a16:creationId xmlns:a16="http://schemas.microsoft.com/office/drawing/2014/main" id="{DFFFC468-6925-DD89-BD50-15D8D279E768}"/>
              </a:ext>
            </a:extLst>
          </p:cNvPr>
          <p:cNvSpPr>
            <a:spLocks noChangeArrowheads="1"/>
          </p:cNvSpPr>
          <p:nvPr/>
        </p:nvSpPr>
        <p:spPr bwMode="auto">
          <a:xfrm>
            <a:off x="7507307" y="2157832"/>
            <a:ext cx="1691820"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ja-JP" altLang="en-US" sz="14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営業</a:t>
            </a: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責任者</a:t>
            </a:r>
          </a:p>
        </p:txBody>
      </p:sp>
      <p:sp>
        <p:nvSpPr>
          <p:cNvPr id="21" name="Rectangle 7">
            <a:extLst>
              <a:ext uri="{FF2B5EF4-FFF2-40B4-BE49-F238E27FC236}">
                <a16:creationId xmlns:a16="http://schemas.microsoft.com/office/drawing/2014/main" id="{2E36635A-7EE1-052C-992E-37E674D3A81D}"/>
              </a:ext>
            </a:extLst>
          </p:cNvPr>
          <p:cNvSpPr>
            <a:spLocks noChangeArrowheads="1"/>
          </p:cNvSpPr>
          <p:nvPr/>
        </p:nvSpPr>
        <p:spPr bwMode="auto">
          <a:xfrm>
            <a:off x="7507675" y="2395453"/>
            <a:ext cx="1691820" cy="504332"/>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自動車営業第</a:t>
            </a: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部</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部長代行：松本 一成</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22" name="Rectangle 34">
            <a:extLst>
              <a:ext uri="{FF2B5EF4-FFF2-40B4-BE49-F238E27FC236}">
                <a16:creationId xmlns:a16="http://schemas.microsoft.com/office/drawing/2014/main" id="{2A20A7D6-6D45-F4C9-CB5A-76513F3DB7F2}"/>
              </a:ext>
            </a:extLst>
          </p:cNvPr>
          <p:cNvSpPr>
            <a:spLocks noChangeArrowheads="1"/>
          </p:cNvSpPr>
          <p:nvPr/>
        </p:nvSpPr>
        <p:spPr bwMode="auto">
          <a:xfrm>
            <a:off x="7500156" y="3262351"/>
            <a:ext cx="1691820"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ja-JP" altLang="en-US" sz="14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営業担当</a:t>
            </a: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者</a:t>
            </a:r>
          </a:p>
        </p:txBody>
      </p:sp>
      <p:sp>
        <p:nvSpPr>
          <p:cNvPr id="23" name="Rectangle 7">
            <a:extLst>
              <a:ext uri="{FF2B5EF4-FFF2-40B4-BE49-F238E27FC236}">
                <a16:creationId xmlns:a16="http://schemas.microsoft.com/office/drawing/2014/main" id="{F0AAC23D-782D-BB8D-5C1C-F29B42ACBFA4}"/>
              </a:ext>
            </a:extLst>
          </p:cNvPr>
          <p:cNvSpPr>
            <a:spLocks noChangeArrowheads="1"/>
          </p:cNvSpPr>
          <p:nvPr/>
        </p:nvSpPr>
        <p:spPr bwMode="auto">
          <a:xfrm>
            <a:off x="7500524" y="3475081"/>
            <a:ext cx="1691820" cy="637993"/>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自動車営業第</a:t>
            </a: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部</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zh-TW"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古橋　麗威弥</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cxnSp>
        <p:nvCxnSpPr>
          <p:cNvPr id="24" name="直線コネクタ 23">
            <a:extLst>
              <a:ext uri="{FF2B5EF4-FFF2-40B4-BE49-F238E27FC236}">
                <a16:creationId xmlns:a16="http://schemas.microsoft.com/office/drawing/2014/main" id="{96D1D4E2-4A43-F211-FC3B-F790876AC30E}"/>
              </a:ext>
            </a:extLst>
          </p:cNvPr>
          <p:cNvCxnSpPr>
            <a:cxnSpLocks/>
            <a:stCxn id="21" idx="1"/>
            <a:endCxn id="49" idx="3"/>
          </p:cNvCxnSpPr>
          <p:nvPr/>
        </p:nvCxnSpPr>
        <p:spPr>
          <a:xfrm flipH="1">
            <a:off x="5051884" y="2647619"/>
            <a:ext cx="2455791" cy="0"/>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19A04797-3C03-1AF1-45D1-FAEE397E8F33}"/>
              </a:ext>
            </a:extLst>
          </p:cNvPr>
          <p:cNvCxnSpPr>
            <a:cxnSpLocks/>
            <a:stCxn id="21" idx="2"/>
            <a:endCxn id="22" idx="0"/>
          </p:cNvCxnSpPr>
          <p:nvPr/>
        </p:nvCxnSpPr>
        <p:spPr>
          <a:xfrm flipH="1">
            <a:off x="8346066" y="2899785"/>
            <a:ext cx="0" cy="362566"/>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C30A178C-DE12-8DF1-CA2C-50D6B63BD403}"/>
              </a:ext>
            </a:extLst>
          </p:cNvPr>
          <p:cNvCxnSpPr>
            <a:cxnSpLocks/>
            <a:stCxn id="5" idx="3"/>
            <a:endCxn id="63" idx="1"/>
          </p:cNvCxnSpPr>
          <p:nvPr/>
        </p:nvCxnSpPr>
        <p:spPr>
          <a:xfrm>
            <a:off x="2172300" y="3794079"/>
            <a:ext cx="1209082" cy="0"/>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1" name="Rectangle 34">
            <a:extLst>
              <a:ext uri="{FF2B5EF4-FFF2-40B4-BE49-F238E27FC236}">
                <a16:creationId xmlns:a16="http://schemas.microsoft.com/office/drawing/2014/main" id="{DF536171-008F-423E-98FE-8E55084155E4}"/>
              </a:ext>
            </a:extLst>
          </p:cNvPr>
          <p:cNvSpPr>
            <a:spLocks noChangeArrowheads="1"/>
          </p:cNvSpPr>
          <p:nvPr/>
        </p:nvSpPr>
        <p:spPr bwMode="auto">
          <a:xfrm>
            <a:off x="3381382" y="3262351"/>
            <a:ext cx="1674246" cy="212731"/>
          </a:xfrm>
          <a:prstGeom prst="rect">
            <a:avLst/>
          </a:prstGeom>
          <a:solidFill>
            <a:srgbClr val="0000E7">
              <a:lumMod val="75000"/>
            </a:srgbClr>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lang="en-US" altLang="ja-JP" sz="1400" kern="0" dirty="0">
                <a:solidFill>
                  <a:srgbClr val="FFFFFF"/>
                </a:solidFill>
                <a:latin typeface="Meiryo UI" panose="020B0604030504040204" pitchFamily="50" charset="-128"/>
                <a:ea typeface="Meiryo UI" panose="020B0604030504040204" pitchFamily="50" charset="-128"/>
                <a:cs typeface="メイリオ" panose="020B0604030504040204" pitchFamily="50" charset="-128"/>
              </a:rPr>
              <a:t>PM</a:t>
            </a:r>
            <a:endPar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63" name="Rectangle 7">
            <a:extLst>
              <a:ext uri="{FF2B5EF4-FFF2-40B4-BE49-F238E27FC236}">
                <a16:creationId xmlns:a16="http://schemas.microsoft.com/office/drawing/2014/main" id="{FFD463F6-9E8F-4B19-8ED2-DE4F0656AE09}"/>
              </a:ext>
            </a:extLst>
          </p:cNvPr>
          <p:cNvSpPr>
            <a:spLocks noChangeArrowheads="1"/>
          </p:cNvSpPr>
          <p:nvPr/>
        </p:nvSpPr>
        <p:spPr bwMode="auto">
          <a:xfrm>
            <a:off x="3381382" y="3475082"/>
            <a:ext cx="1674246" cy="637994"/>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データビジネス企画推進</a:t>
            </a: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部</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課長：太田　幸治</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0.2</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10" name="テキスト プレースホルダー 9">
            <a:extLst>
              <a:ext uri="{FF2B5EF4-FFF2-40B4-BE49-F238E27FC236}">
                <a16:creationId xmlns:a16="http://schemas.microsoft.com/office/drawing/2014/main" id="{70CA9A20-28C9-D04B-3953-571374326746}"/>
              </a:ext>
            </a:extLst>
          </p:cNvPr>
          <p:cNvSpPr>
            <a:spLocks noGrp="1"/>
          </p:cNvSpPr>
          <p:nvPr>
            <p:ph type="body" sz="quarter" idx="12"/>
          </p:nvPr>
        </p:nvSpPr>
        <p:spPr/>
        <p:txBody>
          <a:bodyPr/>
          <a:lstStyle/>
          <a:p>
            <a:r>
              <a:rPr lang="ja-JP" altLang="en-US" sz="2800" dirty="0"/>
              <a:t>体制図（</a:t>
            </a:r>
            <a:r>
              <a:rPr lang="en-US" altLang="ja-JP" sz="2800" dirty="0"/>
              <a:t>1</a:t>
            </a:r>
            <a:r>
              <a:rPr lang="ja-JP" altLang="en-US" sz="2800" dirty="0"/>
              <a:t>月中旬～）</a:t>
            </a:r>
          </a:p>
        </p:txBody>
      </p:sp>
      <p:cxnSp>
        <p:nvCxnSpPr>
          <p:cNvPr id="9" name="直線コネクタ 8">
            <a:extLst>
              <a:ext uri="{FF2B5EF4-FFF2-40B4-BE49-F238E27FC236}">
                <a16:creationId xmlns:a16="http://schemas.microsoft.com/office/drawing/2014/main" id="{6D86760D-AFAA-19B8-BDC9-78091DB26B2C}"/>
              </a:ext>
            </a:extLst>
          </p:cNvPr>
          <p:cNvCxnSpPr>
            <a:cxnSpLocks/>
            <a:stCxn id="63" idx="3"/>
            <a:endCxn id="17" idx="1"/>
          </p:cNvCxnSpPr>
          <p:nvPr/>
        </p:nvCxnSpPr>
        <p:spPr>
          <a:xfrm>
            <a:off x="5055628" y="3794079"/>
            <a:ext cx="442489" cy="0"/>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6" name="Rectangle 34">
            <a:extLst>
              <a:ext uri="{FF2B5EF4-FFF2-40B4-BE49-F238E27FC236}">
                <a16:creationId xmlns:a16="http://schemas.microsoft.com/office/drawing/2014/main" id="{F43DFF39-E812-D495-A242-3A3ABBFD1B2D}"/>
              </a:ext>
            </a:extLst>
          </p:cNvPr>
          <p:cNvSpPr>
            <a:spLocks noChangeArrowheads="1"/>
          </p:cNvSpPr>
          <p:nvPr/>
        </p:nvSpPr>
        <p:spPr bwMode="auto">
          <a:xfrm>
            <a:off x="5498117" y="3262351"/>
            <a:ext cx="1636656" cy="212731"/>
          </a:xfrm>
          <a:prstGeom prst="rect">
            <a:avLst/>
          </a:prstGeom>
          <a:solidFill>
            <a:srgbClr val="0000E7">
              <a:lumMod val="75000"/>
            </a:srgbClr>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アドバイザ</a:t>
            </a:r>
          </a:p>
        </p:txBody>
      </p:sp>
      <p:sp>
        <p:nvSpPr>
          <p:cNvPr id="17" name="Rectangle 7">
            <a:extLst>
              <a:ext uri="{FF2B5EF4-FFF2-40B4-BE49-F238E27FC236}">
                <a16:creationId xmlns:a16="http://schemas.microsoft.com/office/drawing/2014/main" id="{EF200296-4860-1735-01B8-10E0C7248821}"/>
              </a:ext>
            </a:extLst>
          </p:cNvPr>
          <p:cNvSpPr>
            <a:spLocks noChangeArrowheads="1"/>
          </p:cNvSpPr>
          <p:nvPr/>
        </p:nvSpPr>
        <p:spPr bwMode="auto">
          <a:xfrm>
            <a:off x="5498117" y="3475082"/>
            <a:ext cx="1636656" cy="637994"/>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データビジネス企画推進</a:t>
            </a:r>
            <a:r>
              <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部</a:t>
            </a:r>
            <a:endPar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シニアエキスパート：</a:t>
            </a:r>
            <a:b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岩瀬 裕樹</a:t>
            </a:r>
            <a:endPar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r>
              <a:rPr kumimoji="1" lang="en-US" altLang="ja-JP"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0.3</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endParaRPr kumimoji="1" lang="ja-JP" altLang="en-US" sz="105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nvGrpSpPr>
          <p:cNvPr id="31" name="グループ化 30">
            <a:extLst>
              <a:ext uri="{FF2B5EF4-FFF2-40B4-BE49-F238E27FC236}">
                <a16:creationId xmlns:a16="http://schemas.microsoft.com/office/drawing/2014/main" id="{DD195127-5569-EBC5-A6CA-BD86CD3F7D5C}"/>
              </a:ext>
            </a:extLst>
          </p:cNvPr>
          <p:cNvGrpSpPr/>
          <p:nvPr/>
        </p:nvGrpSpPr>
        <p:grpSpPr>
          <a:xfrm>
            <a:off x="10030367" y="1592796"/>
            <a:ext cx="1926148" cy="4608512"/>
            <a:chOff x="4439816" y="1088740"/>
            <a:chExt cx="3204356" cy="2164254"/>
          </a:xfrm>
        </p:grpSpPr>
        <p:sp>
          <p:nvSpPr>
            <p:cNvPr id="33" name="Rectangle 7">
              <a:extLst>
                <a:ext uri="{FF2B5EF4-FFF2-40B4-BE49-F238E27FC236}">
                  <a16:creationId xmlns:a16="http://schemas.microsoft.com/office/drawing/2014/main" id="{AC5AD6F7-3652-69F0-3EEA-A4566588A1FD}"/>
                </a:ext>
              </a:extLst>
            </p:cNvPr>
            <p:cNvSpPr>
              <a:spLocks noChangeArrowheads="1"/>
            </p:cNvSpPr>
            <p:nvPr/>
          </p:nvSpPr>
          <p:spPr bwMode="auto">
            <a:xfrm>
              <a:off x="4439816" y="1250005"/>
              <a:ext cx="3204356" cy="2002989"/>
            </a:xfrm>
            <a:prstGeom prst="rect">
              <a:avLst/>
            </a:prstGeom>
            <a:solidFill>
              <a:schemeClr val="bg1"/>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0"/>
                </a:spcBef>
                <a:spcAft>
                  <a:spcPct val="0"/>
                </a:spcAft>
                <a:buClrTx/>
                <a:buSzTx/>
                <a:buFont typeface="Wingdings" pitchFamily="2" charset="2"/>
                <a:buNone/>
                <a:tabLst>
                  <a:tab pos="1168400" algn="r"/>
                </a:tabLst>
                <a:defRPr/>
              </a:pP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34" name="Rectangle 34">
              <a:extLst>
                <a:ext uri="{FF2B5EF4-FFF2-40B4-BE49-F238E27FC236}">
                  <a16:creationId xmlns:a16="http://schemas.microsoft.com/office/drawing/2014/main" id="{6414016C-237B-A327-762C-0A0468D8440D}"/>
                </a:ext>
              </a:extLst>
            </p:cNvPr>
            <p:cNvSpPr>
              <a:spLocks noChangeArrowheads="1"/>
            </p:cNvSpPr>
            <p:nvPr/>
          </p:nvSpPr>
          <p:spPr bwMode="auto">
            <a:xfrm>
              <a:off x="4439816" y="1088740"/>
              <a:ext cx="3204356" cy="172086"/>
            </a:xfrm>
            <a:prstGeom prst="rect">
              <a:avLst/>
            </a:prstGeom>
            <a:solidFill>
              <a:srgbClr val="FFC000"/>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rPr>
                <a:t>Informatica</a:t>
              </a:r>
              <a:endParaRPr kumimoji="1"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grpSp>
      <p:sp>
        <p:nvSpPr>
          <p:cNvPr id="35" name="Rectangle 34">
            <a:extLst>
              <a:ext uri="{FF2B5EF4-FFF2-40B4-BE49-F238E27FC236}">
                <a16:creationId xmlns:a16="http://schemas.microsoft.com/office/drawing/2014/main" id="{7A5E7C4A-158A-3BB6-172B-FE4F0C36EC3B}"/>
              </a:ext>
            </a:extLst>
          </p:cNvPr>
          <p:cNvSpPr>
            <a:spLocks noChangeArrowheads="1"/>
          </p:cNvSpPr>
          <p:nvPr/>
        </p:nvSpPr>
        <p:spPr bwMode="auto">
          <a:xfrm>
            <a:off x="10272464" y="3262351"/>
            <a:ext cx="1437376"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ja-JP"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IPS</a:t>
            </a:r>
            <a:endPar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endParaRPr>
          </a:p>
        </p:txBody>
      </p:sp>
      <p:sp>
        <p:nvSpPr>
          <p:cNvPr id="36" name="Rectangle 7">
            <a:extLst>
              <a:ext uri="{FF2B5EF4-FFF2-40B4-BE49-F238E27FC236}">
                <a16:creationId xmlns:a16="http://schemas.microsoft.com/office/drawing/2014/main" id="{A46F3048-7586-94DF-FCCC-B813E4941C58}"/>
              </a:ext>
            </a:extLst>
          </p:cNvPr>
          <p:cNvSpPr>
            <a:spLocks noChangeArrowheads="1"/>
          </p:cNvSpPr>
          <p:nvPr/>
        </p:nvSpPr>
        <p:spPr bwMode="auto">
          <a:xfrm>
            <a:off x="10272832" y="3517988"/>
            <a:ext cx="1437376" cy="595086"/>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lvl="0" algn="ctr" defTabSz="914400" eaLnBrk="1" fontAlgn="base" hangingPunct="1">
              <a:spcBef>
                <a:spcPct val="0"/>
              </a:spcBef>
              <a:spcAft>
                <a:spcPct val="0"/>
              </a:spcAft>
              <a:defRPr/>
            </a:pPr>
            <a:r>
              <a:rPr lang="en-US" altLang="ja-JP"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IPS</a:t>
            </a:r>
            <a:r>
              <a:rPr lang="ja-JP" altLang="en-US"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ご担当者様</a:t>
            </a:r>
            <a:endParaRPr lang="en-US" altLang="ja-JP"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lvl="0" algn="ctr" defTabSz="914400" eaLnBrk="1" fontAlgn="base" hangingPunct="1">
              <a:spcBef>
                <a:spcPct val="0"/>
              </a:spcBef>
              <a:spcAft>
                <a:spcPct val="0"/>
              </a:spcAft>
              <a:defRPr/>
            </a:pPr>
            <a:r>
              <a:rPr lang="en-US" altLang="ja-JP"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0.2</a:t>
            </a:r>
            <a:r>
              <a:rPr lang="ja-JP" altLang="en-US" sz="105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人月？</a:t>
            </a:r>
          </a:p>
        </p:txBody>
      </p:sp>
      <p:cxnSp>
        <p:nvCxnSpPr>
          <p:cNvPr id="47" name="直線コネクタ 46">
            <a:extLst>
              <a:ext uri="{FF2B5EF4-FFF2-40B4-BE49-F238E27FC236}">
                <a16:creationId xmlns:a16="http://schemas.microsoft.com/office/drawing/2014/main" id="{1F52A1EE-F56E-D252-9AE3-BF24BBBB3577}"/>
              </a:ext>
            </a:extLst>
          </p:cNvPr>
          <p:cNvCxnSpPr>
            <a:cxnSpLocks/>
            <a:stCxn id="33" idx="1"/>
            <a:endCxn id="12" idx="3"/>
          </p:cNvCxnSpPr>
          <p:nvPr/>
        </p:nvCxnSpPr>
        <p:spPr>
          <a:xfrm flipH="1">
            <a:off x="9372364" y="4068749"/>
            <a:ext cx="658003" cy="0"/>
          </a:xfrm>
          <a:prstGeom prst="line">
            <a:avLst/>
          </a:prstGeom>
          <a:ln w="158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2" name="Rectangle 34">
            <a:extLst>
              <a:ext uri="{FF2B5EF4-FFF2-40B4-BE49-F238E27FC236}">
                <a16:creationId xmlns:a16="http://schemas.microsoft.com/office/drawing/2014/main" id="{9742D2B1-820E-C734-6CAD-11238F5106D0}"/>
              </a:ext>
            </a:extLst>
          </p:cNvPr>
          <p:cNvSpPr>
            <a:spLocks noChangeArrowheads="1"/>
          </p:cNvSpPr>
          <p:nvPr/>
        </p:nvSpPr>
        <p:spPr bwMode="auto">
          <a:xfrm>
            <a:off x="10285787" y="2174062"/>
            <a:ext cx="1437376" cy="255637"/>
          </a:xfrm>
          <a:prstGeom prst="rect">
            <a:avLst/>
          </a:prstGeom>
          <a:solidFill>
            <a:srgbClr val="0000AD"/>
          </a:solidFill>
          <a:ln w="9525">
            <a:solidFill>
              <a:srgbClr val="0000E7">
                <a:lumMod val="60000"/>
                <a:lumOff val="40000"/>
              </a:srgbClr>
            </a:solidFill>
            <a:miter lim="800000"/>
            <a:headEnd/>
            <a:tailEnd/>
          </a:ln>
        </p:spPr>
        <p:txBody>
          <a:bodyPr wrap="none" lIns="21600" tIns="46038" rIns="21600" bIns="46038" anchor="ctr"/>
          <a:lstStyle>
            <a:lvl1pPr eaLnBrk="0" hangingPunct="0">
              <a:defRPr kumimoji="1">
                <a:solidFill>
                  <a:schemeClr val="tx1"/>
                </a:solidFill>
                <a:latin typeface="HG丸ｺﾞｼｯｸM-PRO" pitchFamily="50" charset="-128"/>
                <a:ea typeface="HG丸ｺﾞｼｯｸM-PRO" pitchFamily="50" charset="-128"/>
              </a:defRPr>
            </a:lvl1pPr>
            <a:lvl2pPr marL="742950" indent="-285750" eaLnBrk="0" hangingPunct="0">
              <a:defRPr kumimoji="1">
                <a:solidFill>
                  <a:schemeClr val="tx1"/>
                </a:solidFill>
                <a:latin typeface="HG丸ｺﾞｼｯｸM-PRO" pitchFamily="50" charset="-128"/>
                <a:ea typeface="HG丸ｺﾞｼｯｸM-PRO" pitchFamily="50" charset="-128"/>
              </a:defRPr>
            </a:lvl2pPr>
            <a:lvl3pPr marL="1143000" indent="-228600" eaLnBrk="0" hangingPunct="0">
              <a:defRPr kumimoji="1">
                <a:solidFill>
                  <a:schemeClr val="tx1"/>
                </a:solidFill>
                <a:latin typeface="HG丸ｺﾞｼｯｸM-PRO" pitchFamily="50" charset="-128"/>
                <a:ea typeface="HG丸ｺﾞｼｯｸM-PRO" pitchFamily="50" charset="-128"/>
              </a:defRPr>
            </a:lvl3pPr>
            <a:lvl4pPr marL="1600200" indent="-228600" eaLnBrk="0" hangingPunct="0">
              <a:defRPr kumimoji="1">
                <a:solidFill>
                  <a:schemeClr val="tx1"/>
                </a:solidFill>
                <a:latin typeface="HG丸ｺﾞｼｯｸM-PRO" pitchFamily="50" charset="-128"/>
                <a:ea typeface="HG丸ｺﾞｼｯｸM-PRO" pitchFamily="50" charset="-128"/>
              </a:defRPr>
            </a:lvl4pPr>
            <a:lvl5pPr marL="2057400" indent="-228600" eaLnBrk="0" hangingPunct="0">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defRPr kumimoji="1">
                <a:solidFill>
                  <a:schemeClr val="tx1"/>
                </a:solidFill>
                <a:latin typeface="HG丸ｺﾞｼｯｸM-PRO" pitchFamily="50" charset="-128"/>
                <a:ea typeface="HG丸ｺﾞｼｯｸM-PRO" pitchFamily="50"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ja-JP" altLang="en-US" sz="1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rPr>
              <a:t>営業担当者</a:t>
            </a:r>
          </a:p>
        </p:txBody>
      </p:sp>
      <p:sp>
        <p:nvSpPr>
          <p:cNvPr id="53" name="Rectangle 7">
            <a:extLst>
              <a:ext uri="{FF2B5EF4-FFF2-40B4-BE49-F238E27FC236}">
                <a16:creationId xmlns:a16="http://schemas.microsoft.com/office/drawing/2014/main" id="{B1A3BFAC-CBAB-4A7D-AE24-C8C1576F3FE9}"/>
              </a:ext>
            </a:extLst>
          </p:cNvPr>
          <p:cNvSpPr>
            <a:spLocks noChangeArrowheads="1"/>
          </p:cNvSpPr>
          <p:nvPr/>
        </p:nvSpPr>
        <p:spPr bwMode="auto">
          <a:xfrm>
            <a:off x="10286155" y="2429699"/>
            <a:ext cx="1437376" cy="470086"/>
          </a:xfrm>
          <a:prstGeom prst="rect">
            <a:avLst/>
          </a:prstGeom>
          <a:solidFill>
            <a:srgbClr val="FFFFFF"/>
          </a:solidFill>
          <a:ln w="9525">
            <a:solidFill>
              <a:srgbClr val="B5AC9F"/>
            </a:solidFill>
            <a:miter lim="800000"/>
            <a:headEnd/>
            <a:tailEnd/>
          </a:ln>
        </p:spPr>
        <p:txBody>
          <a:bodyPr lIns="54000" rIns="54000" anchor="ctr"/>
          <a:lstStyle>
            <a:lvl1pPr eaLnBrk="0" hangingPunct="0">
              <a:tabLst>
                <a:tab pos="1168400" algn="r"/>
              </a:tabLst>
              <a:defRPr kumimoji="1">
                <a:solidFill>
                  <a:schemeClr val="tx1"/>
                </a:solidFill>
                <a:latin typeface="HG丸ｺﾞｼｯｸM-PRO" pitchFamily="50" charset="-128"/>
                <a:ea typeface="HG丸ｺﾞｼｯｸM-PRO" pitchFamily="50" charset="-128"/>
              </a:defRPr>
            </a:lvl1pPr>
            <a:lvl2pPr marL="742950" indent="-285750" eaLnBrk="0" hangingPunct="0">
              <a:tabLst>
                <a:tab pos="1168400" algn="r"/>
              </a:tabLst>
              <a:defRPr kumimoji="1">
                <a:solidFill>
                  <a:schemeClr val="tx1"/>
                </a:solidFill>
                <a:latin typeface="HG丸ｺﾞｼｯｸM-PRO" pitchFamily="50" charset="-128"/>
                <a:ea typeface="HG丸ｺﾞｼｯｸM-PRO" pitchFamily="50" charset="-128"/>
              </a:defRPr>
            </a:lvl2pPr>
            <a:lvl3pPr marL="1143000" indent="-228600" eaLnBrk="0" hangingPunct="0">
              <a:tabLst>
                <a:tab pos="1168400" algn="r"/>
              </a:tabLst>
              <a:defRPr kumimoji="1">
                <a:solidFill>
                  <a:schemeClr val="tx1"/>
                </a:solidFill>
                <a:latin typeface="HG丸ｺﾞｼｯｸM-PRO" pitchFamily="50" charset="-128"/>
                <a:ea typeface="HG丸ｺﾞｼｯｸM-PRO" pitchFamily="50" charset="-128"/>
              </a:defRPr>
            </a:lvl3pPr>
            <a:lvl4pPr marL="1600200" indent="-228600" eaLnBrk="0" hangingPunct="0">
              <a:tabLst>
                <a:tab pos="1168400" algn="r"/>
              </a:tabLst>
              <a:defRPr kumimoji="1">
                <a:solidFill>
                  <a:schemeClr val="tx1"/>
                </a:solidFill>
                <a:latin typeface="HG丸ｺﾞｼｯｸM-PRO" pitchFamily="50" charset="-128"/>
                <a:ea typeface="HG丸ｺﾞｼｯｸM-PRO" pitchFamily="50" charset="-128"/>
              </a:defRPr>
            </a:lvl4pPr>
            <a:lvl5pPr marL="2057400" indent="-228600" eaLnBrk="0" hangingPunct="0">
              <a:tabLst>
                <a:tab pos="1168400" algn="r"/>
              </a:tabLst>
              <a:defRPr kumimoji="1">
                <a:solidFill>
                  <a:schemeClr val="tx1"/>
                </a:solidFill>
                <a:latin typeface="HG丸ｺﾞｼｯｸM-PRO" pitchFamily="50" charset="-128"/>
                <a:ea typeface="HG丸ｺﾞｼｯｸM-PRO" pitchFamily="50" charset="-128"/>
              </a:defRPr>
            </a:lvl5pPr>
            <a:lvl6pPr marL="25146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6pPr>
            <a:lvl7pPr marL="29718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7pPr>
            <a:lvl8pPr marL="34290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8pPr>
            <a:lvl9pPr marL="3886200" indent="-228600" algn="ctr" eaLnBrk="0" fontAlgn="base" hangingPunct="0">
              <a:spcBef>
                <a:spcPct val="20000"/>
              </a:spcBef>
              <a:spcAft>
                <a:spcPct val="0"/>
              </a:spcAft>
              <a:buFont typeface="Wingdings" pitchFamily="2" charset="2"/>
              <a:buChar char="n"/>
              <a:tabLst>
                <a:tab pos="1168400" algn="r"/>
              </a:tabLst>
              <a:defRPr kumimoji="1">
                <a:solidFill>
                  <a:schemeClr val="tx1"/>
                </a:solidFill>
                <a:latin typeface="HG丸ｺﾞｼｯｸM-PRO" pitchFamily="50" charset="-128"/>
                <a:ea typeface="HG丸ｺﾞｼｯｸM-PRO" pitchFamily="50" charset="-128"/>
              </a:defRPr>
            </a:lvl9pPr>
          </a:lstStyle>
          <a:p>
            <a:pPr lvl="0" algn="ctr" defTabSz="914400" eaLnBrk="1" fontAlgn="base" hangingPunct="1">
              <a:spcBef>
                <a:spcPct val="0"/>
              </a:spcBef>
              <a:spcAft>
                <a:spcPct val="0"/>
              </a:spcAft>
              <a:defRPr/>
            </a:pPr>
            <a:r>
              <a:rPr lang="ja-JP" altLang="en-US" sz="110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澁井 様</a:t>
            </a:r>
            <a:endParaRPr lang="ja-JP" altLang="en-US" sz="1050" b="1" i="0" dirty="0">
              <a:solidFill>
                <a:srgbClr val="252424"/>
              </a:solidFill>
              <a:effectLst/>
              <a:latin typeface="Yu Gothic UI" panose="020B0500000000000000" pitchFamily="50" charset="-128"/>
              <a:ea typeface="Yu Gothic UI" panose="020B0500000000000000" pitchFamily="50" charset="-128"/>
            </a:endParaRPr>
          </a:p>
        </p:txBody>
      </p:sp>
      <p:sp>
        <p:nvSpPr>
          <p:cNvPr id="25" name="吹き出し: 折線 24">
            <a:extLst>
              <a:ext uri="{FF2B5EF4-FFF2-40B4-BE49-F238E27FC236}">
                <a16:creationId xmlns:a16="http://schemas.microsoft.com/office/drawing/2014/main" id="{F0C37D14-A248-4924-5FD6-33BA26B1302E}"/>
              </a:ext>
            </a:extLst>
          </p:cNvPr>
          <p:cNvSpPr/>
          <p:nvPr/>
        </p:nvSpPr>
        <p:spPr>
          <a:xfrm>
            <a:off x="5665824" y="4581128"/>
            <a:ext cx="1548172" cy="288032"/>
          </a:xfrm>
          <a:prstGeom prst="borderCallout2">
            <a:avLst>
              <a:gd name="adj1" fmla="val -17893"/>
              <a:gd name="adj2" fmla="val 92269"/>
              <a:gd name="adj3" fmla="val -77793"/>
              <a:gd name="adj4" fmla="val 92163"/>
              <a:gd name="adj5" fmla="val -139604"/>
              <a:gd name="adj6" fmla="val 75601"/>
            </a:avLst>
          </a:prstGeom>
          <a:solidFill>
            <a:srgbClr val="FFFFCC"/>
          </a:solidFill>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kumimoji="1" lang="en-US" altLang="ja-JP" sz="1200" dirty="0">
                <a:solidFill>
                  <a:srgbClr val="FF0000"/>
                </a:solidFill>
              </a:rPr>
              <a:t>CTC</a:t>
            </a:r>
            <a:r>
              <a:rPr kumimoji="1" lang="ja-JP" altLang="en-US" sz="1200" dirty="0">
                <a:solidFill>
                  <a:srgbClr val="FF0000"/>
                </a:solidFill>
              </a:rPr>
              <a:t>持ち出しでも可</a:t>
            </a:r>
          </a:p>
        </p:txBody>
      </p:sp>
    </p:spTree>
    <p:extLst>
      <p:ext uri="{BB962C8B-B14F-4D97-AF65-F5344CB8AC3E}">
        <p14:creationId xmlns:p14="http://schemas.microsoft.com/office/powerpoint/2010/main" val="1245783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extLst>
              <p:ext uri="{D42A27DB-BD31-4B8C-83A1-F6EECF244321}">
                <p14:modId xmlns:p14="http://schemas.microsoft.com/office/powerpoint/2010/main" val="105047182"/>
              </p:ext>
            </p:extLst>
          </p:nvPr>
        </p:nvGraphicFramePr>
        <p:xfrm>
          <a:off x="1705148" y="776709"/>
          <a:ext cx="10066274" cy="5054687"/>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54814">
                <a:tc>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太田 （オオタ）</a:t>
                      </a: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54814">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en-US" altLang="ja-JP" sz="1200" dirty="0">
                          <a:solidFill>
                            <a:schemeClr val="tx1"/>
                          </a:solidFill>
                          <a:latin typeface="メイリオ" panose="020B0604030504040204" pitchFamily="50" charset="-128"/>
                          <a:ea typeface="メイリオ" panose="020B0604030504040204" pitchFamily="50" charset="-128"/>
                        </a:rPr>
                        <a:t>42</a:t>
                      </a:r>
                      <a:r>
                        <a:rPr kumimoji="1" lang="ja-JP" altLang="en-US" sz="1200" dirty="0">
                          <a:solidFill>
                            <a:schemeClr val="tx1"/>
                          </a:solidFill>
                          <a:latin typeface="メイリオ" panose="020B0604030504040204" pitchFamily="50" charset="-128"/>
                          <a:ea typeface="メイリオ" panose="020B0604030504040204" pitchFamily="50" charset="-128"/>
                        </a:rPr>
                        <a:t>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54814">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r>
                        <a:rPr kumimoji="1" lang="en-US" altLang="ja-JP" sz="1200" dirty="0">
                          <a:solidFill>
                            <a:schemeClr val="tx1"/>
                          </a:solidFill>
                          <a:latin typeface="メイリオ" panose="020B0604030504040204" pitchFamily="50" charset="-128"/>
                          <a:ea typeface="メイリオ" panose="020B0604030504040204" pitchFamily="50" charset="-128"/>
                        </a:rPr>
                        <a:t>Manager</a:t>
                      </a: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620478">
                <a:tc rowSpan="5">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経験</a:t>
                      </a:r>
                    </a:p>
                  </a:txBody>
                  <a:tcPr marL="91416" marR="91416" marT="35991" marB="35991" anchor="ctr">
                    <a:solidFill>
                      <a:schemeClr val="accent1">
                        <a:alpha val="20000"/>
                      </a:schemeClr>
                    </a:solidFill>
                  </a:tcPr>
                </a:tc>
                <a:tc>
                  <a:txBody>
                    <a:bodyPr/>
                    <a:lstStyle/>
                    <a:p>
                      <a:pPr algn="ctr"/>
                      <a:r>
                        <a:rPr lang="ja-JP" altLang="en-US" sz="1200" dirty="0">
                          <a:solidFill>
                            <a:schemeClr val="tx1"/>
                          </a:solidFill>
                          <a:latin typeface="メイリオ" panose="020B0604030504040204" pitchFamily="50" charset="-128"/>
                          <a:ea typeface="メイリオ" panose="020B0604030504040204" pitchFamily="50" charset="-128"/>
                        </a:rPr>
                        <a:t>①</a:t>
                      </a:r>
                      <a:endParaRPr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パッケージ開発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・棚割システム、棚替</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Web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アプリの開発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SaaS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展開（</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AWS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へのリフト）</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・海外展開（中国、香港）</a:t>
                      </a:r>
                    </a:p>
                  </a:txBody>
                  <a:tcPr marL="91416" marR="91416" marT="35991" marB="35991" anchor="ctr"/>
                </a:tc>
                <a:extLst>
                  <a:ext uri="{0D108BD9-81ED-4DB2-BD59-A6C34878D82A}">
                    <a16:rowId xmlns:a16="http://schemas.microsoft.com/office/drawing/2014/main" val="3460698865"/>
                  </a:ext>
                </a:extLst>
              </a:tr>
              <a:tr h="437646">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②</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SCM</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システム海外展開</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・小売業の</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SCM</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システム業務整理及び海外展開</a:t>
                      </a:r>
                      <a:b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b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（中国、香港） </a:t>
                      </a:r>
                    </a:p>
                  </a:txBody>
                  <a:tcPr marL="91416" marR="91416" marT="35991" marB="35991" anchor="ctr"/>
                </a:tc>
                <a:extLst>
                  <a:ext uri="{0D108BD9-81ED-4DB2-BD59-A6C34878D82A}">
                    <a16:rowId xmlns:a16="http://schemas.microsoft.com/office/drawing/2014/main" val="3369719249"/>
                  </a:ext>
                </a:extLst>
              </a:tr>
              <a:tr h="25481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③</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IFRS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対応支援</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・小売業の</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IFRS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対応支援</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748017604"/>
                  </a:ext>
                </a:extLst>
              </a:tr>
              <a:tr h="384387">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④</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データ分析基盤構築</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・商社、製造業でのデータ基盤構築</a:t>
                      </a:r>
                    </a:p>
                  </a:txBody>
                  <a:tcPr marL="91416" marR="91416" marT="35991" marB="35991" anchor="ctr"/>
                </a:tc>
                <a:extLst>
                  <a:ext uri="{0D108BD9-81ED-4DB2-BD59-A6C34878D82A}">
                    <a16:rowId xmlns:a16="http://schemas.microsoft.com/office/drawing/2014/main" val="2718211247"/>
                  </a:ext>
                </a:extLst>
              </a:tr>
              <a:tr h="508826">
                <a:tc vMerge="1">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⑤</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データ利活用支援</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・製造業でのデータ分析基盤におけるデータ利活用支援</a:t>
                      </a:r>
                    </a:p>
                  </a:txBody>
                  <a:tcPr marL="91416" marR="91416" marT="35991" marB="35991" anchor="ctr"/>
                </a:tc>
                <a:extLst>
                  <a:ext uri="{0D108BD9-81ED-4DB2-BD59-A6C34878D82A}">
                    <a16:rowId xmlns:a16="http://schemas.microsoft.com/office/drawing/2014/main" val="2983365184"/>
                  </a:ext>
                </a:extLst>
              </a:tr>
              <a:tr h="208313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得意分野</a:t>
                      </a:r>
                    </a:p>
                  </a:txBody>
                  <a:tcPr marL="91416" marR="91416" marT="35991" marB="35991" anchor="ct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言語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JavaScript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HTML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C/C++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SQL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Python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DBMS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Oracle</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PostgreSQL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MySQL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SQLServer</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DWH</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Databricks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Snowflake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保有資格：応用情報技術者、</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AWS(SAA)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GCP(ACE)</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Databricks Champion</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Snowflake Core</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G</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検定、</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Python 3</a:t>
                      </a:r>
                      <a:b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b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販売士</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2</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級、</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Oracle 10g Gold</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TOEIC850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・アプリ開発</a:t>
                      </a:r>
                      <a:r>
                        <a:rPr lang="en-US" altLang="ja-JP" sz="1200" dirty="0">
                          <a:solidFill>
                            <a:schemeClr val="tx1"/>
                          </a:solidFill>
                          <a:latin typeface="メイリオ" panose="020B0604030504040204" pitchFamily="50" charset="-128"/>
                          <a:ea typeface="メイリオ" panose="020B0604030504040204" pitchFamily="50" charset="-128"/>
                        </a:rPr>
                        <a:t>SE</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IT</a:t>
                      </a:r>
                      <a:r>
                        <a:rPr lang="ja-JP" altLang="en-US" sz="1200" dirty="0">
                          <a:solidFill>
                            <a:schemeClr val="tx1"/>
                          </a:solidFill>
                          <a:latin typeface="メイリオ" panose="020B0604030504040204" pitchFamily="50" charset="-128"/>
                          <a:ea typeface="メイリオ" panose="020B0604030504040204" pitchFamily="50" charset="-128"/>
                        </a:rPr>
                        <a:t>コンサルタント→</a:t>
                      </a:r>
                      <a:r>
                        <a:rPr lang="en-US" altLang="ja-JP" sz="1200" dirty="0" err="1">
                          <a:solidFill>
                            <a:schemeClr val="tx1"/>
                          </a:solidFill>
                          <a:latin typeface="メイリオ" panose="020B0604030504040204" pitchFamily="50" charset="-128"/>
                          <a:ea typeface="メイリオ" panose="020B0604030504040204" pitchFamily="50" charset="-128"/>
                        </a:rPr>
                        <a:t>Sier</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CTC</a:t>
                      </a:r>
                      <a:r>
                        <a:rPr lang="ja-JP" altLang="en-US" sz="1200" dirty="0">
                          <a:solidFill>
                            <a:schemeClr val="tx1"/>
                          </a:solidFill>
                          <a:latin typeface="メイリオ" panose="020B0604030504040204" pitchFamily="50" charset="-128"/>
                          <a:ea typeface="メイリオ" panose="020B0604030504040204" pitchFamily="50" charset="-128"/>
                        </a:rPr>
                        <a:t>）の業務経歴のため、様々な案件への参画経験あり</a:t>
                      </a: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・大中小と規模を問わず開発、基盤構築の</a:t>
                      </a:r>
                      <a:r>
                        <a:rPr lang="en-US" altLang="ja-JP" sz="1200" dirty="0">
                          <a:solidFill>
                            <a:schemeClr val="tx1"/>
                          </a:solidFill>
                          <a:latin typeface="メイリオ" panose="020B0604030504040204" pitchFamily="50" charset="-128"/>
                          <a:ea typeface="メイリオ" panose="020B0604030504040204" pitchFamily="50" charset="-128"/>
                        </a:rPr>
                        <a:t>PM</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PL</a:t>
                      </a:r>
                      <a:r>
                        <a:rPr lang="ja-JP" altLang="en-US" sz="1200" dirty="0">
                          <a:solidFill>
                            <a:schemeClr val="tx1"/>
                          </a:solidFill>
                          <a:latin typeface="メイリオ" panose="020B0604030504040204" pitchFamily="50" charset="-128"/>
                          <a:ea typeface="メイリオ" panose="020B0604030504040204" pitchFamily="50" charset="-128"/>
                        </a:rPr>
                        <a:t>等のプロジェクト管理を担当</a:t>
                      </a:r>
                      <a:endParaRPr lang="en-US" altLang="ja-JP" sz="1200" dirty="0">
                        <a:solidFill>
                          <a:schemeClr val="tx1"/>
                        </a:solidFill>
                        <a:latin typeface="メイリオ" panose="020B0604030504040204" pitchFamily="50" charset="-128"/>
                        <a:ea typeface="メイリオ" panose="020B0604030504040204" pitchFamily="50" charset="-128"/>
                      </a:endParaRPr>
                    </a:p>
                    <a:p>
                      <a:pPr marL="0" marR="0" lvl="0" indent="0" algn="l" defTabSz="1125444"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メイリオ" panose="020B0604030504040204" pitchFamily="50" charset="-128"/>
                          <a:ea typeface="メイリオ" panose="020B0604030504040204" pitchFamily="50" charset="-128"/>
                        </a:rPr>
                        <a:t>・マルチベンダでの</a:t>
                      </a:r>
                      <a:r>
                        <a:rPr lang="en-US" altLang="ja-JP" sz="1200" dirty="0">
                          <a:solidFill>
                            <a:schemeClr val="tx1"/>
                          </a:solidFill>
                          <a:latin typeface="メイリオ" panose="020B0604030504040204" pitchFamily="50" charset="-128"/>
                          <a:ea typeface="メイリオ" panose="020B0604030504040204" pitchFamily="50" charset="-128"/>
                        </a:rPr>
                        <a:t>PMO</a:t>
                      </a:r>
                      <a:r>
                        <a:rPr lang="ja-JP" altLang="en-US" sz="1200" dirty="0">
                          <a:solidFill>
                            <a:schemeClr val="tx1"/>
                          </a:solidFill>
                          <a:latin typeface="メイリオ" panose="020B0604030504040204" pitchFamily="50" charset="-128"/>
                          <a:ea typeface="メイリオ" panose="020B0604030504040204" pitchFamily="50" charset="-128"/>
                        </a:rPr>
                        <a:t>経験あり</a:t>
                      </a: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・広範囲の技術力を有しており、アプリケーション開発、基盤構築、インフラも経験あり</a:t>
                      </a:r>
                      <a:endParaRPr lang="en-US" altLang="ja-JP" sz="1000" b="0" i="0" u="none" strike="noStrike" noProof="0" dirty="0">
                        <a:solidFill>
                          <a:schemeClr val="tx1"/>
                        </a:solidFill>
                        <a:latin typeface="メイリオ" panose="020B0604030504040204" pitchFamily="50" charset="-128"/>
                        <a:ea typeface="メイリオ" panose="020B0604030504040204" pitchFamily="50" charset="-128"/>
                      </a:endParaRPr>
                    </a:p>
                  </a:txBody>
                  <a:tcPr marL="91416" marR="91416" marT="35991" marB="35991"/>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a:ea typeface="Meiryo UI"/>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a:solidFill>
                <a:srgbClr val="FFFFFF">
                  <a:hueOff val="0"/>
                  <a:satOff val="0"/>
                  <a:lumOff val="0"/>
                  <a:alphaOff val="0"/>
                </a:srgbClr>
              </a:solidFill>
              <a:latin typeface="Meiryo UI"/>
              <a:ea typeface="Meiryo UI"/>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1343657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extLst>
              <p:ext uri="{D42A27DB-BD31-4B8C-83A1-F6EECF244321}">
                <p14:modId xmlns:p14="http://schemas.microsoft.com/office/powerpoint/2010/main" val="155474486"/>
              </p:ext>
            </p:extLst>
          </p:nvPr>
        </p:nvGraphicFramePr>
        <p:xfrm>
          <a:off x="1705148" y="776708"/>
          <a:ext cx="10066274" cy="5255274"/>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65133">
                <a:tc>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岩瀬　裕樹</a:t>
                      </a:r>
                      <a:r>
                        <a:rPr kumimoji="1" lang="en-US" altLang="ja-JP"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いわせ　ひろき</a:t>
                      </a:r>
                      <a:r>
                        <a:rPr kumimoji="1" lang="en-US" altLang="ja-JP"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endPar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65133">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en-US" altLang="ja-JP" sz="1200" dirty="0">
                          <a:solidFill>
                            <a:schemeClr val="tx1"/>
                          </a:solidFill>
                          <a:latin typeface="メイリオ" panose="020B0604030504040204" pitchFamily="50" charset="-128"/>
                          <a:ea typeface="メイリオ" panose="020B0604030504040204" pitchFamily="50" charset="-128"/>
                        </a:rPr>
                        <a:t>49</a:t>
                      </a:r>
                      <a:r>
                        <a:rPr kumimoji="1" lang="ja-JP" altLang="en-US" sz="1200" dirty="0">
                          <a:solidFill>
                            <a:schemeClr val="tx1"/>
                          </a:solidFill>
                          <a:latin typeface="メイリオ" panose="020B0604030504040204" pitchFamily="50" charset="-128"/>
                          <a:ea typeface="メイリオ" panose="020B0604030504040204" pitchFamily="50" charset="-128"/>
                        </a:rPr>
                        <a:t>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65133">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r>
                        <a:rPr kumimoji="1" lang="ja-JP" altLang="en-US" sz="1200" dirty="0">
                          <a:solidFill>
                            <a:schemeClr val="tx1"/>
                          </a:solidFill>
                          <a:latin typeface="メイリオ" panose="020B0604030504040204" pitchFamily="50" charset="-128"/>
                          <a:ea typeface="メイリオ" panose="020B0604030504040204" pitchFamily="50" charset="-128"/>
                        </a:rPr>
                        <a:t>専門職</a:t>
                      </a:r>
                      <a:endParaRPr kumimoji="1"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485293">
                <a:tc rowSpan="4">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経験</a:t>
                      </a:r>
                    </a:p>
                  </a:txBody>
                  <a:tcPr marL="91416" marR="91416" marT="35991" marB="35991" anchor="ctr">
                    <a:solidFill>
                      <a:schemeClr val="accent1">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①</a:t>
                      </a: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rPr>
                        <a:t>グローバル商品コード導入</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支援</a:t>
                      </a: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製造メーカ</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担当：コンサル</a:t>
                      </a:r>
                      <a:b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b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・過去の</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によるグローバル展開に伴い、日米欧で散在するグローバル商品マスタ定義および構想策定</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3460698865"/>
                  </a:ext>
                </a:extLst>
              </a:tr>
              <a:tr h="45538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②</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n-cs"/>
                        </a:rPr>
                        <a:t>統合マスタ管理基盤導入支援</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n-cs"/>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食品卸</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担当：</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・基幹システム刷新に伴い、商品、取引先の両マスタのマスタ管理基盤</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背品</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の要件定義</a:t>
                      </a:r>
                    </a:p>
                  </a:txBody>
                  <a:tcPr marL="91416" marR="91416" marT="35991" marB="35991" anchor="ctr"/>
                </a:tc>
                <a:extLst>
                  <a:ext uri="{0D108BD9-81ED-4DB2-BD59-A6C34878D82A}">
                    <a16:rowId xmlns:a16="http://schemas.microsoft.com/office/drawing/2014/main" val="3369719249"/>
                  </a:ext>
                </a:extLst>
              </a:tr>
              <a:tr h="45538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③</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n-cs"/>
                        </a:rPr>
                        <a:t>データ活用基盤導入支援</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n-cs"/>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不動産業</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担当：コンサル</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・個社およびグループでのデータ利活用におけるデータ活用基盤における推進組織立上げおよびデータ</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n-cs"/>
                        </a:rPr>
                        <a:t>ガバナンス導入</a:t>
                      </a:r>
                      <a:endPar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2718211247"/>
                  </a:ext>
                </a:extLst>
              </a:tr>
              <a:tr h="455384">
                <a:tc vMerge="1">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solidFill>
                      <a:schemeClr val="accent1">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④</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n-cs"/>
                        </a:rPr>
                        <a:t>データ連携基盤導入支援</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n-cs"/>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電気通信業</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担当：</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MA(Marketing Automation)</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基盤への連携を担うオンライン</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オフラインでのデータ連携基盤</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製品</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の構築</a:t>
                      </a:r>
                    </a:p>
                  </a:txBody>
                  <a:tcPr marL="91416" marR="91416" marT="35991" marB="35991" anchor="ctr"/>
                </a:tc>
                <a:extLst>
                  <a:ext uri="{0D108BD9-81ED-4DB2-BD59-A6C34878D82A}">
                    <a16:rowId xmlns:a16="http://schemas.microsoft.com/office/drawing/2014/main" val="1129952720"/>
                  </a:ext>
                </a:extLst>
              </a:tr>
              <a:tr h="197738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得意分野</a:t>
                      </a:r>
                    </a:p>
                  </a:txBody>
                  <a:tcPr marL="91416" marR="91416" marT="35991" marB="35991" anchor="ct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保有資格：米国</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PMI</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認定</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PMP(Project Management Professional)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G</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検定</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・データマネジメントおよびデータガバナンス領域におけるコンサルティング</a:t>
                      </a: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・経験業界は流通業、製造業、不動産業、電気通信業など多数あり</a:t>
                      </a:r>
                      <a:endParaRPr lang="en-US" altLang="ja-JP" sz="1200" dirty="0">
                        <a:solidFill>
                          <a:schemeClr val="tx1"/>
                        </a:solidFill>
                        <a:latin typeface="メイリオ" panose="020B0604030504040204" pitchFamily="50" charset="-128"/>
                        <a:ea typeface="メイリオ" panose="020B0604030504040204" pitchFamily="50" charset="-128"/>
                      </a:endParaRPr>
                    </a:p>
                    <a:p>
                      <a:pPr marL="0" marR="0" lvl="0" indent="0" algn="l" defTabSz="1125106"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メイリオ" panose="020B0604030504040204" pitchFamily="50" charset="-128"/>
                          <a:ea typeface="メイリオ" panose="020B0604030504040204" pitchFamily="50" charset="-128"/>
                        </a:rPr>
                        <a:t>・大中小と規模を問わず開発、基盤構築の</a:t>
                      </a:r>
                      <a:r>
                        <a:rPr lang="en-US" altLang="ja-JP" sz="1200" dirty="0">
                          <a:solidFill>
                            <a:schemeClr val="tx1"/>
                          </a:solidFill>
                          <a:latin typeface="メイリオ" panose="020B0604030504040204" pitchFamily="50" charset="-128"/>
                          <a:ea typeface="メイリオ" panose="020B0604030504040204" pitchFamily="50" charset="-128"/>
                        </a:rPr>
                        <a:t>PM</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PL</a:t>
                      </a:r>
                      <a:r>
                        <a:rPr lang="ja-JP" altLang="en-US" sz="1200" dirty="0">
                          <a:solidFill>
                            <a:schemeClr val="tx1"/>
                          </a:solidFill>
                          <a:latin typeface="メイリオ" panose="020B0604030504040204" pitchFamily="50" charset="-128"/>
                          <a:ea typeface="メイリオ" panose="020B0604030504040204" pitchFamily="50" charset="-128"/>
                        </a:rPr>
                        <a:t>等のプロジェクト管理を担当</a:t>
                      </a:r>
                      <a:br>
                        <a:rPr lang="en-US" altLang="ja-JP" sz="1200" dirty="0">
                          <a:solidFill>
                            <a:schemeClr val="tx1"/>
                          </a:solidFill>
                          <a:latin typeface="メイリオ" panose="020B0604030504040204" pitchFamily="50" charset="-128"/>
                          <a:ea typeface="メイリオ" panose="020B0604030504040204" pitchFamily="50" charset="-128"/>
                        </a:rPr>
                      </a:br>
                      <a:r>
                        <a:rPr lang="ja-JP" altLang="en-US" sz="1200" dirty="0">
                          <a:solidFill>
                            <a:schemeClr val="tx1"/>
                          </a:solidFill>
                          <a:latin typeface="メイリオ" panose="020B0604030504040204" pitchFamily="50" charset="-128"/>
                          <a:ea typeface="メイリオ" panose="020B0604030504040204" pitchFamily="50" charset="-128"/>
                        </a:rPr>
                        <a:t>・弊社</a:t>
                      </a:r>
                      <a:r>
                        <a:rPr lang="en-US" altLang="ja-JP" sz="1200" dirty="0">
                          <a:solidFill>
                            <a:schemeClr val="tx1"/>
                          </a:solidFill>
                          <a:latin typeface="メイリオ" panose="020B0604030504040204" pitchFamily="50" charset="-128"/>
                          <a:ea typeface="メイリオ" panose="020B0604030504040204" pitchFamily="50" charset="-128"/>
                        </a:rPr>
                        <a:t>(CTC)</a:t>
                      </a:r>
                      <a:r>
                        <a:rPr lang="ja-JP" altLang="en-US" sz="1200" dirty="0">
                          <a:solidFill>
                            <a:schemeClr val="tx1"/>
                          </a:solidFill>
                          <a:latin typeface="メイリオ" panose="020B0604030504040204" pitchFamily="50" charset="-128"/>
                          <a:ea typeface="メイリオ" panose="020B0604030504040204" pitchFamily="50" charset="-128"/>
                        </a:rPr>
                        <a:t>にて</a:t>
                      </a:r>
                      <a:r>
                        <a:rPr lang="en-US" altLang="ja-JP" sz="1200" dirty="0">
                          <a:solidFill>
                            <a:schemeClr val="tx1"/>
                          </a:solidFill>
                          <a:latin typeface="メイリオ" panose="020B0604030504040204" pitchFamily="50" charset="-128"/>
                          <a:ea typeface="メイリオ" panose="020B0604030504040204" pitchFamily="50" charset="-128"/>
                        </a:rPr>
                        <a:t>Informatica</a:t>
                      </a:r>
                      <a:r>
                        <a:rPr lang="ja-JP" altLang="en-US" sz="1200" dirty="0">
                          <a:solidFill>
                            <a:schemeClr val="tx1"/>
                          </a:solidFill>
                          <a:latin typeface="メイリオ" panose="020B0604030504040204" pitchFamily="50" charset="-128"/>
                          <a:ea typeface="メイリオ" panose="020B0604030504040204" pitchFamily="50" charset="-128"/>
                        </a:rPr>
                        <a:t>ビジネスの立上げに参画</a:t>
                      </a:r>
                      <a:endParaRPr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a:ea typeface="Meiryo UI"/>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dirty="0">
              <a:solidFill>
                <a:srgbClr val="FFFFFF">
                  <a:hueOff val="0"/>
                  <a:satOff val="0"/>
                  <a:lumOff val="0"/>
                  <a:alphaOff val="0"/>
                </a:srgbClr>
              </a:solidFill>
              <a:latin typeface="Meiryo UI"/>
              <a:ea typeface="Meiryo UI"/>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2613927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nvGraphicFramePr>
        <p:xfrm>
          <a:off x="1705148" y="776709"/>
          <a:ext cx="10066274" cy="5376853"/>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65133">
                <a:tc>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山口　勇（ヤマグチ　イサム）</a:t>
                      </a: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65133">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ja-JP" altLang="en-US" sz="1200" dirty="0">
                          <a:solidFill>
                            <a:schemeClr val="tx1"/>
                          </a:solidFill>
                          <a:latin typeface="メイリオ" panose="020B0604030504040204" pitchFamily="50" charset="-128"/>
                          <a:ea typeface="メイリオ" panose="020B0604030504040204" pitchFamily="50" charset="-128"/>
                        </a:rPr>
                        <a:t>５３歳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65133">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pPr marL="0" marR="0" lvl="0" indent="0" algn="l" defTabSz="1125106"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メイリオ" panose="020B0604030504040204" pitchFamily="50" charset="-128"/>
                          <a:ea typeface="メイリオ" panose="020B0604030504040204" pitchFamily="50" charset="-128"/>
                        </a:rPr>
                        <a:t>一般</a:t>
                      </a:r>
                      <a:endParaRPr kumimoji="1"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1282411">
                <a:tc rowSpan="2">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経験</a:t>
                      </a:r>
                    </a:p>
                  </a:txBody>
                  <a:tcPr marL="91416" marR="91416" marT="35991" marB="35991" anchor="ctr">
                    <a:solidFill>
                      <a:schemeClr val="accent1">
                        <a:alpha val="20000"/>
                      </a:schemeClr>
                    </a:solidFill>
                  </a:tcPr>
                </a:tc>
                <a:tc>
                  <a:txBody>
                    <a:bodyPr/>
                    <a:lstStyle/>
                    <a:p>
                      <a:pPr algn="ctr"/>
                      <a:r>
                        <a:rPr lang="ja-JP" altLang="en-US" sz="1200" dirty="0">
                          <a:solidFill>
                            <a:schemeClr val="tx1"/>
                          </a:solidFill>
                          <a:latin typeface="メイリオ" panose="020B0604030504040204" pitchFamily="50" charset="-128"/>
                          <a:ea typeface="メイリオ" panose="020B0604030504040204" pitchFamily="50" charset="-128"/>
                        </a:rPr>
                        <a:t>①</a:t>
                      </a:r>
                      <a:endParaRPr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 </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製品を使用したシステム間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I/F </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・マイグレーション（メインフレーム →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UNIX</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サーバ）</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3460698865"/>
                  </a:ext>
                </a:extLst>
              </a:tr>
              <a:tr h="1321656">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②</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システム運用・維持保守</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 PowerCenter </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の運用・維持保守</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・勘定系システム</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生産管理システムなどの運用・維持保守（オープン系）</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・販売管理</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受発注システムのなどの運用・維持保守（メインフレーム）</a:t>
                      </a:r>
                    </a:p>
                  </a:txBody>
                  <a:tcPr marL="91416" marR="91416" marT="35991" marB="35991" anchor="ctr"/>
                </a:tc>
                <a:extLst>
                  <a:ext uri="{0D108BD9-81ED-4DB2-BD59-A6C34878D82A}">
                    <a16:rowId xmlns:a16="http://schemas.microsoft.com/office/drawing/2014/main" val="3369719249"/>
                  </a:ext>
                </a:extLst>
              </a:tr>
              <a:tr h="197738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得意分野</a:t>
                      </a:r>
                    </a:p>
                  </a:txBody>
                  <a:tcPr marL="91416" marR="91416" marT="35991" marB="35991" anchor="ct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言語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JAVA, COBOL, shell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スクリプト</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Excel VBA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Oracle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ETL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 PowerCenter, IDMC(CDI,MDM)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保有資格：</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Informatica </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Cetified</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Professional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Cloud Data and Application Integration R36),</a:t>
                      </a:r>
                      <a:r>
                        <a:rPr kumimoji="1" lang="zh-TW"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二種情報処理技術者</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・メインフレームからオープン系と幅広くシステム開発・維持保守の経験あり</a:t>
                      </a: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a:t>
                      </a:r>
                      <a:r>
                        <a:rPr lang="en-US" altLang="ja-JP" sz="1200" b="0" i="0" u="none" strike="noStrike" noProof="0" dirty="0">
                          <a:solidFill>
                            <a:schemeClr val="tx1"/>
                          </a:solidFill>
                          <a:latin typeface="メイリオ" panose="020B0604030504040204" pitchFamily="50" charset="-128"/>
                          <a:ea typeface="メイリオ" panose="020B0604030504040204" pitchFamily="50" charset="-128"/>
                        </a:rPr>
                        <a:t>2016 </a:t>
                      </a: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 </a:t>
                      </a:r>
                      <a:r>
                        <a:rPr lang="en-US" altLang="ja-JP" sz="1200" b="0" i="0" u="none" strike="noStrike" noProof="0" dirty="0">
                          <a:solidFill>
                            <a:schemeClr val="tx1"/>
                          </a:solidFill>
                          <a:latin typeface="メイリオ" panose="020B0604030504040204" pitchFamily="50" charset="-128"/>
                          <a:ea typeface="メイリオ" panose="020B0604030504040204" pitchFamily="50" charset="-128"/>
                        </a:rPr>
                        <a:t>Informatica </a:t>
                      </a: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製品の導入支援・</a:t>
                      </a:r>
                      <a:r>
                        <a:rPr lang="en-US" altLang="ja-JP" sz="1200" b="0" i="0" u="none" strike="noStrike" noProof="0" dirty="0">
                          <a:solidFill>
                            <a:schemeClr val="tx1"/>
                          </a:solidFill>
                          <a:latin typeface="メイリオ" panose="020B0604030504040204" pitchFamily="50" charset="-128"/>
                          <a:ea typeface="メイリオ" panose="020B0604030504040204" pitchFamily="50" charset="-128"/>
                        </a:rPr>
                        <a:t>VerUP</a:t>
                      </a: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・開発業務に従事</a:t>
                      </a:r>
                      <a:endParaRPr lang="en-US" altLang="ja-JP" sz="1200" b="0" i="0" u="none" strike="noStrike" noProof="0" dirty="0">
                        <a:solidFill>
                          <a:schemeClr val="tx1"/>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b="0" i="0" u="none" strike="noStrike" noProof="0" dirty="0">
                        <a:solidFill>
                          <a:schemeClr val="tx1"/>
                        </a:solidFill>
                        <a:latin typeface="メイリオ" panose="020B0604030504040204" pitchFamily="50" charset="-128"/>
                        <a:ea typeface="メイリオ" panose="020B0604030504040204" pitchFamily="50" charset="-128"/>
                      </a:endParaRPr>
                    </a:p>
                  </a:txBody>
                  <a:tcPr marL="91416" marR="91416" marT="35991" marB="35991">
                    <a:noFill/>
                  </a:tcPr>
                </a:tc>
                <a:tc hMerge="1">
                  <a:txBody>
                    <a:bodyPr/>
                    <a:lstStyle/>
                    <a:p>
                      <a:endParaRPr kumimoji="1" lang="ja-JP" altLang="en-US"/>
                    </a:p>
                  </a:txBody>
                  <a:tcPr/>
                </a:tc>
                <a:tc hMerge="1">
                  <a:txBody>
                    <a:bodyPr/>
                    <a:lstStyle/>
                    <a:p>
                      <a:endParaRPr kumimoji="1" lang="ja-JP" altLang="en-US" dirty="0"/>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a:ea typeface="Meiryo UI"/>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a:solidFill>
                <a:srgbClr val="FFFFFF">
                  <a:hueOff val="0"/>
                  <a:satOff val="0"/>
                  <a:lumOff val="0"/>
                  <a:alphaOff val="0"/>
                </a:srgbClr>
              </a:solidFill>
              <a:latin typeface="Meiryo UI"/>
              <a:ea typeface="Meiryo UI"/>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2496783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867B1-98AC-4AA2-601A-F3647D5D6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032B98-9668-404B-6926-3818E9EF6C99}"/>
              </a:ext>
            </a:extLst>
          </p:cNvPr>
          <p:cNvSpPr>
            <a:spLocks noGrp="1"/>
          </p:cNvSpPr>
          <p:nvPr>
            <p:ph type="title"/>
          </p:nvPr>
        </p:nvSpPr>
        <p:spPr/>
        <p:txBody>
          <a:bodyPr/>
          <a:lstStyle/>
          <a:p>
            <a:r>
              <a:rPr kumimoji="1" lang="ja-JP" altLang="en-US" dirty="0"/>
              <a:t>要員紹介</a:t>
            </a:r>
          </a:p>
        </p:txBody>
      </p:sp>
      <p:graphicFrame>
        <p:nvGraphicFramePr>
          <p:cNvPr id="16" name="表 14">
            <a:extLst>
              <a:ext uri="{FF2B5EF4-FFF2-40B4-BE49-F238E27FC236}">
                <a16:creationId xmlns:a16="http://schemas.microsoft.com/office/drawing/2014/main" id="{4658AE0A-48A2-F980-883A-04FD725F1A92}"/>
              </a:ext>
            </a:extLst>
          </p:cNvPr>
          <p:cNvGraphicFramePr>
            <a:graphicFrameLocks noGrp="1"/>
          </p:cNvGraphicFramePr>
          <p:nvPr/>
        </p:nvGraphicFramePr>
        <p:xfrm>
          <a:off x="1705148" y="776708"/>
          <a:ext cx="10066274" cy="5592290"/>
        </p:xfrm>
        <a:graphic>
          <a:graphicData uri="http://schemas.openxmlformats.org/drawingml/2006/table">
            <a:tbl>
              <a:tblPr firstRow="1" bandRow="1">
                <a:tableStyleId>{BC89EF96-8CEA-46FF-86C4-4CE0E7609802}</a:tableStyleId>
              </a:tblPr>
              <a:tblGrid>
                <a:gridCol w="1373252">
                  <a:extLst>
                    <a:ext uri="{9D8B030D-6E8A-4147-A177-3AD203B41FA5}">
                      <a16:colId xmlns:a16="http://schemas.microsoft.com/office/drawing/2014/main" val="2598274962"/>
                    </a:ext>
                  </a:extLst>
                </a:gridCol>
                <a:gridCol w="390103">
                  <a:extLst>
                    <a:ext uri="{9D8B030D-6E8A-4147-A177-3AD203B41FA5}">
                      <a16:colId xmlns:a16="http://schemas.microsoft.com/office/drawing/2014/main" val="1327843856"/>
                    </a:ext>
                  </a:extLst>
                </a:gridCol>
                <a:gridCol w="2130169">
                  <a:extLst>
                    <a:ext uri="{9D8B030D-6E8A-4147-A177-3AD203B41FA5}">
                      <a16:colId xmlns:a16="http://schemas.microsoft.com/office/drawing/2014/main" val="2164339227"/>
                    </a:ext>
                  </a:extLst>
                </a:gridCol>
                <a:gridCol w="6172750">
                  <a:extLst>
                    <a:ext uri="{9D8B030D-6E8A-4147-A177-3AD203B41FA5}">
                      <a16:colId xmlns:a16="http://schemas.microsoft.com/office/drawing/2014/main" val="3874186537"/>
                    </a:ext>
                  </a:extLst>
                </a:gridCol>
              </a:tblGrid>
              <a:tr h="237897">
                <a:tc>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L="91416" marR="91416" marT="35991" marB="35991" anchor="ctr">
                    <a:lnB w="12700" cap="flat" cmpd="sng" algn="ctr">
                      <a:solidFill>
                        <a:schemeClr val="accent1"/>
                      </a:solidFill>
                      <a:prstDash val="solid"/>
                      <a:round/>
                      <a:headEnd type="none" w="med" len="med"/>
                      <a:tailEnd type="none" w="med" len="med"/>
                    </a:lnB>
                  </a:tcPr>
                </a:tc>
                <a:tc gridSpan="3">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1" lang="ja-JP" altLang="en-US" sz="1200" b="0" kern="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滋賀　泰樹（シガ　ヤスキ）</a:t>
                      </a:r>
                    </a:p>
                  </a:txBody>
                  <a:tcPr marL="91416" marR="91416" marT="35991" marB="35991">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9037220"/>
                  </a:ext>
                </a:extLst>
              </a:tr>
              <a:tr h="23789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年齢</a:t>
                      </a:r>
                    </a:p>
                  </a:txBody>
                  <a:tcPr marL="91416" marR="91416" marT="35991" marB="35991"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gridSpan="3">
                  <a:txBody>
                    <a:bodyPr/>
                    <a:lstStyle/>
                    <a:p>
                      <a:r>
                        <a:rPr kumimoji="1" lang="en-US" altLang="ja-JP" sz="1200" dirty="0">
                          <a:solidFill>
                            <a:schemeClr val="tx1"/>
                          </a:solidFill>
                          <a:latin typeface="メイリオ" panose="020B0604030504040204" pitchFamily="50" charset="-128"/>
                          <a:ea typeface="メイリオ" panose="020B0604030504040204" pitchFamily="50" charset="-128"/>
                        </a:rPr>
                        <a:t>50</a:t>
                      </a:r>
                      <a:r>
                        <a:rPr kumimoji="1" lang="ja-JP" altLang="en-US" sz="1200" dirty="0">
                          <a:solidFill>
                            <a:schemeClr val="tx1"/>
                          </a:solidFill>
                          <a:latin typeface="メイリオ" panose="020B0604030504040204" pitchFamily="50" charset="-128"/>
                          <a:ea typeface="メイリオ" panose="020B0604030504040204" pitchFamily="50" charset="-128"/>
                        </a:rPr>
                        <a:t>歳</a:t>
                      </a:r>
                    </a:p>
                  </a:txBody>
                  <a:tcPr marL="91416" marR="91416" marT="35991" marB="35991">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111191732"/>
                  </a:ext>
                </a:extLst>
              </a:tr>
              <a:tr h="237897">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役割</a:t>
                      </a:r>
                    </a:p>
                  </a:txBody>
                  <a:tcPr marL="91416" marR="91416" marT="35991" marB="35991" anchor="ctr">
                    <a:lnT w="12700" cap="flat" cmpd="sng" algn="ctr">
                      <a:solidFill>
                        <a:schemeClr val="accent1"/>
                      </a:solidFill>
                      <a:prstDash val="solid"/>
                      <a:round/>
                      <a:headEnd type="none" w="med" len="med"/>
                      <a:tailEnd type="none" w="med" len="med"/>
                    </a:lnT>
                  </a:tcPr>
                </a:tc>
                <a:tc gridSpan="3">
                  <a:txBody>
                    <a:bodyPr/>
                    <a:lstStyle/>
                    <a:p>
                      <a:r>
                        <a:rPr kumimoji="1" lang="ja-JP" altLang="en-US" sz="1200" dirty="0">
                          <a:solidFill>
                            <a:schemeClr val="tx1"/>
                          </a:solidFill>
                          <a:latin typeface="メイリオ" panose="020B0604030504040204" pitchFamily="50" charset="-128"/>
                          <a:ea typeface="メイリオ" panose="020B0604030504040204" pitchFamily="50" charset="-128"/>
                        </a:rPr>
                        <a:t>専門職</a:t>
                      </a:r>
                      <a:endParaRPr kumimoji="1"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lnT w="12700" cap="flat" cmpd="sng" algn="ctr">
                      <a:solidFill>
                        <a:schemeClr val="accent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36610081"/>
                  </a:ext>
                </a:extLst>
              </a:tr>
              <a:tr h="408604">
                <a:tc rowSpan="5">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経験</a:t>
                      </a:r>
                    </a:p>
                  </a:txBody>
                  <a:tcPr marL="91416" marR="91416" marT="35991" marB="35991" anchor="ctr">
                    <a:solidFill>
                      <a:schemeClr val="accent1">
                        <a:alpha val="20000"/>
                      </a:schemeClr>
                    </a:solidFill>
                  </a:tcPr>
                </a:tc>
                <a:tc>
                  <a:txBody>
                    <a:bodyPr/>
                    <a:lstStyle/>
                    <a:p>
                      <a:pPr algn="ctr"/>
                      <a:r>
                        <a:rPr lang="ja-JP" altLang="en-US" sz="1200" dirty="0">
                          <a:solidFill>
                            <a:schemeClr val="tx1"/>
                          </a:solidFill>
                          <a:latin typeface="メイリオ" panose="020B0604030504040204" pitchFamily="50" charset="-128"/>
                          <a:ea typeface="メイリオ" panose="020B0604030504040204" pitchFamily="50" charset="-128"/>
                        </a:rPr>
                        <a:t>①</a:t>
                      </a:r>
                      <a:endParaRPr lang="en-US" altLang="ja-JP" sz="1200" dirty="0">
                        <a:solidFill>
                          <a:schemeClr val="tx1"/>
                        </a:solidFill>
                        <a:latin typeface="メイリオ" panose="020B0604030504040204" pitchFamily="50" charset="-128"/>
                        <a:ea typeface="メイリオ"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ネットワーク設計・構築</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solidFill>
                      <a:srgbClr val="0070C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・データセンターを中心に広域</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LAN</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の構築、運用</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・データセンターサービス提供用のネットワーク構築、運用</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extLst>
                  <a:ext uri="{0D108BD9-81ED-4DB2-BD59-A6C34878D82A}">
                    <a16:rowId xmlns:a16="http://schemas.microsoft.com/office/drawing/2014/main" val="3460698865"/>
                  </a:ext>
                </a:extLst>
              </a:tr>
              <a:tr h="579310">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②</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セキュリティサービス提供</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MMS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のセキュリティアナリスト管理、サービス改善（分析ツールの開発）</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VPN</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ネットワークの設計・構築</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F/W</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販売、構築、保守</a:t>
                      </a:r>
                    </a:p>
                  </a:txBody>
                  <a:tcPr marL="91416" marR="91416" marT="35991" marB="35991" anchor="ctr"/>
                </a:tc>
                <a:extLst>
                  <a:ext uri="{0D108BD9-81ED-4DB2-BD59-A6C34878D82A}">
                    <a16:rowId xmlns:a16="http://schemas.microsoft.com/office/drawing/2014/main" val="3369719249"/>
                  </a:ext>
                </a:extLst>
              </a:tr>
              <a:tr h="579310">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③</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サービスの運営、提供</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オペレーションサービスの運営管理</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DC</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システム監視サービスの運営管理</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・サービスインフラの設計・構築・運用・保守</a:t>
                      </a:r>
                    </a:p>
                  </a:txBody>
                  <a:tcPr marL="91416" marR="91416" marT="35991" marB="35991" anchor="ctr"/>
                </a:tc>
                <a:extLst>
                  <a:ext uri="{0D108BD9-81ED-4DB2-BD59-A6C34878D82A}">
                    <a16:rowId xmlns:a16="http://schemas.microsoft.com/office/drawing/2014/main" val="748017604"/>
                  </a:ext>
                </a:extLst>
              </a:tr>
              <a:tr h="408604">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④</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業務改善プロダクトの販売・構築</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WebDB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ETL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RPA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などのプロダクト販売、構築</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主な製品：</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Pleasnater</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Waha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Tranceformaer</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Xoblos</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p>
                  </a:txBody>
                  <a:tcPr marL="91416" marR="91416" marT="35991" marB="35991" anchor="ctr"/>
                </a:tc>
                <a:extLst>
                  <a:ext uri="{0D108BD9-81ED-4DB2-BD59-A6C34878D82A}">
                    <a16:rowId xmlns:a16="http://schemas.microsoft.com/office/drawing/2014/main" val="2718211247"/>
                  </a:ext>
                </a:extLst>
              </a:tr>
              <a:tr h="444434">
                <a:tc vMerge="1">
                  <a:txBody>
                    <a:bodyPr/>
                    <a:lstStyle/>
                    <a:p>
                      <a:endParaRPr kumimoji="1" lang="ja-JP" altLang="en-US" sz="1200" b="1" dirty="0">
                        <a:solidFill>
                          <a:schemeClr val="tx1">
                            <a:lumMod val="50000"/>
                          </a:schemeClr>
                        </a:solidFill>
                        <a:latin typeface="メイリオ" panose="020B0604030504040204" pitchFamily="50" charset="-128"/>
                        <a:ea typeface="メイリオ" panose="020B0604030504040204" pitchFamily="50" charset="-128"/>
                      </a:endParaRPr>
                    </a:p>
                  </a:txBody>
                  <a:tcPr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⑤</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社内</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DX</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推進</a:t>
                      </a:r>
                    </a:p>
                  </a:txBody>
                  <a:tcPr marL="91416" marR="91416" marT="35991" marB="3599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・全社</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WebDB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の企画、設計、構築、運営</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PowerBI</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による情報分析（トラブル分析、全社員の技量・力量分析等）</a:t>
                      </a:r>
                    </a:p>
                  </a:txBody>
                  <a:tcPr marL="91416" marR="91416" marT="35991" marB="35991" anchor="ctr"/>
                </a:tc>
                <a:extLst>
                  <a:ext uri="{0D108BD9-81ED-4DB2-BD59-A6C34878D82A}">
                    <a16:rowId xmlns:a16="http://schemas.microsoft.com/office/drawing/2014/main" val="2983365184"/>
                  </a:ext>
                </a:extLst>
              </a:tr>
              <a:tr h="2115670">
                <a:tc>
                  <a:txBody>
                    <a:bodyPr/>
                    <a:lstStyle/>
                    <a:p>
                      <a:r>
                        <a:rPr kumimoji="1" lang="ja-JP" altLang="en-US" sz="1200" b="1" dirty="0">
                          <a:solidFill>
                            <a:schemeClr val="tx1">
                              <a:lumMod val="50000"/>
                            </a:schemeClr>
                          </a:solidFill>
                          <a:latin typeface="メイリオ" panose="020B0604030504040204" pitchFamily="50" charset="-128"/>
                          <a:ea typeface="メイリオ" panose="020B0604030504040204" pitchFamily="50" charset="-128"/>
                        </a:rPr>
                        <a:t>得意分野</a:t>
                      </a:r>
                    </a:p>
                  </a:txBody>
                  <a:tcPr marL="91416" marR="91416" marT="35991" marB="35991" anchor="ct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言語　　：</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ExcelVBA</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JavaScript</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HTML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Perl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PHP</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WebDB</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：サイボウズデヂエ、</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Pleasanter</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、楽楽販売</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ETL</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Waha</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Transformer</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XoBlos</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BI</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PowerBI</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err="1">
                          <a:solidFill>
                            <a:schemeClr val="tx1"/>
                          </a:solidFill>
                          <a:latin typeface="メイリオ" panose="020B0604030504040204" pitchFamily="50" charset="-128"/>
                          <a:ea typeface="メイリオ" panose="020B0604030504040204" pitchFamily="50" charset="-128"/>
                          <a:cs typeface="Meiryo UI" panose="020B0604030504040204" pitchFamily="50" charset="-128"/>
                        </a:rPr>
                        <a:t>MetaBase</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保有資格：</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JP1</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認定プロフェッショナル（ネットワーク管理）、ビジネスプロセス革新エンジニア（</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BPIE</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endPar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               PMI-PMP</a:t>
                      </a:r>
                      <a:r>
                        <a:rPr kumimoji="1" lang="ja-JP" altLang="en-US"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a:t>
                      </a:r>
                      <a:r>
                        <a:rPr kumimoji="1" lang="en-US" altLang="ja-JP" sz="1200" b="0" kern="1200" baseline="0" dirty="0">
                          <a:solidFill>
                            <a:schemeClr val="tx1"/>
                          </a:solidFill>
                          <a:latin typeface="メイリオ" panose="020B0604030504040204" pitchFamily="50" charset="-128"/>
                          <a:ea typeface="メイリオ" panose="020B0604030504040204" pitchFamily="50" charset="-128"/>
                          <a:cs typeface="Meiryo UI" panose="020B0604030504040204" pitchFamily="50" charset="-128"/>
                        </a:rPr>
                        <a:t>PMI-ACP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・様々な製品の販売から設計、構築、運用の経験あり</a:t>
                      </a:r>
                      <a:endParaRPr lang="en-US" altLang="ja-JP" sz="120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dirty="0">
                          <a:solidFill>
                            <a:schemeClr val="tx1"/>
                          </a:solidFill>
                          <a:latin typeface="メイリオ" panose="020B0604030504040204" pitchFamily="50" charset="-128"/>
                          <a:ea typeface="メイリオ" panose="020B0604030504040204" pitchFamily="50" charset="-128"/>
                        </a:rPr>
                        <a:t>・小中規模ではあるが</a:t>
                      </a:r>
                      <a:r>
                        <a:rPr lang="en-US" altLang="ja-JP" sz="1200" dirty="0">
                          <a:solidFill>
                            <a:schemeClr val="tx1"/>
                          </a:solidFill>
                          <a:latin typeface="メイリオ" panose="020B0604030504040204" pitchFamily="50" charset="-128"/>
                          <a:ea typeface="メイリオ" panose="020B0604030504040204" pitchFamily="50" charset="-128"/>
                        </a:rPr>
                        <a:t>PM</a:t>
                      </a:r>
                      <a:r>
                        <a:rPr lang="ja-JP" altLang="en-US" sz="1200" dirty="0">
                          <a:solidFill>
                            <a:schemeClr val="tx1"/>
                          </a:solidFill>
                          <a:latin typeface="メイリオ" panose="020B0604030504040204" pitchFamily="50" charset="-128"/>
                          <a:ea typeface="メイリオ" panose="020B0604030504040204" pitchFamily="50" charset="-128"/>
                        </a:rPr>
                        <a:t>・</a:t>
                      </a:r>
                      <a:r>
                        <a:rPr lang="en-US" altLang="ja-JP" sz="1200" dirty="0">
                          <a:solidFill>
                            <a:schemeClr val="tx1"/>
                          </a:solidFill>
                          <a:latin typeface="メイリオ" panose="020B0604030504040204" pitchFamily="50" charset="-128"/>
                          <a:ea typeface="メイリオ" panose="020B0604030504040204" pitchFamily="50" charset="-128"/>
                        </a:rPr>
                        <a:t>PL</a:t>
                      </a:r>
                      <a:r>
                        <a:rPr lang="ja-JP" altLang="en-US" sz="1200" dirty="0">
                          <a:solidFill>
                            <a:schemeClr val="tx1"/>
                          </a:solidFill>
                          <a:latin typeface="メイリオ" panose="020B0604030504040204" pitchFamily="50" charset="-128"/>
                          <a:ea typeface="メイリオ" panose="020B0604030504040204" pitchFamily="50" charset="-128"/>
                        </a:rPr>
                        <a:t>等のプロジェクト管理を担当しアジャイルにも精通</a:t>
                      </a:r>
                    </a:p>
                    <a:p>
                      <a:pPr lvl="0" algn="l">
                        <a:buNone/>
                      </a:pP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・インフラ、アプリ開発、幅広い技術経験</a:t>
                      </a:r>
                      <a:endParaRPr lang="en-US" altLang="ja-JP" sz="1200" b="0" i="0" u="none" strike="noStrike" noProof="0" dirty="0">
                        <a:solidFill>
                          <a:schemeClr val="tx1"/>
                        </a:solidFill>
                        <a:latin typeface="メイリオ" panose="020B0604030504040204" pitchFamily="50" charset="-128"/>
                        <a:ea typeface="メイリオ" panose="020B0604030504040204" pitchFamily="50" charset="-128"/>
                      </a:endParaRPr>
                    </a:p>
                    <a:p>
                      <a:pPr lvl="0" algn="l">
                        <a:buNone/>
                      </a:pP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・業務やサービスの改善経験が豊富（特に</a:t>
                      </a:r>
                      <a:r>
                        <a:rPr lang="en-US" altLang="ja-JP" sz="1200" b="0" i="0" u="none" strike="noStrike" noProof="0" dirty="0">
                          <a:solidFill>
                            <a:schemeClr val="tx1"/>
                          </a:solidFill>
                          <a:latin typeface="メイリオ" panose="020B0604030504040204" pitchFamily="50" charset="-128"/>
                          <a:ea typeface="メイリオ" panose="020B0604030504040204" pitchFamily="50" charset="-128"/>
                        </a:rPr>
                        <a:t>IT</a:t>
                      </a:r>
                      <a:r>
                        <a:rPr lang="ja-JP" altLang="en-US" sz="1200" b="0" i="0" u="none" strike="noStrike" noProof="0" dirty="0">
                          <a:solidFill>
                            <a:schemeClr val="tx1"/>
                          </a:solidFill>
                          <a:latin typeface="メイリオ" panose="020B0604030504040204" pitchFamily="50" charset="-128"/>
                          <a:ea typeface="メイリオ" panose="020B0604030504040204" pitchFamily="50" charset="-128"/>
                        </a:rPr>
                        <a:t>サービス系）</a:t>
                      </a:r>
                      <a:endParaRPr lang="en-US" altLang="ja-JP" sz="1000" b="0" i="0" u="none" strike="noStrike" noProof="0" dirty="0">
                        <a:solidFill>
                          <a:schemeClr val="tx1"/>
                        </a:solidFill>
                        <a:latin typeface="メイリオ" panose="020B0604030504040204" pitchFamily="50" charset="-128"/>
                        <a:ea typeface="メイリオ" panose="020B0604030504040204" pitchFamily="50" charset="-128"/>
                      </a:endParaRPr>
                    </a:p>
                  </a:txBody>
                  <a:tcPr marL="91416" marR="91416" marT="35991" marB="35991"/>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32255738"/>
                  </a:ext>
                </a:extLst>
              </a:tr>
            </a:tbl>
          </a:graphicData>
        </a:graphic>
      </p:graphicFrame>
      <p:sp>
        <p:nvSpPr>
          <p:cNvPr id="29" name="四角形: 角を丸くする 28">
            <a:extLst>
              <a:ext uri="{FF2B5EF4-FFF2-40B4-BE49-F238E27FC236}">
                <a16:creationId xmlns:a16="http://schemas.microsoft.com/office/drawing/2014/main" id="{C1025A04-95CE-72D7-EA56-31872EC85FBA}"/>
              </a:ext>
            </a:extLst>
          </p:cNvPr>
          <p:cNvSpPr/>
          <p:nvPr/>
        </p:nvSpPr>
        <p:spPr>
          <a:xfrm>
            <a:off x="132947" y="776708"/>
            <a:ext cx="1403659" cy="1402925"/>
          </a:xfrm>
          <a:prstGeom prst="roundRect">
            <a:avLst>
              <a:gd name="adj" fmla="val 10000"/>
            </a:avLst>
          </a:prstGeom>
          <a:scene3d>
            <a:camera prst="orthographicFront"/>
            <a:lightRig rig="threePt" dir="t"/>
          </a:scene3d>
          <a:sp3d>
            <a:bevelT w="139700" prst="cross"/>
          </a:sp3d>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pPr defTabSz="914126">
              <a:defRPr/>
            </a:pPr>
            <a:endParaRPr lang="ja-JP" altLang="en-US" sz="1799">
              <a:solidFill>
                <a:srgbClr val="4D4D4D">
                  <a:hueOff val="0"/>
                  <a:satOff val="0"/>
                  <a:lumOff val="0"/>
                  <a:alphaOff val="0"/>
                </a:srgbClr>
              </a:solidFill>
              <a:latin typeface="Meiryo UI"/>
              <a:ea typeface="Meiryo UI"/>
            </a:endParaRPr>
          </a:p>
        </p:txBody>
      </p:sp>
      <p:sp>
        <p:nvSpPr>
          <p:cNvPr id="30" name="四角形: 角を丸くする 29">
            <a:extLst>
              <a:ext uri="{FF2B5EF4-FFF2-40B4-BE49-F238E27FC236}">
                <a16:creationId xmlns:a16="http://schemas.microsoft.com/office/drawing/2014/main" id="{5B934085-8213-8C31-CDE6-299CD977C815}"/>
              </a:ext>
            </a:extLst>
          </p:cNvPr>
          <p:cNvSpPr/>
          <p:nvPr/>
        </p:nvSpPr>
        <p:spPr>
          <a:xfrm>
            <a:off x="301488" y="958473"/>
            <a:ext cx="1066570" cy="1039395"/>
          </a:xfrm>
          <a:prstGeom prst="roundRect">
            <a:avLst>
              <a:gd name="adj" fmla="val 10000"/>
            </a:avLst>
          </a:prstGeom>
          <a: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defTabSz="914126">
              <a:defRPr/>
            </a:pPr>
            <a:endParaRPr lang="ja-JP" altLang="en-US" sz="1799">
              <a:solidFill>
                <a:srgbClr val="FFFFFF">
                  <a:hueOff val="0"/>
                  <a:satOff val="0"/>
                  <a:lumOff val="0"/>
                  <a:alphaOff val="0"/>
                </a:srgbClr>
              </a:solidFill>
              <a:latin typeface="Meiryo UI"/>
              <a:ea typeface="Meiryo UI"/>
            </a:endParaRPr>
          </a:p>
        </p:txBody>
      </p:sp>
      <p:sp>
        <p:nvSpPr>
          <p:cNvPr id="4" name="テキスト ボックス 3">
            <a:extLst>
              <a:ext uri="{FF2B5EF4-FFF2-40B4-BE49-F238E27FC236}">
                <a16:creationId xmlns:a16="http://schemas.microsoft.com/office/drawing/2014/main" id="{4B2B23CF-8BED-2B38-F5F1-EE7919695316}"/>
              </a:ext>
            </a:extLst>
          </p:cNvPr>
          <p:cNvSpPr txBox="1"/>
          <p:nvPr/>
        </p:nvSpPr>
        <p:spPr>
          <a:xfrm>
            <a:off x="10440412" y="281156"/>
            <a:ext cx="1130472" cy="367777"/>
          </a:xfrm>
          <a:prstGeom prst="roundRect">
            <a:avLst>
              <a:gd name="adj" fmla="val 50000"/>
            </a:avLst>
          </a:prstGeom>
          <a:solidFill>
            <a:schemeClr val="accent2">
              <a:lumMod val="40000"/>
              <a:lumOff val="60000"/>
            </a:schemeClr>
          </a:solidFill>
        </p:spPr>
        <p:txBody>
          <a:bodyPr wrap="none" rtlCol="0">
            <a:spAutoFit/>
          </a:bodyPr>
          <a:lstStyle/>
          <a:p>
            <a:pPr algn="ctr" defTabSz="914126">
              <a:defRPr/>
            </a:pPr>
            <a:r>
              <a:rPr lang="ja-JP" altLang="en-US" sz="1100" dirty="0">
                <a:solidFill>
                  <a:srgbClr val="4D4D4D"/>
                </a:solidFill>
                <a:latin typeface="Meiryo UI" panose="020B0604030504040204" pitchFamily="50" charset="-128"/>
                <a:ea typeface="Meiryo UI" panose="020B0604030504040204" pitchFamily="50" charset="-128"/>
              </a:rPr>
              <a:t>勤務地：東京</a:t>
            </a:r>
          </a:p>
        </p:txBody>
      </p:sp>
    </p:spTree>
    <p:extLst>
      <p:ext uri="{BB962C8B-B14F-4D97-AF65-F5344CB8AC3E}">
        <p14:creationId xmlns:p14="http://schemas.microsoft.com/office/powerpoint/2010/main" val="524909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12BDB-4601-9CBC-F5AA-8A7723D3C05F}"/>
            </a:ext>
          </a:extLst>
        </p:cNvPr>
        <p:cNvGrpSpPr/>
        <p:nvPr/>
      </p:nvGrpSpPr>
      <p:grpSpPr>
        <a:xfrm>
          <a:off x="0" y="0"/>
          <a:ext cx="0" cy="0"/>
          <a:chOff x="0" y="0"/>
          <a:chExt cx="0" cy="0"/>
        </a:xfrm>
      </p:grpSpPr>
      <p:sp>
        <p:nvSpPr>
          <p:cNvPr id="10" name="テキスト プレースホルダー 9">
            <a:extLst>
              <a:ext uri="{FF2B5EF4-FFF2-40B4-BE49-F238E27FC236}">
                <a16:creationId xmlns:a16="http://schemas.microsoft.com/office/drawing/2014/main" id="{3C627198-1270-88B2-BA74-11318ACB8251}"/>
              </a:ext>
            </a:extLst>
          </p:cNvPr>
          <p:cNvSpPr>
            <a:spLocks noGrp="1"/>
          </p:cNvSpPr>
          <p:nvPr>
            <p:ph type="body" sz="quarter" idx="12"/>
          </p:nvPr>
        </p:nvSpPr>
        <p:spPr/>
        <p:txBody>
          <a:bodyPr/>
          <a:lstStyle/>
          <a:p>
            <a:r>
              <a:rPr lang="ja-JP" altLang="en-US" sz="2800" dirty="0"/>
              <a:t>契約形態</a:t>
            </a:r>
            <a:r>
              <a:rPr lang="en-US" altLang="ja-JP" sz="2800" dirty="0"/>
              <a:t>/</a:t>
            </a:r>
            <a:r>
              <a:rPr lang="ja-JP" altLang="en-US" sz="2800" dirty="0"/>
              <a:t>見積前提条件（</a:t>
            </a:r>
            <a:r>
              <a:rPr lang="en-US" altLang="ja-JP" sz="2800" dirty="0"/>
              <a:t>1/2</a:t>
            </a:r>
            <a:r>
              <a:rPr lang="ja-JP" altLang="en-US" sz="2800" dirty="0"/>
              <a:t>）</a:t>
            </a:r>
          </a:p>
        </p:txBody>
      </p:sp>
      <p:sp>
        <p:nvSpPr>
          <p:cNvPr id="2" name="コンテンツ プレースホルダー 3">
            <a:extLst>
              <a:ext uri="{FF2B5EF4-FFF2-40B4-BE49-F238E27FC236}">
                <a16:creationId xmlns:a16="http://schemas.microsoft.com/office/drawing/2014/main" id="{CF264C06-97E2-4458-FA81-140E690E78F7}"/>
              </a:ext>
            </a:extLst>
          </p:cNvPr>
          <p:cNvSpPr txBox="1">
            <a:spLocks/>
          </p:cNvSpPr>
          <p:nvPr/>
        </p:nvSpPr>
        <p:spPr>
          <a:xfrm>
            <a:off x="152774" y="800708"/>
            <a:ext cx="11883886" cy="5688632"/>
          </a:xfrm>
          <a:prstGeom prst="rect">
            <a:avLst/>
          </a:prstGeom>
        </p:spPr>
        <p:txBody>
          <a:bodyPr/>
          <a:lstStyle>
            <a:lvl1pPr marL="389616" indent="-389616" algn="l" defTabSz="1038977" rtl="0" eaLnBrk="1" latinLnBrk="0" hangingPunct="1">
              <a:spcBef>
                <a:spcPct val="20000"/>
              </a:spcBef>
              <a:buFont typeface="Arial" pitchFamily="34" charset="0"/>
              <a:buChar char="•"/>
              <a:defRPr kumimoji="1" sz="3600" kern="1200">
                <a:solidFill>
                  <a:schemeClr val="tx1"/>
                </a:solidFill>
                <a:latin typeface="Yu Gothic UI" panose="020B0500000000000000" pitchFamily="50" charset="-128"/>
                <a:ea typeface="Yu Gothic UI" panose="020B0500000000000000" pitchFamily="50" charset="-128"/>
                <a:cs typeface="+mn-cs"/>
              </a:defRPr>
            </a:lvl1pPr>
            <a:lvl2pPr marL="844168" indent="-324680" algn="l" defTabSz="1038977" rtl="0" eaLnBrk="1" latinLnBrk="0" hangingPunct="1">
              <a:spcBef>
                <a:spcPct val="20000"/>
              </a:spcBef>
              <a:buFont typeface="Arial" pitchFamily="34" charset="0"/>
              <a:buChar char="–"/>
              <a:defRPr kumimoji="1" sz="3200" kern="1200">
                <a:solidFill>
                  <a:schemeClr val="tx1"/>
                </a:solidFill>
                <a:latin typeface="Yu Gothic UI" panose="020B0500000000000000" pitchFamily="50" charset="-128"/>
                <a:ea typeface="Yu Gothic UI" panose="020B0500000000000000" pitchFamily="50" charset="-128"/>
                <a:cs typeface="+mn-cs"/>
              </a:defRPr>
            </a:lvl2pPr>
            <a:lvl3pPr marL="1298721" indent="-259744" algn="l" defTabSz="1038977" rtl="0" eaLnBrk="1" latinLnBrk="0" hangingPunct="1">
              <a:spcBef>
                <a:spcPct val="20000"/>
              </a:spcBef>
              <a:buFont typeface="Arial" pitchFamily="34" charset="0"/>
              <a:buChar char="•"/>
              <a:defRPr kumimoji="1" sz="2667" kern="1200">
                <a:solidFill>
                  <a:schemeClr val="tx1"/>
                </a:solidFill>
                <a:latin typeface="Yu Gothic UI" panose="020B0500000000000000" pitchFamily="50" charset="-128"/>
                <a:ea typeface="Yu Gothic UI" panose="020B0500000000000000" pitchFamily="50" charset="-128"/>
                <a:cs typeface="+mn-cs"/>
              </a:defRPr>
            </a:lvl3pPr>
            <a:lvl4pPr marL="1818208" indent="-259744" algn="l" defTabSz="1038977" rtl="0" eaLnBrk="1" latinLnBrk="0" hangingPunct="1">
              <a:spcBef>
                <a:spcPct val="20000"/>
              </a:spcBef>
              <a:buFont typeface="Arial" pitchFamily="34" charset="0"/>
              <a:buChar char="–"/>
              <a:defRPr kumimoji="1" sz="2267" kern="1200">
                <a:solidFill>
                  <a:schemeClr val="tx1"/>
                </a:solidFill>
                <a:latin typeface="Yu Gothic UI" panose="020B0500000000000000" pitchFamily="50" charset="-128"/>
                <a:ea typeface="Yu Gothic UI" panose="020B0500000000000000" pitchFamily="50" charset="-128"/>
                <a:cs typeface="+mn-cs"/>
              </a:defRPr>
            </a:lvl4pPr>
            <a:lvl5pPr marL="2337696" indent="-259744" algn="l" defTabSz="1038977" rtl="0" eaLnBrk="1" latinLnBrk="0" hangingPunct="1">
              <a:spcBef>
                <a:spcPct val="20000"/>
              </a:spcBef>
              <a:buFont typeface="Arial" pitchFamily="34" charset="0"/>
              <a:buChar char="»"/>
              <a:defRPr kumimoji="1" sz="2267" kern="1200">
                <a:solidFill>
                  <a:schemeClr val="tx1"/>
                </a:solidFill>
                <a:latin typeface="Yu Gothic UI" panose="020B0500000000000000" pitchFamily="50" charset="-128"/>
                <a:ea typeface="Yu Gothic UI" panose="020B0500000000000000" pitchFamily="50" charset="-128"/>
                <a:cs typeface="+mn-cs"/>
              </a:defRPr>
            </a:lvl5pPr>
            <a:lvl6pPr marL="2857185"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9pPr>
          </a:lstStyle>
          <a:p>
            <a:pPr marL="0" indent="0">
              <a:spcBef>
                <a:spcPct val="20000"/>
              </a:spcBef>
              <a:buNone/>
            </a:pPr>
            <a:r>
              <a:rPr lang="ja-JP" altLang="en-US"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●お見積り前提</a:t>
            </a: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弊社に起因する問題以外で本プロジェクトが中断または中止する場合は、以降の作業について別途お見積りをさせて頂きます。</a:t>
            </a:r>
            <a:endParaRPr lang="en-US" altLang="ja-JP" sz="14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buFont typeface="Arial" pitchFamily="34" charset="0"/>
              <a:buAutoNum type="arabicParenBoth"/>
            </a:pPr>
            <a:r>
              <a:rPr lang="ja-JP" altLang="en-US" sz="1400" dirty="0">
                <a:solidFill>
                  <a:srgbClr val="000000"/>
                </a:solidFill>
                <a:latin typeface="Meiryo UI" panose="020B0604030504040204" pitchFamily="50" charset="-128"/>
                <a:ea typeface="Meiryo UI" panose="020B0604030504040204" pitchFamily="50" charset="-128"/>
              </a:rPr>
              <a:t>本ご提案は履行割合型の準委任契約となります。役務提供となりますので成果物に対する契約不適合責任の追及はされないものとします。</a:t>
            </a:r>
            <a:endParaRPr lang="en-US" altLang="ja-JP" sz="1400" dirty="0">
              <a:solidFill>
                <a:srgbClr val="000000"/>
              </a:solidFill>
              <a:latin typeface="Meiryo UI" panose="020B0604030504040204" pitchFamily="50" charset="-128"/>
              <a:ea typeface="Meiryo UI"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作業場所は東京</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23</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区内を想定しています。</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23</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区外での作業が発生する場合は、別途交通費・宿泊費等の実費を請求させていただきます。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本書有効期限は、本書表紙記載の提示日より</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ヶ月間とさせて頂きます。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本書の著作権は弊社に帰属するものと致します。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本提案書に記載なき事項は、別途お見積をさせて頂きます。 </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基本作業時間は</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140</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160</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時間／人月とし、残業が発生した場合は別途清算とさせていただきます（</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基本作業時間に満たない場合の精算はございません）</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貴社起因（決定の変更、合意内容の変更、決定時期の遅延、体制構築不備、レビュの遅延）によりスケジュール遅延、変更が発生した際において追加で発生した費用は別途見積としてご提示致します。　</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スケジュールについては現時点でのスケジュールであり、プロジェクト開始時に見直しさせて頂きます。</a:t>
            </a: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実行体制については現時点での想定であり、必要があればプロジェクト開始時に見直しさせて頂きます。</a:t>
            </a: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貴社コミットメント層に対するプロジェクト状況報告や合意形成については、貴社プロジェクト管理層から実施をお願い致します。</a:t>
            </a:r>
          </a:p>
          <a:p>
            <a:pPr marL="360000" indent="-228600">
              <a:buFont typeface="Arial" pitchFamily="34" charset="0"/>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プロジェクト開始時点から、</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Informatica</a:t>
            </a:r>
            <a:r>
              <a:rPr lang="ja-JP" altLang="en-US" sz="1400" dirty="0">
                <a:solidFill>
                  <a:srgbClr val="000000"/>
                </a:solidFill>
                <a:latin typeface="Meiryo UI" panose="020B0604030504040204" pitchFamily="50" charset="-128"/>
                <a:ea typeface="Meiryo UI" panose="020B0604030504040204" pitchFamily="50" charset="-128"/>
              </a:rPr>
              <a:t>環境へ接続可能な端末や環境をご提供願います。</a:t>
            </a:r>
            <a:endParaRPr lang="en-US" altLang="ja-JP" sz="1400" dirty="0">
              <a:solidFill>
                <a:srgbClr val="000000"/>
              </a:solidFill>
              <a:latin typeface="Meiryo UI" panose="020B0604030504040204" pitchFamily="50" charset="-128"/>
              <a:ea typeface="Meiryo UI" panose="020B0604030504040204" pitchFamily="50" charset="-128"/>
            </a:endParaRPr>
          </a:p>
          <a:p>
            <a:pPr marL="360000" indent="-228600">
              <a:buFont typeface="Arial" pitchFamily="34" charset="0"/>
              <a:buAutoNum type="arabicParenBoth"/>
            </a:pPr>
            <a:endParaRPr lang="en-US" altLang="ja-JP" sz="1400" dirty="0">
              <a:solidFill>
                <a:srgbClr val="000000"/>
              </a:solidFill>
              <a:latin typeface="Meiryo UI" panose="020B0604030504040204" pitchFamily="50" charset="-128"/>
              <a:ea typeface="Meiryo UI" panose="020B0604030504040204" pitchFamily="50" charset="-128"/>
            </a:endParaRPr>
          </a:p>
          <a:p>
            <a:pPr marL="0" indent="0">
              <a:spcBef>
                <a:spcPct val="20000"/>
              </a:spcBef>
              <a:buNone/>
            </a:pPr>
            <a:r>
              <a:rPr lang="ja-JP" altLang="en-US"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●貴社とのコミュニケーションについて</a:t>
            </a: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各種レビューや会議は、原則リモートにて実施することを前提としますが、必要に応じて貴社会議室にて実施させて頂きます。会議の性質上、</a:t>
            </a:r>
            <a:b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貴社での開催が困難な場合は弊社オフィスにて実施するものと致します。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360000" indent="-228600">
              <a:spcBef>
                <a:spcPct val="20000"/>
              </a:spcBef>
              <a:buAutoNum type="arabicParenBoth"/>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議事録</a:t>
            </a:r>
            <a:r>
              <a:rPr lang="ja-JP" altLang="en-US" sz="140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が必要となる場合</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は原則弊社が作成するものと致します。また、議事録は貴社に提出後、</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営業日以内に御承認頂けるものとします。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241232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83963-DAC3-F82B-8A68-71C69DDDD68D}"/>
            </a:ext>
          </a:extLst>
        </p:cNvPr>
        <p:cNvGrpSpPr/>
        <p:nvPr/>
      </p:nvGrpSpPr>
      <p:grpSpPr>
        <a:xfrm>
          <a:off x="0" y="0"/>
          <a:ext cx="0" cy="0"/>
          <a:chOff x="0" y="0"/>
          <a:chExt cx="0" cy="0"/>
        </a:xfrm>
      </p:grpSpPr>
      <p:sp>
        <p:nvSpPr>
          <p:cNvPr id="10" name="テキスト プレースホルダー 9">
            <a:extLst>
              <a:ext uri="{FF2B5EF4-FFF2-40B4-BE49-F238E27FC236}">
                <a16:creationId xmlns:a16="http://schemas.microsoft.com/office/drawing/2014/main" id="{5B952EE8-3505-8415-A8A0-34A9FA33E5B2}"/>
              </a:ext>
            </a:extLst>
          </p:cNvPr>
          <p:cNvSpPr>
            <a:spLocks noGrp="1"/>
          </p:cNvSpPr>
          <p:nvPr>
            <p:ph type="body" sz="quarter" idx="12"/>
          </p:nvPr>
        </p:nvSpPr>
        <p:spPr/>
        <p:txBody>
          <a:bodyPr/>
          <a:lstStyle/>
          <a:p>
            <a:r>
              <a:rPr lang="ja-JP" altLang="en-US" sz="2800" dirty="0"/>
              <a:t>契約形態</a:t>
            </a:r>
            <a:r>
              <a:rPr lang="en-US" altLang="ja-JP" sz="2800" dirty="0"/>
              <a:t>/</a:t>
            </a:r>
            <a:r>
              <a:rPr lang="ja-JP" altLang="en-US" sz="2800" dirty="0"/>
              <a:t>見積前提条件（</a:t>
            </a:r>
            <a:r>
              <a:rPr lang="en-US" altLang="ja-JP" sz="2800" dirty="0"/>
              <a:t>2/2</a:t>
            </a:r>
            <a:r>
              <a:rPr lang="ja-JP" altLang="en-US" sz="2800" dirty="0"/>
              <a:t>）</a:t>
            </a:r>
          </a:p>
        </p:txBody>
      </p:sp>
      <p:sp>
        <p:nvSpPr>
          <p:cNvPr id="3" name="コンテンツ プレースホルダー 3">
            <a:extLst>
              <a:ext uri="{FF2B5EF4-FFF2-40B4-BE49-F238E27FC236}">
                <a16:creationId xmlns:a16="http://schemas.microsoft.com/office/drawing/2014/main" id="{D3EB3D6E-463B-54E1-F21E-8F8B9FCAF666}"/>
              </a:ext>
            </a:extLst>
          </p:cNvPr>
          <p:cNvSpPr txBox="1">
            <a:spLocks/>
          </p:cNvSpPr>
          <p:nvPr/>
        </p:nvSpPr>
        <p:spPr>
          <a:xfrm>
            <a:off x="152774" y="800708"/>
            <a:ext cx="11883886" cy="5724636"/>
          </a:xfrm>
          <a:prstGeom prst="rect">
            <a:avLst/>
          </a:prstGeom>
        </p:spPr>
        <p:txBody>
          <a:bodyPr/>
          <a:lstStyle>
            <a:lvl1pPr marL="389616" indent="-389616" algn="l" defTabSz="1038977" rtl="0" eaLnBrk="1" latinLnBrk="0" hangingPunct="1">
              <a:spcBef>
                <a:spcPct val="20000"/>
              </a:spcBef>
              <a:buFont typeface="Arial" pitchFamily="34" charset="0"/>
              <a:buChar char="•"/>
              <a:defRPr kumimoji="1" sz="3600" kern="1200">
                <a:solidFill>
                  <a:schemeClr val="tx1"/>
                </a:solidFill>
                <a:latin typeface="Yu Gothic UI" panose="020B0500000000000000" pitchFamily="50" charset="-128"/>
                <a:ea typeface="Yu Gothic UI" panose="020B0500000000000000" pitchFamily="50" charset="-128"/>
                <a:cs typeface="+mn-cs"/>
              </a:defRPr>
            </a:lvl1pPr>
            <a:lvl2pPr marL="844168" indent="-324680" algn="l" defTabSz="1038977" rtl="0" eaLnBrk="1" latinLnBrk="0" hangingPunct="1">
              <a:spcBef>
                <a:spcPct val="20000"/>
              </a:spcBef>
              <a:buFont typeface="Arial" pitchFamily="34" charset="0"/>
              <a:buChar char="–"/>
              <a:defRPr kumimoji="1" sz="3200" kern="1200">
                <a:solidFill>
                  <a:schemeClr val="tx1"/>
                </a:solidFill>
                <a:latin typeface="Yu Gothic UI" panose="020B0500000000000000" pitchFamily="50" charset="-128"/>
                <a:ea typeface="Yu Gothic UI" panose="020B0500000000000000" pitchFamily="50" charset="-128"/>
                <a:cs typeface="+mn-cs"/>
              </a:defRPr>
            </a:lvl2pPr>
            <a:lvl3pPr marL="1298721" indent="-259744" algn="l" defTabSz="1038977" rtl="0" eaLnBrk="1" latinLnBrk="0" hangingPunct="1">
              <a:spcBef>
                <a:spcPct val="20000"/>
              </a:spcBef>
              <a:buFont typeface="Arial" pitchFamily="34" charset="0"/>
              <a:buChar char="•"/>
              <a:defRPr kumimoji="1" sz="2667" kern="1200">
                <a:solidFill>
                  <a:schemeClr val="tx1"/>
                </a:solidFill>
                <a:latin typeface="Yu Gothic UI" panose="020B0500000000000000" pitchFamily="50" charset="-128"/>
                <a:ea typeface="Yu Gothic UI" panose="020B0500000000000000" pitchFamily="50" charset="-128"/>
                <a:cs typeface="+mn-cs"/>
              </a:defRPr>
            </a:lvl3pPr>
            <a:lvl4pPr marL="1818208" indent="-259744" algn="l" defTabSz="1038977" rtl="0" eaLnBrk="1" latinLnBrk="0" hangingPunct="1">
              <a:spcBef>
                <a:spcPct val="20000"/>
              </a:spcBef>
              <a:buFont typeface="Arial" pitchFamily="34" charset="0"/>
              <a:buChar char="–"/>
              <a:defRPr kumimoji="1" sz="2267" kern="1200">
                <a:solidFill>
                  <a:schemeClr val="tx1"/>
                </a:solidFill>
                <a:latin typeface="Yu Gothic UI" panose="020B0500000000000000" pitchFamily="50" charset="-128"/>
                <a:ea typeface="Yu Gothic UI" panose="020B0500000000000000" pitchFamily="50" charset="-128"/>
                <a:cs typeface="+mn-cs"/>
              </a:defRPr>
            </a:lvl4pPr>
            <a:lvl5pPr marL="2337696" indent="-259744" algn="l" defTabSz="1038977" rtl="0" eaLnBrk="1" latinLnBrk="0" hangingPunct="1">
              <a:spcBef>
                <a:spcPct val="20000"/>
              </a:spcBef>
              <a:buFont typeface="Arial" pitchFamily="34" charset="0"/>
              <a:buChar char="»"/>
              <a:defRPr kumimoji="1" sz="2267" kern="1200">
                <a:solidFill>
                  <a:schemeClr val="tx1"/>
                </a:solidFill>
                <a:latin typeface="Yu Gothic UI" panose="020B0500000000000000" pitchFamily="50" charset="-128"/>
                <a:ea typeface="Yu Gothic UI" panose="020B0500000000000000" pitchFamily="50" charset="-128"/>
                <a:cs typeface="+mn-cs"/>
              </a:defRPr>
            </a:lvl5pPr>
            <a:lvl6pPr marL="2857185"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kumimoji="1" sz="2267" kern="1200">
                <a:solidFill>
                  <a:schemeClr val="tx1"/>
                </a:solidFill>
                <a:latin typeface="+mn-lt"/>
                <a:ea typeface="+mn-ea"/>
                <a:cs typeface="+mn-cs"/>
              </a:defRPr>
            </a:lvl9pPr>
          </a:lstStyle>
          <a:p>
            <a:pPr marL="0" indent="0">
              <a:spcBef>
                <a:spcPct val="20000"/>
              </a:spcBef>
              <a:buNone/>
            </a:pPr>
            <a:r>
              <a:rPr lang="ja-JP" altLang="en-US"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●納品・検収について</a:t>
            </a:r>
          </a:p>
          <a:p>
            <a:pPr marL="108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納品させていただくドキュメントのフォーマットにつきましては、弊社指定フォーマットで納めさせていただきます。</a:t>
            </a:r>
          </a:p>
          <a:p>
            <a:pPr marL="108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検収は貴社との納品物レビュー実施後、貴社ご担当者様承認印をもって検収を完了とさせて頂きます。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08000" indent="0">
              <a:spcBef>
                <a:spcPct val="20000"/>
              </a:spcBef>
              <a:buNone/>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納品物一式の納品は別途日程調整の上、貴社ご指定の場所に納品させて頂きます。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08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 </a:t>
            </a:r>
            <a:r>
              <a:rPr lang="ja-JP" altLang="en-US"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検収期間は、納入物を一括し、納品後</a:t>
            </a:r>
            <a:r>
              <a:rPr lang="en-US" altLang="ja-JP"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a:t>
            </a:r>
            <a:r>
              <a:rPr lang="ja-JP" altLang="en-US"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週間以内に実施をお願いいたします。</a:t>
            </a:r>
            <a:br>
              <a:rPr lang="en-US" altLang="ja-JP"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400" b="0" kern="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当社責によらない事由により検収作業が遅れる場合には、検収期間の終了を以って、検収完了とさせていただきます。</a:t>
            </a:r>
            <a:endPar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08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(4)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納品媒体及び、その個数を変更する場合は、別途費用を御見積りする場合があります。</a:t>
            </a:r>
            <a:endParaRPr lang="en-US" altLang="ja-JP"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indent="0">
              <a:spcBef>
                <a:spcPct val="20000"/>
              </a:spcBef>
              <a:buNone/>
            </a:pPr>
            <a:endParaRPr lang="en-US" altLang="ja-JP" sz="140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0" indent="0">
              <a:spcBef>
                <a:spcPct val="20000"/>
              </a:spcBef>
              <a:buNone/>
            </a:pPr>
            <a:r>
              <a:rPr lang="ja-JP" altLang="en-US" sz="1400" b="0" u="sng"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●契約関連</a:t>
            </a: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契約は</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原則として弊社標準の基本契約書に基づく個別契約（注文書／注文請書）の取り交わしをもって契約締結を行なうものと致します。</a:t>
            </a:r>
            <a:b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b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また、パッケージの利用に関しては</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ベンダー指定のライセンス契約の締結を行なうものと致します。</a:t>
            </a: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発注書または発注予定の意思を示す書面、または左記を示す電子メールの受領をもって作業開始と致します。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(3)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作業の標準作業時間帯は平日</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9:00</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17:30</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（休憩</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1</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時間）としております。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(4)</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土日祝日、又は深夜及び早朝（</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21</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時以降翌朝</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7</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時まで）におよぶ作業が必要となった場合は、予め貴社担当者とその内容について協議・合意</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44000" indent="0">
              <a:spcBef>
                <a:spcPct val="20000"/>
              </a:spcBef>
              <a:buNone/>
            </a:pP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　　の上実施するものと致します。</a:t>
            </a: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(5)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支払いについて、検収日の同月</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または翌月</a:t>
            </a: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にお支払いが行われるものとさせていただきます。</a:t>
            </a:r>
            <a:endPar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endParaRPr>
          </a:p>
          <a:p>
            <a:pPr marL="144000" indent="0">
              <a:spcBef>
                <a:spcPct val="20000"/>
              </a:spcBef>
              <a:buNone/>
            </a:pPr>
            <a:r>
              <a:rPr lang="en-US" altLang="ja-JP"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(6) </a:t>
            </a:r>
            <a:r>
              <a:rPr lang="ja-JP" altLang="en-US" sz="1400" b="0" dirty="0">
                <a:solidFill>
                  <a:srgbClr val="000000"/>
                </a:solidFill>
                <a:latin typeface="Meiryo UI" panose="020B0604030504040204" pitchFamily="50" charset="-128"/>
                <a:ea typeface="Meiryo UI" panose="020B0604030504040204" pitchFamily="50" charset="-128"/>
                <a:cs typeface="メイリオ" panose="020B0604030504040204" pitchFamily="50" charset="-128"/>
              </a:rPr>
              <a:t>消費税別のお見積りとなります。増税に伴う費用は別途請求させて頂きます。</a:t>
            </a:r>
          </a:p>
        </p:txBody>
      </p:sp>
    </p:spTree>
    <p:extLst>
      <p:ext uri="{BB962C8B-B14F-4D97-AF65-F5344CB8AC3E}">
        <p14:creationId xmlns:p14="http://schemas.microsoft.com/office/powerpoint/2010/main" val="1508035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6" descr="CS1_p3C">
            <a:extLst>
              <a:ext uri="{FF2B5EF4-FFF2-40B4-BE49-F238E27FC236}">
                <a16:creationId xmlns:a16="http://schemas.microsoft.com/office/drawing/2014/main" id="{B7742B5C-659C-44C4-AEF5-2B9543BA4C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748" y="2996952"/>
            <a:ext cx="4253459" cy="1139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304321"/>
      </p:ext>
    </p:extLst>
  </p:cSld>
  <p:clrMapOvr>
    <a:masterClrMapping/>
  </p:clrMapOvr>
</p:sld>
</file>

<file path=ppt/theme/theme1.xml><?xml version="1.0" encoding="utf-8"?>
<a:theme xmlns:a="http://schemas.openxmlformats.org/drawingml/2006/main" name="1_PowerPoint Design">
  <a:themeElements>
    <a:clrScheme name="ユーザー定義 1">
      <a:dk1>
        <a:srgbClr val="4D4D4D"/>
      </a:dk1>
      <a:lt1>
        <a:srgbClr val="FFFFFF"/>
      </a:lt1>
      <a:dk2>
        <a:srgbClr val="0071BC"/>
      </a:dk2>
      <a:lt2>
        <a:srgbClr val="EAEAEA"/>
      </a:lt2>
      <a:accent1>
        <a:srgbClr val="E2F1FA"/>
      </a:accent1>
      <a:accent2>
        <a:srgbClr val="FF5050"/>
      </a:accent2>
      <a:accent3>
        <a:srgbClr val="FFE5E5"/>
      </a:accent3>
      <a:accent4>
        <a:srgbClr val="083D8C"/>
      </a:accent4>
      <a:accent5>
        <a:srgbClr val="FFFFFF"/>
      </a:accent5>
      <a:accent6>
        <a:srgbClr val="000000"/>
      </a:accent6>
      <a:hlink>
        <a:srgbClr val="0071BC"/>
      </a:hlink>
      <a:folHlink>
        <a:srgbClr val="0071BC"/>
      </a:folHlink>
    </a:clrScheme>
    <a:fontScheme name="ユーザー定義 2">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bg2">
              <a:lumMod val="50000"/>
            </a:schemeClr>
          </a:solidFill>
        </a:ln>
      </a:spPr>
      <a:bodyPr rtlCol="0" anchor="ctr"/>
      <a:lstStyle>
        <a:defPPr algn="ctr">
          <a:defRPr kumimoji="1"/>
        </a:defPPr>
      </a:lstStyle>
      <a:style>
        <a:lnRef idx="1">
          <a:schemeClr val="accent1"/>
        </a:lnRef>
        <a:fillRef idx="0">
          <a:schemeClr val="accent1"/>
        </a:fillRef>
        <a:effectRef idx="0">
          <a:schemeClr val="accent1"/>
        </a:effectRef>
        <a:fontRef idx="minor">
          <a:schemeClr val="tx1"/>
        </a:fontRef>
      </a:style>
    </a:spDef>
    <a:lnDef>
      <a:spPr>
        <a:ln w="15875">
          <a:solidFill>
            <a:schemeClr val="bg2">
              <a:lumMod val="5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8_CTC">
  <a:themeElements>
    <a:clrScheme name="ユーザー定義 2">
      <a:dk1>
        <a:srgbClr val="4D4D4D"/>
      </a:dk1>
      <a:lt1>
        <a:srgbClr val="FFFFFF"/>
      </a:lt1>
      <a:dk2>
        <a:srgbClr val="4D4D4D"/>
      </a:dk2>
      <a:lt2>
        <a:srgbClr val="FFFFFF"/>
      </a:lt2>
      <a:accent1>
        <a:srgbClr val="0070C0"/>
      </a:accent1>
      <a:accent2>
        <a:srgbClr val="E03253"/>
      </a:accent2>
      <a:accent3>
        <a:srgbClr val="E5F0F9"/>
      </a:accent3>
      <a:accent4>
        <a:srgbClr val="EAEAEA"/>
      </a:accent4>
      <a:accent5>
        <a:srgbClr val="43464C"/>
      </a:accent5>
      <a:accent6>
        <a:srgbClr val="0860A8"/>
      </a:accent6>
      <a:hlink>
        <a:srgbClr val="0000FF"/>
      </a:hlink>
      <a:folHlink>
        <a:srgbClr val="800080"/>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4343"/>
        </a:solidFill>
        <a:ln w="9525" cap="flat" cmpd="sng" algn="ctr">
          <a:solidFill>
            <a:schemeClr val="tx1"/>
          </a:solidFill>
          <a:prstDash val="solid"/>
          <a:round/>
          <a:headEnd type="none" w="med" len="med"/>
          <a:tailEnd type="none" w="med" len="med"/>
        </a:ln>
        <a:effectLst/>
      </a:spPr>
      <a:bodyPr lIns="36000" tIns="36000" rIns="36000" bIns="36000" rtlCol="0" anchor="ctr"/>
      <a:lstStyle>
        <a:defPPr algn="ctr">
          <a:spcBef>
            <a:spcPct val="20000"/>
          </a:spcBef>
          <a:buClr>
            <a:schemeClr val="tx1"/>
          </a:buClr>
          <a:buSzPct val="100000"/>
          <a:defRPr kumimoji="1" sz="1100" kern="0" dirty="0" smtClean="0">
            <a:solidFill>
              <a:srgbClr val="333333"/>
            </a:solidFill>
            <a:latin typeface="Meiryo UI" panose="020B0604030504040204" pitchFamily="50" charset="-128"/>
            <a:ea typeface="Meiryo UI" panose="020B0604030504040204" pitchFamily="50" charset="-128"/>
          </a:defRPr>
        </a:defPPr>
      </a:lstStyle>
    </a:spDef>
    <a:lnDef>
      <a:spPr bwMode="auto">
        <a:solidFill>
          <a:srgbClr val="FFFF99"/>
        </a:solidFill>
        <a:ln w="12700" cap="flat" cmpd="sng" algn="ctr">
          <a:solidFill>
            <a:schemeClr val="tx1"/>
          </a:solidFill>
          <a:prstDash val="solid"/>
          <a:round/>
          <a:headEnd type="none" w="med" len="med"/>
          <a:tailEnd type="none" w="med" len="med"/>
        </a:ln>
        <a:effectLst/>
      </a:spPr>
      <a:bodyPr/>
      <a:lstStyle/>
    </a:lnDef>
    <a:txDef>
      <a:spPr/>
      <a:bodyPr wrap="square" lIns="0" tIns="0" rIns="0" bIns="0" rtlCol="0">
        <a:spAutoFit/>
      </a:bodyPr>
      <a:lstStyle>
        <a:defPPr indent="0">
          <a:buNone/>
          <a:defRPr kumimoji="1" sz="1200" kern="0" dirty="0" smtClean="0">
            <a:solidFill>
              <a:schemeClr val="tx1"/>
            </a:solidFill>
            <a:latin typeface="メイリオ" pitchFamily="50" charset="-128"/>
            <a:ea typeface="メイリオ" pitchFamily="50" charset="-128"/>
          </a:defRPr>
        </a:defPPr>
      </a:lstStyle>
    </a:txDef>
  </a:objectDefaults>
  <a:extraClrSchemeLst>
    <a:extraClrScheme>
      <a:clrScheme name="061101-CTC(B)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61101-CTC(B)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61101-CTC(B)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61101-CTC(B)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61101-CTC(B)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61101-CTC(B)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61101-CTC(B)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61101-CTC(B)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61101-CTC(B)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61101-CTC(B)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61101-CTC(B)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61101-CTC(B)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061101-CTC(B) 13">
        <a:dk1>
          <a:srgbClr val="F8F8F8"/>
        </a:dk1>
        <a:lt1>
          <a:srgbClr val="FFFFFF"/>
        </a:lt1>
        <a:dk2>
          <a:srgbClr val="EAEAEA"/>
        </a:dk2>
        <a:lt2>
          <a:srgbClr val="EAEAEA"/>
        </a:lt2>
        <a:accent1>
          <a:srgbClr val="EAEAEA"/>
        </a:accent1>
        <a:accent2>
          <a:srgbClr val="EAEAEA"/>
        </a:accent2>
        <a:accent3>
          <a:srgbClr val="FFFFFF"/>
        </a:accent3>
        <a:accent4>
          <a:srgbClr val="D4D4D4"/>
        </a:accent4>
        <a:accent5>
          <a:srgbClr val="F3F3F3"/>
        </a:accent5>
        <a:accent6>
          <a:srgbClr val="D4D4D4"/>
        </a:accent6>
        <a:hlink>
          <a:srgbClr val="EAEAEA"/>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2A4E64AC57AEB44594BDFBC20B75BF0C" ma:contentTypeVersion="11" ma:contentTypeDescription="新しいドキュメントを作成します。" ma:contentTypeScope="" ma:versionID="1b7b2aad087dbd40bdbdade3046661f7">
  <xsd:schema xmlns:xsd="http://www.w3.org/2001/XMLSchema" xmlns:xs="http://www.w3.org/2001/XMLSchema" xmlns:p="http://schemas.microsoft.com/office/2006/metadata/properties" xmlns:ns2="77fe1755-0161-4725-827c-bc57ebf1bc7c" targetNamespace="http://schemas.microsoft.com/office/2006/metadata/properties" ma:root="true" ma:fieldsID="d3f6e9a2d530dd6a1a20922f6efa8b5d" ns2:_="">
    <xsd:import namespace="77fe1755-0161-4725-827c-bc57ebf1bc7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fe1755-0161-4725-827c-bc57ebf1bc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6bc6290a-8cd6-4a27-9e67-61465016fcd5"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7fe1755-0161-4725-827c-bc57ebf1bc7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B9E6AA8-1394-4428-9FCE-FE24A1414C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fe1755-0161-4725-827c-bc57ebf1bc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1637DF7-98B7-428D-AC98-04C349474627}">
  <ds:schemaRefs>
    <ds:schemaRef ds:uri="http://schemas.microsoft.com/sharepoint/v3/contenttype/forms"/>
  </ds:schemaRefs>
</ds:datastoreItem>
</file>

<file path=customXml/itemProps3.xml><?xml version="1.0" encoding="utf-8"?>
<ds:datastoreItem xmlns:ds="http://schemas.openxmlformats.org/officeDocument/2006/customXml" ds:itemID="{91D39685-ABD9-42D1-A7AC-4CFF41A17059}">
  <ds:schemaRefs>
    <ds:schemaRef ds:uri="http://schemas.microsoft.com/office/2006/metadata/properties"/>
    <ds:schemaRef ds:uri="http://purl.org/dc/dcmitype/"/>
    <ds:schemaRef ds:uri="http://schemas.microsoft.com/office/2006/documentManagement/types"/>
    <ds:schemaRef ds:uri="http://purl.org/dc/elements/1.1/"/>
    <ds:schemaRef ds:uri="4cee3341-095d-4ee4-aab3-d89c9022c23f"/>
    <ds:schemaRef ds:uri="2ac9400e-6982-4936-aae0-25e0fd5d5a7a"/>
    <ds:schemaRef ds:uri="http://schemas.openxmlformats.org/package/2006/metadata/core-properties"/>
    <ds:schemaRef ds:uri="http://purl.org/dc/terms/"/>
    <ds:schemaRef ds:uri="http://schemas.microsoft.com/office/infopath/2007/PartnerControls"/>
    <ds:schemaRef ds:uri="http://www.w3.org/XML/1998/namespace"/>
    <ds:schemaRef ds:uri="77fe1755-0161-4725-827c-bc57ebf1bc7c"/>
  </ds:schemaRefs>
</ds:datastoreItem>
</file>

<file path=docProps/app.xml><?xml version="1.0" encoding="utf-8"?>
<Properties xmlns="http://schemas.openxmlformats.org/officeDocument/2006/extended-properties" xmlns:vt="http://schemas.openxmlformats.org/officeDocument/2006/docPropsVTypes">
  <Template/>
  <TotalTime>194074560</TotalTime>
  <Words>2099</Words>
  <Application>Microsoft Office PowerPoint</Application>
  <PresentationFormat>ワイド画面</PresentationFormat>
  <Paragraphs>239</Paragraphs>
  <Slides>10</Slides>
  <Notes>5</Notes>
  <HiddenSlides>0</HiddenSlides>
  <MMClips>0</MMClips>
  <ScaleCrop>false</ScaleCrop>
  <HeadingPairs>
    <vt:vector size="6" baseType="variant">
      <vt:variant>
        <vt:lpstr>使用されているフォント</vt:lpstr>
      </vt:variant>
      <vt:variant>
        <vt:i4>13</vt:i4>
      </vt:variant>
      <vt:variant>
        <vt:lpstr>テーマ</vt:lpstr>
      </vt:variant>
      <vt:variant>
        <vt:i4>2</vt:i4>
      </vt:variant>
      <vt:variant>
        <vt:lpstr>スライド タイトル</vt:lpstr>
      </vt:variant>
      <vt:variant>
        <vt:i4>10</vt:i4>
      </vt:variant>
    </vt:vector>
  </HeadingPairs>
  <TitlesOfParts>
    <vt:vector size="25" baseType="lpstr">
      <vt:lpstr>HGPｺﾞｼｯｸE</vt:lpstr>
      <vt:lpstr>HGP創英角ｺﾞｼｯｸUB</vt:lpstr>
      <vt:lpstr>Meiryo UI</vt:lpstr>
      <vt:lpstr>ＭＳ Ｐゴシック</vt:lpstr>
      <vt:lpstr>Yu Gothic UI</vt:lpstr>
      <vt:lpstr>Meiryo</vt:lpstr>
      <vt:lpstr>Meiryo</vt:lpstr>
      <vt:lpstr>小塚明朝 Pro H</vt:lpstr>
      <vt:lpstr>Arial</vt:lpstr>
      <vt:lpstr>Arial Rounded MT Bold</vt:lpstr>
      <vt:lpstr>Calibri</vt:lpstr>
      <vt:lpstr>Poppins</vt:lpstr>
      <vt:lpstr>Wingdings</vt:lpstr>
      <vt:lpstr>1_PowerPoint Design</vt:lpstr>
      <vt:lpstr>8_CTC</vt:lpstr>
      <vt:lpstr>MDM領域支援</vt:lpstr>
      <vt:lpstr>PowerPoint プレゼンテーション</vt:lpstr>
      <vt:lpstr>PowerPoint プレゼンテーション</vt:lpstr>
      <vt:lpstr>要員紹介</vt:lpstr>
      <vt:lpstr>要員紹介</vt:lpstr>
      <vt:lpstr>要員紹介</vt:lpstr>
      <vt:lpstr>要員紹介</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鈴木　晴勝</cp:lastModifiedBy>
  <cp:revision>44</cp:revision>
  <dcterms:created xsi:type="dcterms:W3CDTF">2018-10-17T00:42:44Z</dcterms:created>
  <dcterms:modified xsi:type="dcterms:W3CDTF">2026-01-08T01:12:52Z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0x0101002A4E64AC57AEB44594BDFBC20B75BF0C</vt:lpwstr>
  </property>
  <property fmtid="{D5CDD505-2E9C-101B-9397-08002B2CF9AE}" pid="4" name="MSIP_Label_babb27ca-7868-470c-8d5b-74df37759162_Enabled">
    <vt:lpwstr>true</vt:lpwstr>
  </property>
  <property fmtid="{D5CDD505-2E9C-101B-9397-08002B2CF9AE}" pid="5" name="MSIP_Label_babb27ca-7868-470c-8d5b-74df37759162_SetDate">
    <vt:lpwstr>2026-01-08T01:12:37Z</vt:lpwstr>
  </property>
  <property fmtid="{D5CDD505-2E9C-101B-9397-08002B2CF9AE}" pid="6" name="MSIP_Label_babb27ca-7868-470c-8d5b-74df37759162_Method">
    <vt:lpwstr>Privileged</vt:lpwstr>
  </property>
  <property fmtid="{D5CDD505-2E9C-101B-9397-08002B2CF9AE}" pid="7" name="MSIP_Label_babb27ca-7868-470c-8d5b-74df37759162_Name">
    <vt:lpwstr>babb27ca-7868-470c-8d5b-74df37759162</vt:lpwstr>
  </property>
  <property fmtid="{D5CDD505-2E9C-101B-9397-08002B2CF9AE}" pid="8" name="MSIP_Label_babb27ca-7868-470c-8d5b-74df37759162_SiteId">
    <vt:lpwstr>bdda4ca5-4ffd-4f47-9e0d-ce56ad194b37</vt:lpwstr>
  </property>
  <property fmtid="{D5CDD505-2E9C-101B-9397-08002B2CF9AE}" pid="9" name="MSIP_Label_babb27ca-7868-470c-8d5b-74df37759162_ActionId">
    <vt:lpwstr>a6061eeb-b1e1-492d-8ea4-3d618b5b67a4</vt:lpwstr>
  </property>
  <property fmtid="{D5CDD505-2E9C-101B-9397-08002B2CF9AE}" pid="10" name="MSIP_Label_babb27ca-7868-470c-8d5b-74df37759162_ContentBits">
    <vt:lpwstr>0</vt:lpwstr>
  </property>
  <property fmtid="{D5CDD505-2E9C-101B-9397-08002B2CF9AE}" pid="11" name="MSIP_Label_babb27ca-7868-470c-8d5b-74df37759162_Tag">
    <vt:lpwstr>10, 0, 1, 1</vt:lpwstr>
  </property>
</Properties>
</file>