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4"/>
    <p:sldMasterId id="2147483722" r:id="rId5"/>
  </p:sldMasterIdLst>
  <p:notesMasterIdLst>
    <p:notesMasterId r:id="rId28"/>
  </p:notesMasterIdLst>
  <p:sldIdLst>
    <p:sldId id="358" r:id="rId6"/>
    <p:sldId id="343" r:id="rId7"/>
    <p:sldId id="357" r:id="rId8"/>
    <p:sldId id="370" r:id="rId9"/>
    <p:sldId id="371" r:id="rId10"/>
    <p:sldId id="372" r:id="rId11"/>
    <p:sldId id="378" r:id="rId12"/>
    <p:sldId id="379" r:id="rId13"/>
    <p:sldId id="365" r:id="rId14"/>
    <p:sldId id="1123" r:id="rId15"/>
    <p:sldId id="361" r:id="rId16"/>
    <p:sldId id="363" r:id="rId17"/>
    <p:sldId id="375" r:id="rId18"/>
    <p:sldId id="367" r:id="rId19"/>
    <p:sldId id="373" r:id="rId20"/>
    <p:sldId id="1124" r:id="rId21"/>
    <p:sldId id="374" r:id="rId22"/>
    <p:sldId id="366" r:id="rId23"/>
    <p:sldId id="362" r:id="rId24"/>
    <p:sldId id="359" r:id="rId25"/>
    <p:sldId id="360" r:id="rId26"/>
    <p:sldId id="1122" r:id="rId2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4D6FF"/>
    <a:srgbClr val="99BEEA"/>
    <a:srgbClr val="005CCA"/>
    <a:srgbClr val="E80000"/>
    <a:srgbClr val="FFFF00"/>
    <a:srgbClr val="009244"/>
    <a:srgbClr val="01B1C9"/>
    <a:srgbClr val="003D86"/>
    <a:srgbClr val="CACACA"/>
    <a:srgbClr val="013C8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330" autoAdjust="0"/>
    <p:restoredTop sz="93333" autoAdjust="0"/>
  </p:normalViewPr>
  <p:slideViewPr>
    <p:cSldViewPr snapToGrid="0">
      <p:cViewPr varScale="1">
        <p:scale>
          <a:sx n="94" d="100"/>
          <a:sy n="94" d="100"/>
        </p:scale>
        <p:origin x="78" y="168"/>
      </p:cViewPr>
      <p:guideLst/>
    </p:cSldViewPr>
  </p:slideViewPr>
  <p:outlineViewPr>
    <p:cViewPr>
      <p:scale>
        <a:sx n="33" d="100"/>
        <a:sy n="33" d="100"/>
      </p:scale>
      <p:origin x="0" y="-4938"/>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z5j6539\OneDrive%20-%20ITOCHU%20Techno-Solutions%20Corporation\Downloads\202501081039375142.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rgbClr val="003D86"/>
                </a:solidFill>
                <a:latin typeface="Meiryo UI" panose="020B0604030504040204" pitchFamily="50" charset="-128"/>
                <a:ea typeface="Meiryo UI" panose="020B0604030504040204" pitchFamily="50" charset="-128"/>
                <a:cs typeface="+mn-cs"/>
              </a:defRPr>
            </a:pPr>
            <a:r>
              <a:rPr lang="en-US"/>
              <a:t>EV</a:t>
            </a:r>
            <a:r>
              <a:rPr lang="ja-JP"/>
              <a:t>＋</a:t>
            </a:r>
            <a:r>
              <a:rPr lang="en-US"/>
              <a:t>PHEV</a:t>
            </a:r>
            <a:r>
              <a:rPr lang="ja-JP"/>
              <a:t>乗用車の新車登録台数</a:t>
            </a:r>
          </a:p>
        </c:rich>
      </c:tx>
      <c:overlay val="0"/>
      <c:spPr>
        <a:noFill/>
        <a:ln>
          <a:noFill/>
        </a:ln>
        <a:effectLst/>
      </c:spPr>
      <c:txPr>
        <a:bodyPr rot="0" spcFirstLastPara="1" vertOverflow="ellipsis" vert="horz" wrap="square" anchor="ctr" anchorCtr="1"/>
        <a:lstStyle/>
        <a:p>
          <a:pPr>
            <a:defRPr sz="1400" b="0" i="0" u="none" strike="noStrike" kern="1200" spc="0" baseline="0">
              <a:solidFill>
                <a:srgbClr val="003D86"/>
              </a:solidFill>
              <a:latin typeface="Meiryo UI" panose="020B0604030504040204" pitchFamily="50" charset="-128"/>
              <a:ea typeface="Meiryo UI" panose="020B0604030504040204" pitchFamily="50" charset="-128"/>
              <a:cs typeface="+mn-cs"/>
            </a:defRPr>
          </a:pPr>
          <a:endParaRPr lang="ja-JP"/>
        </a:p>
      </c:txPr>
    </c:title>
    <c:autoTitleDeleted val="0"/>
    <c:plotArea>
      <c:layout/>
      <c:barChart>
        <c:barDir val="col"/>
        <c:grouping val="clustered"/>
        <c:varyColors val="0"/>
        <c:ser>
          <c:idx val="0"/>
          <c:order val="0"/>
          <c:tx>
            <c:strRef>
              <c:f>Sheet2!$B$19</c:f>
              <c:strCache>
                <c:ptCount val="1"/>
                <c:pt idx="0">
                  <c:v>新車登録台数</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rgbClr val="003D86"/>
                    </a:solidFill>
                    <a:latin typeface="Meiryo UI" panose="020B0604030504040204" pitchFamily="50" charset="-128"/>
                    <a:ea typeface="Meiryo UI" panose="020B0604030504040204" pitchFamily="50" charset="-128"/>
                    <a:cs typeface="+mn-cs"/>
                  </a:defRPr>
                </a:pPr>
                <a:endParaRPr lang="ja-JP"/>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Sheet2!$C$16:$G$16</c:f>
              <c:strCache>
                <c:ptCount val="5"/>
                <c:pt idx="0">
                  <c:v>2020年</c:v>
                </c:pt>
                <c:pt idx="1">
                  <c:v>2021年</c:v>
                </c:pt>
                <c:pt idx="2">
                  <c:v>2022年</c:v>
                </c:pt>
                <c:pt idx="3">
                  <c:v>2023年</c:v>
                </c:pt>
                <c:pt idx="4">
                  <c:v>2024年</c:v>
                </c:pt>
              </c:strCache>
            </c:strRef>
          </c:cat>
          <c:val>
            <c:numRef>
              <c:f>Sheet2!$C$19:$G$19</c:f>
              <c:numCache>
                <c:formatCode>#,##0_);[Red]\(#,##0\)</c:formatCode>
                <c:ptCount val="5"/>
                <c:pt idx="0">
                  <c:v>29345</c:v>
                </c:pt>
                <c:pt idx="1">
                  <c:v>43916</c:v>
                </c:pt>
                <c:pt idx="2">
                  <c:v>69364</c:v>
                </c:pt>
                <c:pt idx="3">
                  <c:v>96134</c:v>
                </c:pt>
                <c:pt idx="4">
                  <c:v>77189</c:v>
                </c:pt>
              </c:numCache>
            </c:numRef>
          </c:val>
          <c:extLst>
            <c:ext xmlns:c16="http://schemas.microsoft.com/office/drawing/2014/chart" uri="{C3380CC4-5D6E-409C-BE32-E72D297353CC}">
              <c16:uniqueId val="{00000000-768C-4CA5-8322-463C1A0664DD}"/>
            </c:ext>
          </c:extLst>
        </c:ser>
        <c:dLbls>
          <c:showLegendKey val="0"/>
          <c:showVal val="0"/>
          <c:showCatName val="0"/>
          <c:showSerName val="0"/>
          <c:showPercent val="0"/>
          <c:showBubbleSize val="0"/>
        </c:dLbls>
        <c:gapWidth val="150"/>
        <c:axId val="155097551"/>
        <c:axId val="155114831"/>
      </c:barChart>
      <c:catAx>
        <c:axId val="15509755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rgbClr val="003D86"/>
                </a:solidFill>
                <a:latin typeface="Meiryo UI" panose="020B0604030504040204" pitchFamily="50" charset="-128"/>
                <a:ea typeface="Meiryo UI" panose="020B0604030504040204" pitchFamily="50" charset="-128"/>
                <a:cs typeface="+mn-cs"/>
              </a:defRPr>
            </a:pPr>
            <a:endParaRPr lang="ja-JP"/>
          </a:p>
        </c:txPr>
        <c:crossAx val="155114831"/>
        <c:crosses val="autoZero"/>
        <c:auto val="1"/>
        <c:lblAlgn val="ctr"/>
        <c:lblOffset val="100"/>
        <c:noMultiLvlLbl val="0"/>
      </c:catAx>
      <c:valAx>
        <c:axId val="155114831"/>
        <c:scaling>
          <c:orientation val="minMax"/>
        </c:scaling>
        <c:delete val="0"/>
        <c:axPos val="l"/>
        <c:majorGridlines>
          <c:spPr>
            <a:ln w="9525" cap="flat" cmpd="sng" algn="ctr">
              <a:solidFill>
                <a:schemeClr val="tx1">
                  <a:lumMod val="15000"/>
                  <a:lumOff val="85000"/>
                </a:schemeClr>
              </a:solidFill>
              <a:round/>
            </a:ln>
            <a:effectLst/>
          </c:spPr>
        </c:majorGridlines>
        <c:numFmt formatCode="#,##0_)&quot;台&quot;;[Red]\(#,##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rgbClr val="003D86"/>
                </a:solidFill>
                <a:latin typeface="Meiryo UI" panose="020B0604030504040204" pitchFamily="50" charset="-128"/>
                <a:ea typeface="Meiryo UI" panose="020B0604030504040204" pitchFamily="50" charset="-128"/>
                <a:cs typeface="+mn-cs"/>
              </a:defRPr>
            </a:pPr>
            <a:endParaRPr lang="ja-JP"/>
          </a:p>
        </c:txPr>
        <c:crossAx val="155097551"/>
        <c:crosses val="autoZero"/>
        <c:crossBetween val="between"/>
      </c:valAx>
      <c:spPr>
        <a:noFill/>
        <a:ln>
          <a:noFill/>
        </a:ln>
        <a:effectLst/>
      </c:spPr>
    </c:plotArea>
    <c:legend>
      <c:legendPos val="b"/>
      <c:layout>
        <c:manualLayout>
          <c:xMode val="edge"/>
          <c:yMode val="edge"/>
          <c:x val="0.4233837013721119"/>
          <c:y val="0.91894471240788733"/>
          <c:w val="0.26996144624993551"/>
          <c:h val="6.4757178493597009E-2"/>
        </c:manualLayout>
      </c:layout>
      <c:overlay val="0"/>
      <c:spPr>
        <a:noFill/>
        <a:ln>
          <a:noFill/>
        </a:ln>
        <a:effectLst/>
      </c:spPr>
      <c:txPr>
        <a:bodyPr rot="0" spcFirstLastPara="1" vertOverflow="ellipsis" vert="horz" wrap="square" anchor="ctr" anchorCtr="1"/>
        <a:lstStyle/>
        <a:p>
          <a:pPr>
            <a:defRPr sz="900" b="0" i="0" u="none" strike="noStrike" kern="1200" baseline="0">
              <a:solidFill>
                <a:srgbClr val="003D86"/>
              </a:solidFill>
              <a:latin typeface="Meiryo UI" panose="020B0604030504040204" pitchFamily="50" charset="-128"/>
              <a:ea typeface="Meiryo UI" panose="020B0604030504040204" pitchFamily="50" charset="-128"/>
              <a:cs typeface="+mn-cs"/>
            </a:defRPr>
          </a:pPr>
          <a:endParaRPr lang="ja-JP"/>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rgbClr val="003D86"/>
          </a:solidFill>
          <a:latin typeface="Meiryo UI" panose="020B0604030504040204" pitchFamily="50" charset="-128"/>
          <a:ea typeface="Meiryo UI" panose="020B0604030504040204" pitchFamily="50" charset="-128"/>
        </a:defRPr>
      </a:pPr>
      <a:endParaRPr lang="ja-JP"/>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5BB469-E51E-4C58-A21C-1B1609F21C19}" type="datetimeFigureOut">
              <a:rPr kumimoji="1" lang="ja-JP" altLang="en-US" smtClean="0"/>
              <a:t>2026/1/8</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41A71E-2855-44A8-BCA5-F5A565FDDEF4}" type="slidenum">
              <a:rPr kumimoji="1" lang="ja-JP" altLang="en-US" smtClean="0"/>
              <a:t>‹#›</a:t>
            </a:fld>
            <a:endParaRPr kumimoji="1" lang="ja-JP" altLang="en-US"/>
          </a:p>
        </p:txBody>
      </p:sp>
    </p:spTree>
    <p:extLst>
      <p:ext uri="{BB962C8B-B14F-4D97-AF65-F5344CB8AC3E}">
        <p14:creationId xmlns:p14="http://schemas.microsoft.com/office/powerpoint/2010/main" val="239244955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a:t>
            </a:r>
            <a:r>
              <a:rPr kumimoji="1" lang="ja-JP" altLang="en-US" dirty="0"/>
              <a:t>プロジェクトのスタンス</a:t>
            </a:r>
            <a:r>
              <a:rPr kumimoji="1" lang="en-US" altLang="ja-JP" dirty="0"/>
              <a:t>】</a:t>
            </a:r>
            <a:r>
              <a:rPr kumimoji="1" lang="ja-JP" altLang="en-US" dirty="0"/>
              <a:t>：本プロジェクトは、システム構築のみならず、業務整理を含む上流工程からの検討となるため、貴社の状況（</a:t>
            </a:r>
            <a:r>
              <a:rPr kumimoji="1" lang="en-US" altLang="ja-JP" dirty="0"/>
              <a:t>IT</a:t>
            </a:r>
            <a:r>
              <a:rPr kumimoji="1" lang="ja-JP" altLang="en-US" dirty="0"/>
              <a:t>リテラシー・過去の経験）に合わせ、弊社が主体性を持ってリード（先導）する体制で推進いたします。</a:t>
            </a:r>
          </a:p>
        </p:txBody>
      </p:sp>
      <p:sp>
        <p:nvSpPr>
          <p:cNvPr id="4" name="スライド番号プレースホルダー 3"/>
          <p:cNvSpPr>
            <a:spLocks noGrp="1"/>
          </p:cNvSpPr>
          <p:nvPr>
            <p:ph type="sldNum" sz="quarter" idx="5"/>
          </p:nvPr>
        </p:nvSpPr>
        <p:spPr/>
        <p:txBody>
          <a:bodyPr/>
          <a:lstStyle/>
          <a:p>
            <a:fld id="{5D41A71E-2855-44A8-BCA5-F5A565FDDEF4}" type="slidenum">
              <a:rPr kumimoji="1" lang="ja-JP" altLang="en-US" smtClean="0"/>
              <a:t>1</a:t>
            </a:fld>
            <a:endParaRPr kumimoji="1" lang="ja-JP" altLang="en-US"/>
          </a:p>
        </p:txBody>
      </p:sp>
    </p:spTree>
    <p:extLst>
      <p:ext uri="{BB962C8B-B14F-4D97-AF65-F5344CB8AC3E}">
        <p14:creationId xmlns:p14="http://schemas.microsoft.com/office/powerpoint/2010/main" val="41700227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5D41A71E-2855-44A8-BCA5-F5A565FDDEF4}" type="slidenum">
              <a:rPr kumimoji="1" lang="ja-JP" altLang="en-US" smtClean="0"/>
              <a:t>3</a:t>
            </a:fld>
            <a:endParaRPr kumimoji="1" lang="ja-JP" altLang="en-US"/>
          </a:p>
        </p:txBody>
      </p:sp>
    </p:spTree>
    <p:extLst>
      <p:ext uri="{BB962C8B-B14F-4D97-AF65-F5344CB8AC3E}">
        <p14:creationId xmlns:p14="http://schemas.microsoft.com/office/powerpoint/2010/main" val="39090121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5D41A71E-2855-44A8-BCA5-F5A565FDDEF4}" type="slidenum">
              <a:rPr kumimoji="1" lang="ja-JP" altLang="en-US" smtClean="0"/>
              <a:t>4</a:t>
            </a:fld>
            <a:endParaRPr kumimoji="1" lang="ja-JP" altLang="en-US"/>
          </a:p>
        </p:txBody>
      </p:sp>
    </p:spTree>
    <p:extLst>
      <p:ext uri="{BB962C8B-B14F-4D97-AF65-F5344CB8AC3E}">
        <p14:creationId xmlns:p14="http://schemas.microsoft.com/office/powerpoint/2010/main" val="13365288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5D41A71E-2855-44A8-BCA5-F5A565FDDEF4}" type="slidenum">
              <a:rPr kumimoji="1" lang="ja-JP" altLang="en-US" smtClean="0"/>
              <a:t>5</a:t>
            </a:fld>
            <a:endParaRPr kumimoji="1" lang="ja-JP" altLang="en-US"/>
          </a:p>
        </p:txBody>
      </p:sp>
    </p:spTree>
    <p:extLst>
      <p:ext uri="{BB962C8B-B14F-4D97-AF65-F5344CB8AC3E}">
        <p14:creationId xmlns:p14="http://schemas.microsoft.com/office/powerpoint/2010/main" val="19448878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BB208-58A8-657E-78FB-F3FC8F51522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0BDF0AC-D1D9-B2CB-5529-21E4562FAA6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D228670-BD73-4DA5-938A-5312B462ABCF}"/>
              </a:ext>
            </a:extLst>
          </p:cNvPr>
          <p:cNvSpPr>
            <a:spLocks noGrp="1"/>
          </p:cNvSpPr>
          <p:nvPr>
            <p:ph type="body" idx="1"/>
          </p:nvPr>
        </p:nvSpPr>
        <p:spPr/>
        <p:txBody>
          <a:bodyPr/>
          <a:lstStyle/>
          <a:p>
            <a:r>
              <a:rPr kumimoji="1" lang="ja-JP" altLang="en-US" dirty="0"/>
              <a:t>メッセージラインの修正。オブラートに包んで、</a:t>
            </a:r>
            <a:endParaRPr kumimoji="1" lang="en-US" altLang="ja-JP" dirty="0"/>
          </a:p>
          <a:p>
            <a:r>
              <a:rPr kumimoji="1" lang="en-US" altLang="ja-JP" dirty="0"/>
              <a:t>9</a:t>
            </a:r>
            <a:r>
              <a:rPr kumimoji="1" lang="ja-JP" altLang="en-US" dirty="0"/>
              <a:t>月リリース</a:t>
            </a:r>
            <a:endParaRPr kumimoji="1" lang="en-US" altLang="ja-JP" dirty="0"/>
          </a:p>
          <a:p>
            <a:r>
              <a:rPr kumimoji="1" lang="en-US" altLang="ja-JP" dirty="0"/>
              <a:t>3</a:t>
            </a:r>
            <a:r>
              <a:rPr kumimoji="1" lang="ja-JP" altLang="en-US" dirty="0"/>
              <a:t>月末にシステム化構想する必要ある？（可能性としてあり得ますよ。ヒアリングをして、要件を多いので、遅らせませんか？？？）</a:t>
            </a:r>
            <a:endParaRPr kumimoji="1" lang="en-US" altLang="ja-JP" dirty="0"/>
          </a:p>
          <a:p>
            <a:r>
              <a:rPr kumimoji="1" lang="en-US" altLang="ja-JP" dirty="0"/>
              <a:t>16</a:t>
            </a:r>
            <a:r>
              <a:rPr kumimoji="1" lang="ja-JP" altLang="en-US" dirty="0"/>
              <a:t>の週に終わらせるように修正</a:t>
            </a:r>
            <a:endParaRPr kumimoji="1" lang="en-US" altLang="ja-JP" dirty="0"/>
          </a:p>
          <a:p>
            <a:r>
              <a:rPr kumimoji="1" lang="ja-JP" altLang="en-US" dirty="0"/>
              <a:t>がっつり開発の構想については、来月に回す？？</a:t>
            </a:r>
            <a:endParaRPr kumimoji="1" lang="en-US" altLang="ja-JP" dirty="0"/>
          </a:p>
          <a:p>
            <a:r>
              <a:rPr kumimoji="1" lang="ja-JP" altLang="en-US" dirty="0"/>
              <a:t>最終報告は、</a:t>
            </a:r>
            <a:r>
              <a:rPr kumimoji="1" lang="en-US" altLang="ja-JP" dirty="0"/>
              <a:t>16</a:t>
            </a:r>
            <a:r>
              <a:rPr kumimoji="1" lang="ja-JP" altLang="en-US" dirty="0"/>
              <a:t>の週に。</a:t>
            </a:r>
            <a:endParaRPr kumimoji="1" lang="en-US" altLang="ja-JP" dirty="0"/>
          </a:p>
          <a:p>
            <a:r>
              <a:rPr kumimoji="1" lang="ja-JP" altLang="en-US" dirty="0"/>
              <a:t>キックオフは</a:t>
            </a:r>
            <a:r>
              <a:rPr kumimoji="1" lang="en-US" altLang="ja-JP" dirty="0"/>
              <a:t>1</a:t>
            </a:r>
            <a:r>
              <a:rPr kumimoji="1" lang="ja-JP" altLang="en-US" dirty="0"/>
              <a:t>月の</a:t>
            </a:r>
            <a:r>
              <a:rPr kumimoji="1" lang="en-US" altLang="ja-JP" dirty="0"/>
              <a:t>5</a:t>
            </a:r>
            <a:r>
              <a:rPr kumimoji="1" lang="ja-JP" altLang="en-US" dirty="0"/>
              <a:t>の週</a:t>
            </a:r>
            <a:endParaRPr kumimoji="1" lang="en-US" altLang="ja-JP" dirty="0"/>
          </a:p>
        </p:txBody>
      </p:sp>
      <p:sp>
        <p:nvSpPr>
          <p:cNvPr id="4" name="スライド番号プレースホルダー 3">
            <a:extLst>
              <a:ext uri="{FF2B5EF4-FFF2-40B4-BE49-F238E27FC236}">
                <a16:creationId xmlns:a16="http://schemas.microsoft.com/office/drawing/2014/main" id="{30354121-3336-12C5-B80F-6160C27867FF}"/>
              </a:ext>
            </a:extLst>
          </p:cNvPr>
          <p:cNvSpPr>
            <a:spLocks noGrp="1"/>
          </p:cNvSpPr>
          <p:nvPr>
            <p:ph type="sldNum" sz="quarter" idx="5"/>
          </p:nvPr>
        </p:nvSpPr>
        <p:spPr/>
        <p:txBody>
          <a:bodyPr/>
          <a:lstStyle/>
          <a:p>
            <a:fld id="{5D41A71E-2855-44A8-BCA5-F5A565FDDEF4}" type="slidenum">
              <a:rPr kumimoji="1" lang="ja-JP" altLang="en-US" smtClean="0"/>
              <a:t>6</a:t>
            </a:fld>
            <a:endParaRPr kumimoji="1" lang="ja-JP" altLang="en-US"/>
          </a:p>
        </p:txBody>
      </p:sp>
    </p:spTree>
    <p:extLst>
      <p:ext uri="{BB962C8B-B14F-4D97-AF65-F5344CB8AC3E}">
        <p14:creationId xmlns:p14="http://schemas.microsoft.com/office/powerpoint/2010/main" val="15959288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50B53-1525-CFFD-9EB6-336F899568E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13DB790-ACA8-0C42-BC40-22CD4973CE3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4BAEEE6-D4DF-C694-E1A0-83ABF06B1254}"/>
              </a:ext>
            </a:extLst>
          </p:cNvPr>
          <p:cNvSpPr>
            <a:spLocks noGrp="1"/>
          </p:cNvSpPr>
          <p:nvPr>
            <p:ph type="body" idx="1"/>
          </p:nvPr>
        </p:nvSpPr>
        <p:spPr/>
        <p:txBody>
          <a:bodyPr/>
          <a:lstStyle/>
          <a:p>
            <a:r>
              <a:rPr kumimoji="1" lang="ja-JP" altLang="en-US" dirty="0"/>
              <a:t>業務フロー図はない可能性大</a:t>
            </a:r>
            <a:endParaRPr kumimoji="1" lang="en-US" altLang="ja-JP" dirty="0"/>
          </a:p>
          <a:p>
            <a:r>
              <a:rPr kumimoji="1" lang="ja-JP" altLang="en-US" dirty="0"/>
              <a:t>相手側はこれ。こちらはこれを明記する</a:t>
            </a:r>
            <a:endParaRPr kumimoji="1" lang="en-US" altLang="ja-JP" dirty="0"/>
          </a:p>
          <a:p>
            <a:r>
              <a:rPr kumimoji="1" lang="ja-JP" altLang="en-US" dirty="0"/>
              <a:t>役割分担を見えるようにする。</a:t>
            </a:r>
            <a:endParaRPr kumimoji="1" lang="en-US" altLang="ja-JP" dirty="0"/>
          </a:p>
          <a:p>
            <a:r>
              <a:rPr kumimoji="1" lang="ja-JP" altLang="en-US" dirty="0"/>
              <a:t>相手はこれをしてこちらはこれをする</a:t>
            </a:r>
            <a:endParaRPr kumimoji="1" lang="en-US" altLang="ja-JP" dirty="0"/>
          </a:p>
          <a:p>
            <a:endParaRPr kumimoji="1" lang="en-US" altLang="ja-JP" dirty="0"/>
          </a:p>
          <a:p>
            <a:r>
              <a:rPr kumimoji="1" lang="ja-JP" altLang="en-US" dirty="0"/>
              <a:t>ヒアリングシート</a:t>
            </a:r>
            <a:endParaRPr kumimoji="1" lang="en-US" altLang="ja-JP" dirty="0"/>
          </a:p>
          <a:p>
            <a:r>
              <a:rPr kumimoji="1" lang="ja-JP" altLang="en-US" dirty="0"/>
              <a:t>日程調節シート</a:t>
            </a:r>
            <a:endParaRPr kumimoji="1" lang="en-US" altLang="ja-JP" dirty="0"/>
          </a:p>
          <a:p>
            <a:r>
              <a:rPr kumimoji="1" lang="ja-JP" altLang="en-US" dirty="0"/>
              <a:t>これを用意して、入力してもらうように依頼する</a:t>
            </a:r>
          </a:p>
        </p:txBody>
      </p:sp>
      <p:sp>
        <p:nvSpPr>
          <p:cNvPr id="4" name="スライド番号プレースホルダー 3">
            <a:extLst>
              <a:ext uri="{FF2B5EF4-FFF2-40B4-BE49-F238E27FC236}">
                <a16:creationId xmlns:a16="http://schemas.microsoft.com/office/drawing/2014/main" id="{5FB2236F-AF97-FCD5-450D-49F12B797434}"/>
              </a:ext>
            </a:extLst>
          </p:cNvPr>
          <p:cNvSpPr>
            <a:spLocks noGrp="1"/>
          </p:cNvSpPr>
          <p:nvPr>
            <p:ph type="sldNum" sz="quarter" idx="5"/>
          </p:nvPr>
        </p:nvSpPr>
        <p:spPr/>
        <p:txBody>
          <a:bodyPr/>
          <a:lstStyle/>
          <a:p>
            <a:fld id="{5D41A71E-2855-44A8-BCA5-F5A565FDDEF4}" type="slidenum">
              <a:rPr kumimoji="1" lang="ja-JP" altLang="en-US" smtClean="0"/>
              <a:t>7</a:t>
            </a:fld>
            <a:endParaRPr kumimoji="1" lang="ja-JP" altLang="en-US"/>
          </a:p>
        </p:txBody>
      </p:sp>
    </p:spTree>
    <p:extLst>
      <p:ext uri="{BB962C8B-B14F-4D97-AF65-F5344CB8AC3E}">
        <p14:creationId xmlns:p14="http://schemas.microsoft.com/office/powerpoint/2010/main" val="16185684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17843-D664-12A8-8E54-3BBD319FCF6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C768C84-40CC-09F8-651E-88C66C82F2F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E377E2A-DC5F-EE5A-92B3-2C6757DAE347}"/>
              </a:ext>
            </a:extLst>
          </p:cNvPr>
          <p:cNvSpPr>
            <a:spLocks noGrp="1"/>
          </p:cNvSpPr>
          <p:nvPr>
            <p:ph type="body" idx="1"/>
          </p:nvPr>
        </p:nvSpPr>
        <p:spPr/>
        <p:txBody>
          <a:bodyPr/>
          <a:lstStyle/>
          <a:p>
            <a:r>
              <a:rPr kumimoji="1" lang="ja-JP" altLang="en-US" dirty="0"/>
              <a:t>業務フロー図はない可能性大</a:t>
            </a:r>
            <a:endParaRPr kumimoji="1" lang="en-US" altLang="ja-JP" dirty="0"/>
          </a:p>
          <a:p>
            <a:r>
              <a:rPr kumimoji="1" lang="ja-JP" altLang="en-US" dirty="0"/>
              <a:t>相手側はこれ。こちらはこれを明記する</a:t>
            </a:r>
            <a:endParaRPr kumimoji="1" lang="en-US" altLang="ja-JP" dirty="0"/>
          </a:p>
          <a:p>
            <a:r>
              <a:rPr kumimoji="1" lang="ja-JP" altLang="en-US" dirty="0"/>
              <a:t>役割分担を見えるようにする。</a:t>
            </a:r>
            <a:endParaRPr kumimoji="1" lang="en-US" altLang="ja-JP" dirty="0"/>
          </a:p>
          <a:p>
            <a:r>
              <a:rPr kumimoji="1" lang="ja-JP" altLang="en-US" dirty="0"/>
              <a:t>相手はこれをしてこちらはこれをする</a:t>
            </a:r>
            <a:endParaRPr kumimoji="1" lang="en-US" altLang="ja-JP" dirty="0"/>
          </a:p>
          <a:p>
            <a:endParaRPr kumimoji="1" lang="en-US" altLang="ja-JP" dirty="0"/>
          </a:p>
          <a:p>
            <a:r>
              <a:rPr kumimoji="1" lang="ja-JP" altLang="en-US" dirty="0"/>
              <a:t>ヒアリングシート</a:t>
            </a:r>
            <a:endParaRPr kumimoji="1" lang="en-US" altLang="ja-JP" dirty="0"/>
          </a:p>
          <a:p>
            <a:r>
              <a:rPr kumimoji="1" lang="ja-JP" altLang="en-US" dirty="0"/>
              <a:t>日程調節シート</a:t>
            </a:r>
            <a:endParaRPr kumimoji="1" lang="en-US" altLang="ja-JP" dirty="0"/>
          </a:p>
          <a:p>
            <a:r>
              <a:rPr kumimoji="1" lang="ja-JP" altLang="en-US" dirty="0"/>
              <a:t>これを用意して、入力してもらうように依頼する</a:t>
            </a:r>
          </a:p>
        </p:txBody>
      </p:sp>
      <p:sp>
        <p:nvSpPr>
          <p:cNvPr id="4" name="スライド番号プレースホルダー 3">
            <a:extLst>
              <a:ext uri="{FF2B5EF4-FFF2-40B4-BE49-F238E27FC236}">
                <a16:creationId xmlns:a16="http://schemas.microsoft.com/office/drawing/2014/main" id="{522CEFFB-22A2-8920-80B3-22A9F08496B7}"/>
              </a:ext>
            </a:extLst>
          </p:cNvPr>
          <p:cNvSpPr>
            <a:spLocks noGrp="1"/>
          </p:cNvSpPr>
          <p:nvPr>
            <p:ph type="sldNum" sz="quarter" idx="5"/>
          </p:nvPr>
        </p:nvSpPr>
        <p:spPr/>
        <p:txBody>
          <a:bodyPr/>
          <a:lstStyle/>
          <a:p>
            <a:fld id="{5D41A71E-2855-44A8-BCA5-F5A565FDDEF4}" type="slidenum">
              <a:rPr kumimoji="1" lang="ja-JP" altLang="en-US" smtClean="0"/>
              <a:t>8</a:t>
            </a:fld>
            <a:endParaRPr kumimoji="1" lang="ja-JP" altLang="en-US"/>
          </a:p>
        </p:txBody>
      </p:sp>
    </p:spTree>
    <p:extLst>
      <p:ext uri="{BB962C8B-B14F-4D97-AF65-F5344CB8AC3E}">
        <p14:creationId xmlns:p14="http://schemas.microsoft.com/office/powerpoint/2010/main" val="30268982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5D41A71E-2855-44A8-BCA5-F5A565FDDEF4}" type="slidenum">
              <a:rPr kumimoji="1" lang="ja-JP" altLang="en-US" smtClean="0"/>
              <a:t>9</a:t>
            </a:fld>
            <a:endParaRPr kumimoji="1" lang="ja-JP" altLang="en-US"/>
          </a:p>
        </p:txBody>
      </p:sp>
    </p:spTree>
    <p:extLst>
      <p:ext uri="{BB962C8B-B14F-4D97-AF65-F5344CB8AC3E}">
        <p14:creationId xmlns:p14="http://schemas.microsoft.com/office/powerpoint/2010/main" val="7897374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9A353-8174-2192-F9E4-0EDF8424BF2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09E9034-E23A-36BF-EB7B-D4C3B3C305E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99C3E7-D816-23AC-07FB-CC67BC5A56C1}"/>
              </a:ext>
            </a:extLst>
          </p:cNvPr>
          <p:cNvSpPr>
            <a:spLocks noGrp="1"/>
          </p:cNvSpPr>
          <p:nvPr>
            <p:ph type="body" idx="1"/>
          </p:nvPr>
        </p:nvSpPr>
        <p:spPr/>
        <p:txBody>
          <a:bodyPr/>
          <a:lstStyle/>
          <a:p>
            <a:r>
              <a:rPr kumimoji="1" lang="ja-JP" altLang="en-US" dirty="0"/>
              <a:t>レビューするのはいつ？</a:t>
            </a:r>
            <a:endParaRPr kumimoji="1" lang="en-US" altLang="ja-JP" dirty="0"/>
          </a:p>
          <a:p>
            <a:r>
              <a:rPr kumimoji="1" lang="ja-JP" altLang="en-US" dirty="0"/>
              <a:t>お客様目線で、何しないといけないの？</a:t>
            </a:r>
            <a:endParaRPr kumimoji="1" lang="en-US" altLang="ja-JP" dirty="0"/>
          </a:p>
          <a:p>
            <a:endParaRPr kumimoji="1" lang="ja-JP" altLang="en-US" dirty="0"/>
          </a:p>
        </p:txBody>
      </p:sp>
      <p:sp>
        <p:nvSpPr>
          <p:cNvPr id="4" name="スライド番号プレースホルダー 3">
            <a:extLst>
              <a:ext uri="{FF2B5EF4-FFF2-40B4-BE49-F238E27FC236}">
                <a16:creationId xmlns:a16="http://schemas.microsoft.com/office/drawing/2014/main" id="{53D97926-663E-664C-ABB9-ABF14C3F2B04}"/>
              </a:ext>
            </a:extLst>
          </p:cNvPr>
          <p:cNvSpPr>
            <a:spLocks noGrp="1"/>
          </p:cNvSpPr>
          <p:nvPr>
            <p:ph type="sldNum" sz="quarter" idx="5"/>
          </p:nvPr>
        </p:nvSpPr>
        <p:spPr/>
        <p:txBody>
          <a:bodyPr/>
          <a:lstStyle/>
          <a:p>
            <a:fld id="{5D41A71E-2855-44A8-BCA5-F5A565FDDEF4}" type="slidenum">
              <a:rPr kumimoji="1" lang="ja-JP" altLang="en-US" smtClean="0"/>
              <a:t>10</a:t>
            </a:fld>
            <a:endParaRPr kumimoji="1" lang="ja-JP" altLang="en-US"/>
          </a:p>
        </p:txBody>
      </p:sp>
    </p:spTree>
    <p:extLst>
      <p:ext uri="{BB962C8B-B14F-4D97-AF65-F5344CB8AC3E}">
        <p14:creationId xmlns:p14="http://schemas.microsoft.com/office/powerpoint/2010/main" val="40167562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次の役割分担につなげるようなメッセージライン</a:t>
            </a:r>
            <a:endParaRPr kumimoji="1" lang="en-US" altLang="ja-JP" dirty="0"/>
          </a:p>
          <a:p>
            <a:r>
              <a:rPr kumimoji="1" lang="ja-JP" altLang="en-US" dirty="0"/>
              <a:t>推進体制の中に役割を書いておくのも</a:t>
            </a:r>
            <a:r>
              <a:rPr kumimoji="1" lang="en-US" altLang="ja-JP" dirty="0"/>
              <a:t>OK</a:t>
            </a:r>
          </a:p>
          <a:p>
            <a:r>
              <a:rPr kumimoji="1" lang="ja-JP" altLang="en-US" dirty="0"/>
              <a:t>「舞台に上がる人は誰？」</a:t>
            </a:r>
            <a:endParaRPr kumimoji="1" lang="en-US" altLang="ja-JP" dirty="0"/>
          </a:p>
          <a:p>
            <a:r>
              <a:rPr kumimoji="1" lang="ja-JP" altLang="en-US" dirty="0"/>
              <a:t>「レビュー・決裁権誰？」</a:t>
            </a:r>
            <a:endParaRPr kumimoji="1" lang="en-US" altLang="ja-JP" dirty="0"/>
          </a:p>
          <a:p>
            <a:r>
              <a:rPr kumimoji="1" lang="ja-JP" altLang="en-US" dirty="0"/>
              <a:t>「村松さん・はたさん」以外に誰かいるの？</a:t>
            </a:r>
            <a:endParaRPr kumimoji="1" lang="en-US" altLang="ja-JP" dirty="0"/>
          </a:p>
          <a:p>
            <a:endParaRPr kumimoji="1" lang="en-US" altLang="ja-JP" dirty="0"/>
          </a:p>
          <a:p>
            <a:r>
              <a:rPr kumimoji="1" lang="ja-JP" altLang="en-US" dirty="0"/>
              <a:t>先にメールで確認する。</a:t>
            </a:r>
            <a:endParaRPr kumimoji="1" lang="en-US" altLang="ja-JP" dirty="0"/>
          </a:p>
          <a:p>
            <a:pPr marL="171450" indent="-171450">
              <a:buFontTx/>
              <a:buChar char="-"/>
            </a:pPr>
            <a:r>
              <a:rPr kumimoji="1" lang="ja-JP" altLang="en-US" dirty="0"/>
              <a:t>体制のイメージ図</a:t>
            </a:r>
            <a:endParaRPr kumimoji="1" lang="en-US" altLang="ja-JP" dirty="0"/>
          </a:p>
          <a:p>
            <a:pPr marL="171450" indent="-171450">
              <a:buFontTx/>
              <a:buChar char="-"/>
            </a:pPr>
            <a:r>
              <a:rPr kumimoji="1" lang="ja-JP" altLang="en-US" dirty="0"/>
              <a:t>役割の説明</a:t>
            </a:r>
            <a:endParaRPr kumimoji="1" lang="en-US" altLang="ja-JP" dirty="0"/>
          </a:p>
          <a:p>
            <a:pPr marL="171450" indent="-171450">
              <a:buFontTx/>
              <a:buChar char="-"/>
            </a:pPr>
            <a:endParaRPr kumimoji="1" lang="en-US" altLang="ja-JP" dirty="0"/>
          </a:p>
          <a:p>
            <a:pPr marL="0" indent="0">
              <a:buFontTx/>
              <a:buNone/>
            </a:pPr>
            <a:r>
              <a:rPr kumimoji="1" lang="ja-JP" altLang="en-US" dirty="0"/>
              <a:t>これをまとめる</a:t>
            </a:r>
            <a:endParaRPr kumimoji="1" lang="en-US" altLang="ja-JP" dirty="0"/>
          </a:p>
        </p:txBody>
      </p:sp>
      <p:sp>
        <p:nvSpPr>
          <p:cNvPr id="4" name="スライド番号プレースホルダー 3"/>
          <p:cNvSpPr>
            <a:spLocks noGrp="1"/>
          </p:cNvSpPr>
          <p:nvPr>
            <p:ph type="sldNum" sz="quarter" idx="5"/>
          </p:nvPr>
        </p:nvSpPr>
        <p:spPr/>
        <p:txBody>
          <a:bodyPr/>
          <a:lstStyle/>
          <a:p>
            <a:fld id="{5D41A71E-2855-44A8-BCA5-F5A565FDDEF4}" type="slidenum">
              <a:rPr kumimoji="1" lang="ja-JP" altLang="en-US" smtClean="0"/>
              <a:t>11</a:t>
            </a:fld>
            <a:endParaRPr kumimoji="1" lang="ja-JP" altLang="en-US"/>
          </a:p>
        </p:txBody>
      </p:sp>
    </p:spTree>
    <p:extLst>
      <p:ext uri="{BB962C8B-B14F-4D97-AF65-F5344CB8AC3E}">
        <p14:creationId xmlns:p14="http://schemas.microsoft.com/office/powerpoint/2010/main" val="25708622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sz="1200" b="1" u="sng" dirty="0">
                <a:solidFill>
                  <a:schemeClr val="tx1"/>
                </a:solidFill>
                <a:latin typeface="Meiryo UI" panose="020B0604030504040204" pitchFamily="50" charset="-128"/>
                <a:ea typeface="Meiryo UI" panose="020B0604030504040204" pitchFamily="50" charset="-128"/>
              </a:rPr>
              <a:t>■ 会議体について本日確認したいこと</a:t>
            </a:r>
            <a:endParaRPr lang="en-US" altLang="ja-JP" sz="1200" b="1" u="sng" dirty="0">
              <a:solidFill>
                <a:schemeClr val="tx1"/>
              </a:solidFill>
              <a:latin typeface="Meiryo UI" panose="020B0604030504040204" pitchFamily="50" charset="-128"/>
              <a:ea typeface="Meiryo UI" panose="020B0604030504040204" pitchFamily="50" charset="-128"/>
            </a:endParaRPr>
          </a:p>
          <a:p>
            <a:endParaRPr lang="en-US" altLang="ja-JP" sz="1200" dirty="0">
              <a:solidFill>
                <a:schemeClr val="tx1"/>
              </a:solidFill>
              <a:latin typeface="Meiryo UI" panose="020B0604030504040204" pitchFamily="50" charset="-128"/>
              <a:ea typeface="Meiryo UI" panose="020B0604030504040204" pitchFamily="50" charset="-128"/>
            </a:endParaRPr>
          </a:p>
          <a:p>
            <a:r>
              <a:rPr lang="ja-JP" altLang="en-US" sz="1200" b="1" dirty="0">
                <a:solidFill>
                  <a:schemeClr val="tx1"/>
                </a:solidFill>
                <a:latin typeface="Meiryo UI" panose="020B0604030504040204" pitchFamily="50" charset="-128"/>
                <a:ea typeface="Meiryo UI" panose="020B0604030504040204" pitchFamily="50" charset="-128"/>
              </a:rPr>
              <a:t>最終的な決裁者は誰か：</a:t>
            </a:r>
            <a:r>
              <a:rPr lang="ja-JP" altLang="en-US" sz="1200" dirty="0">
                <a:solidFill>
                  <a:schemeClr val="tx1"/>
                </a:solidFill>
                <a:latin typeface="Meiryo UI" panose="020B0604030504040204" pitchFamily="50" charset="-128"/>
                <a:ea typeface="Meiryo UI" panose="020B0604030504040204" pitchFamily="50" charset="-128"/>
              </a:rPr>
              <a:t> ステコミ会議において、最終的な判断を下す方はどなたになるか。</a:t>
            </a:r>
            <a:endParaRPr lang="en-US" altLang="ja-JP" sz="1200" dirty="0">
              <a:solidFill>
                <a:schemeClr val="tx1"/>
              </a:solidFill>
              <a:latin typeface="Meiryo UI" panose="020B0604030504040204" pitchFamily="50" charset="-128"/>
              <a:ea typeface="Meiryo UI" panose="020B0604030504040204" pitchFamily="50" charset="-128"/>
            </a:endParaRPr>
          </a:p>
          <a:p>
            <a:r>
              <a:rPr lang="ja-JP" altLang="en-US" sz="1200" b="1" dirty="0">
                <a:solidFill>
                  <a:schemeClr val="tx1"/>
                </a:solidFill>
                <a:latin typeface="Meiryo UI" panose="020B0604030504040204" pitchFamily="50" charset="-128"/>
                <a:ea typeface="Meiryo UI" panose="020B0604030504040204" pitchFamily="50" charset="-128"/>
              </a:rPr>
              <a:t>会議の時間の固定：</a:t>
            </a:r>
            <a:r>
              <a:rPr lang="ja-JP" altLang="en-US" sz="1200" dirty="0">
                <a:solidFill>
                  <a:schemeClr val="tx1"/>
                </a:solidFill>
                <a:latin typeface="Meiryo UI" panose="020B0604030504040204" pitchFamily="50" charset="-128"/>
                <a:ea typeface="Meiryo UI" panose="020B0604030504040204" pitchFamily="50" charset="-128"/>
              </a:rPr>
              <a:t> 「毎週〇曜日の〇時</a:t>
            </a:r>
            <a:r>
              <a:rPr lang="en-US" altLang="ja-JP" sz="1200" dirty="0">
                <a:solidFill>
                  <a:schemeClr val="tx1"/>
                </a:solidFill>
                <a:latin typeface="Meiryo UI" panose="020B0604030504040204" pitchFamily="50" charset="-128"/>
                <a:ea typeface="Meiryo UI" panose="020B0604030504040204" pitchFamily="50" charset="-128"/>
              </a:rPr>
              <a:t>〜</a:t>
            </a:r>
            <a:r>
              <a:rPr lang="ja-JP" altLang="en-US" sz="1200" dirty="0">
                <a:solidFill>
                  <a:schemeClr val="tx1"/>
                </a:solidFill>
                <a:latin typeface="Meiryo UI" panose="020B0604030504040204" pitchFamily="50" charset="-128"/>
                <a:ea typeface="Meiryo UI" panose="020B0604030504040204" pitchFamily="50" charset="-128"/>
              </a:rPr>
              <a:t>」といった形で、参加者の予定をあらかじめ確保できるか。</a:t>
            </a:r>
            <a:endParaRPr lang="en-US" altLang="ja-JP" sz="1200" dirty="0">
              <a:solidFill>
                <a:schemeClr val="tx1"/>
              </a:solidFill>
              <a:latin typeface="Meiryo UI" panose="020B0604030504040204" pitchFamily="50" charset="-128"/>
              <a:ea typeface="Meiryo UI" panose="020B0604030504040204" pitchFamily="50" charset="-128"/>
            </a:endParaRPr>
          </a:p>
          <a:p>
            <a:r>
              <a:rPr lang="ja-JP" altLang="en-US" sz="1200" b="1" dirty="0">
                <a:solidFill>
                  <a:schemeClr val="tx1"/>
                </a:solidFill>
                <a:latin typeface="Meiryo UI" panose="020B0604030504040204" pitchFamily="50" charset="-128"/>
                <a:ea typeface="Meiryo UI" panose="020B0604030504040204" pitchFamily="50" charset="-128"/>
              </a:rPr>
              <a:t>参加メンバーの選定：</a:t>
            </a:r>
            <a:r>
              <a:rPr lang="ja-JP" altLang="en-US" sz="1200" dirty="0">
                <a:solidFill>
                  <a:schemeClr val="tx1"/>
                </a:solidFill>
                <a:latin typeface="Meiryo UI" panose="020B0604030504040204" pitchFamily="50" charset="-128"/>
                <a:ea typeface="Meiryo UI" panose="020B0604030504040204" pitchFamily="50" charset="-128"/>
              </a:rPr>
              <a:t> 意思決定をスムーズにするため、過不足のない固定メンバーを確定したい。</a:t>
            </a:r>
            <a:endParaRPr lang="en-US" altLang="ja-JP" sz="1200" dirty="0">
              <a:solidFill>
                <a:schemeClr val="tx1"/>
              </a:solidFill>
              <a:latin typeface="Meiryo UI" panose="020B0604030504040204" pitchFamily="50" charset="-128"/>
              <a:ea typeface="Meiryo UI" panose="020B0604030504040204" pitchFamily="50" charset="-128"/>
            </a:endParaRPr>
          </a:p>
          <a:p>
            <a:r>
              <a:rPr lang="ja-JP" altLang="en-US" sz="1200" b="1" dirty="0">
                <a:solidFill>
                  <a:schemeClr val="tx1"/>
                </a:solidFill>
                <a:latin typeface="Meiryo UI" panose="020B0604030504040204" pitchFamily="50" charset="-128"/>
                <a:ea typeface="Meiryo UI" panose="020B0604030504040204" pitchFamily="50" charset="-128"/>
              </a:rPr>
              <a:t>他部署との調整：</a:t>
            </a:r>
            <a:r>
              <a:rPr lang="ja-JP" altLang="en-US" sz="1200" dirty="0">
                <a:solidFill>
                  <a:schemeClr val="tx1"/>
                </a:solidFill>
                <a:latin typeface="Meiryo UI" panose="020B0604030504040204" pitchFamily="50" charset="-128"/>
                <a:ea typeface="Meiryo UI" panose="020B0604030504040204" pitchFamily="50" charset="-128"/>
              </a:rPr>
              <a:t> このプロジェクトを進める上で、定期的な情報共有が必要な他部署があるか。</a:t>
            </a:r>
            <a:endParaRPr lang="en-US" altLang="ja-JP" sz="1200" dirty="0">
              <a:solidFill>
                <a:schemeClr val="tx1"/>
              </a:solidFill>
              <a:latin typeface="Meiryo UI" panose="020B0604030504040204" pitchFamily="50" charset="-128"/>
              <a:ea typeface="Meiryo UI" panose="020B0604030504040204" pitchFamily="50" charset="-128"/>
            </a:endParaRPr>
          </a:p>
        </p:txBody>
      </p:sp>
      <p:sp>
        <p:nvSpPr>
          <p:cNvPr id="4" name="スライド番号プレースホルダー 3"/>
          <p:cNvSpPr>
            <a:spLocks noGrp="1"/>
          </p:cNvSpPr>
          <p:nvPr>
            <p:ph type="sldNum" sz="quarter" idx="5"/>
          </p:nvPr>
        </p:nvSpPr>
        <p:spPr/>
        <p:txBody>
          <a:bodyPr/>
          <a:lstStyle/>
          <a:p>
            <a:fld id="{5D41A71E-2855-44A8-BCA5-F5A565FDDEF4}" type="slidenum">
              <a:rPr kumimoji="1" lang="ja-JP" altLang="en-US" smtClean="0"/>
              <a:t>12</a:t>
            </a:fld>
            <a:endParaRPr kumimoji="1" lang="ja-JP" altLang="en-US"/>
          </a:p>
        </p:txBody>
      </p:sp>
    </p:spTree>
    <p:extLst>
      <p:ext uri="{BB962C8B-B14F-4D97-AF65-F5344CB8AC3E}">
        <p14:creationId xmlns:p14="http://schemas.microsoft.com/office/powerpoint/2010/main" val="11457054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E18B1-7FBA-BC46-1191-1CE0AE820CB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B235B2B-746C-1E9A-DE84-D5EB7C56260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4DEDBBD-E3A1-C0AF-9E7E-24F1094C35A5}"/>
              </a:ext>
            </a:extLst>
          </p:cNvPr>
          <p:cNvSpPr>
            <a:spLocks noGrp="1"/>
          </p:cNvSpPr>
          <p:nvPr>
            <p:ph type="body" idx="1"/>
          </p:nvPr>
        </p:nvSpPr>
        <p:spPr/>
        <p:txBody>
          <a:bodyPr/>
          <a:lstStyle/>
          <a:p>
            <a:r>
              <a:rPr lang="ja-JP" altLang="en-US" sz="1200" b="1" u="sng" dirty="0">
                <a:solidFill>
                  <a:schemeClr val="tx1"/>
                </a:solidFill>
                <a:latin typeface="Meiryo UI" panose="020B0604030504040204" pitchFamily="50" charset="-128"/>
                <a:ea typeface="Meiryo UI" panose="020B0604030504040204" pitchFamily="50" charset="-128"/>
              </a:rPr>
              <a:t>■ コミュニケーションとセキュリティについて本日確認したいこと</a:t>
            </a:r>
            <a:endParaRPr lang="en-US" altLang="ja-JP" sz="1200" b="1" u="sng" dirty="0">
              <a:solidFill>
                <a:schemeClr val="tx1"/>
              </a:solidFill>
              <a:latin typeface="Meiryo UI" panose="020B0604030504040204" pitchFamily="50" charset="-128"/>
              <a:ea typeface="Meiryo UI" panose="020B0604030504040204" pitchFamily="50" charset="-128"/>
            </a:endParaRPr>
          </a:p>
          <a:p>
            <a:endParaRPr lang="en-US" altLang="ja-JP" sz="1200" dirty="0">
              <a:solidFill>
                <a:schemeClr val="tx1"/>
              </a:solidFill>
              <a:latin typeface="Meiryo UI" panose="020B0604030504040204" pitchFamily="50" charset="-128"/>
              <a:ea typeface="Meiryo UI" panose="020B0604030504040204" pitchFamily="50" charset="-128"/>
            </a:endParaRPr>
          </a:p>
          <a:p>
            <a:r>
              <a:rPr lang="ja-JP" altLang="en-US" sz="1200" b="1" dirty="0">
                <a:solidFill>
                  <a:schemeClr val="tx1"/>
                </a:solidFill>
                <a:latin typeface="Meiryo UI" panose="020B0604030504040204" pitchFamily="50" charset="-128"/>
                <a:ea typeface="Meiryo UI" panose="020B0604030504040204" pitchFamily="50" charset="-128"/>
              </a:rPr>
              <a:t>資料の保存場所： </a:t>
            </a:r>
            <a:r>
              <a:rPr lang="ja-JP" altLang="en-US" sz="1200" dirty="0">
                <a:solidFill>
                  <a:schemeClr val="tx1"/>
                </a:solidFill>
                <a:latin typeface="Meiryo UI" panose="020B0604030504040204" pitchFamily="50" charset="-128"/>
                <a:ea typeface="Meiryo UI" panose="020B0604030504040204" pitchFamily="50" charset="-128"/>
              </a:rPr>
              <a:t>会社として指定されている資料の保管場所（</a:t>
            </a:r>
            <a:r>
              <a:rPr lang="en-US" altLang="ja-JP" sz="1200" dirty="0">
                <a:solidFill>
                  <a:schemeClr val="tx1"/>
                </a:solidFill>
                <a:latin typeface="Meiryo UI" panose="020B0604030504040204" pitchFamily="50" charset="-128"/>
                <a:ea typeface="Meiryo UI" panose="020B0604030504040204" pitchFamily="50" charset="-128"/>
              </a:rPr>
              <a:t>SharePoint</a:t>
            </a:r>
            <a:r>
              <a:rPr lang="ja-JP" altLang="en-US" sz="1200" dirty="0">
                <a:solidFill>
                  <a:schemeClr val="tx1"/>
                </a:solidFill>
                <a:latin typeface="Meiryo UI" panose="020B0604030504040204" pitchFamily="50" charset="-128"/>
                <a:ea typeface="Meiryo UI" panose="020B0604030504040204" pitchFamily="50" charset="-128"/>
              </a:rPr>
              <a:t>等）があるか。</a:t>
            </a:r>
            <a:endParaRPr lang="en-US" altLang="ja-JP" sz="1200" dirty="0">
              <a:solidFill>
                <a:schemeClr val="tx1"/>
              </a:solidFill>
              <a:latin typeface="Meiryo UI" panose="020B0604030504040204" pitchFamily="50" charset="-128"/>
              <a:ea typeface="Meiryo UI" panose="020B0604030504040204" pitchFamily="50" charset="-128"/>
            </a:endParaRPr>
          </a:p>
          <a:p>
            <a:r>
              <a:rPr lang="ja-JP" altLang="en-US" sz="1200" b="1" dirty="0">
                <a:solidFill>
                  <a:schemeClr val="tx1"/>
                </a:solidFill>
                <a:latin typeface="Meiryo UI" panose="020B0604030504040204" pitchFamily="50" charset="-128"/>
                <a:ea typeface="Meiryo UI" panose="020B0604030504040204" pitchFamily="50" charset="-128"/>
              </a:rPr>
              <a:t>ファイル名の付け方： </a:t>
            </a:r>
            <a:r>
              <a:rPr lang="ja-JP" altLang="en-US" sz="1200" dirty="0">
                <a:solidFill>
                  <a:schemeClr val="tx1"/>
                </a:solidFill>
                <a:latin typeface="Meiryo UI" panose="020B0604030504040204" pitchFamily="50" charset="-128"/>
                <a:ea typeface="Meiryo UI" panose="020B0604030504040204" pitchFamily="50" charset="-128"/>
              </a:rPr>
              <a:t>すでに社内で決まっているファイル名のルール（管理番号の付け方など）があるか。</a:t>
            </a:r>
            <a:endParaRPr lang="en-US" altLang="ja-JP" sz="1200" dirty="0">
              <a:solidFill>
                <a:schemeClr val="tx1"/>
              </a:solidFill>
              <a:latin typeface="Meiryo UI" panose="020B0604030504040204" pitchFamily="50" charset="-128"/>
              <a:ea typeface="Meiryo UI" panose="020B0604030504040204" pitchFamily="50" charset="-128"/>
            </a:endParaRPr>
          </a:p>
          <a:p>
            <a:r>
              <a:rPr lang="ja-JP" altLang="en-US" sz="1200" b="1" dirty="0">
                <a:solidFill>
                  <a:schemeClr val="tx1"/>
                </a:solidFill>
                <a:latin typeface="Meiryo UI" panose="020B0604030504040204" pitchFamily="50" charset="-128"/>
                <a:ea typeface="Meiryo UI" panose="020B0604030504040204" pitchFamily="50" charset="-128"/>
              </a:rPr>
              <a:t>ネットワークの制限： </a:t>
            </a:r>
            <a:r>
              <a:rPr lang="ja-JP" altLang="en-US" sz="1200" dirty="0">
                <a:solidFill>
                  <a:schemeClr val="tx1"/>
                </a:solidFill>
                <a:latin typeface="Meiryo UI" panose="020B0604030504040204" pitchFamily="50" charset="-128"/>
                <a:ea typeface="Meiryo UI" panose="020B0604030504040204" pitchFamily="50" charset="-128"/>
              </a:rPr>
              <a:t>社外からアクセスする際、</a:t>
            </a:r>
            <a:r>
              <a:rPr lang="en-US" altLang="ja-JP" sz="1200" dirty="0">
                <a:solidFill>
                  <a:schemeClr val="tx1"/>
                </a:solidFill>
                <a:latin typeface="Meiryo UI" panose="020B0604030504040204" pitchFamily="50" charset="-128"/>
                <a:ea typeface="Meiryo UI" panose="020B0604030504040204" pitchFamily="50" charset="-128"/>
              </a:rPr>
              <a:t>VPN</a:t>
            </a:r>
            <a:r>
              <a:rPr lang="ja-JP" altLang="en-US" sz="1200" dirty="0">
                <a:solidFill>
                  <a:schemeClr val="tx1"/>
                </a:solidFill>
                <a:latin typeface="Meiryo UI" panose="020B0604030504040204" pitchFamily="50" charset="-128"/>
                <a:ea typeface="Meiryo UI" panose="020B0604030504040204" pitchFamily="50" charset="-128"/>
              </a:rPr>
              <a:t>（専用回線）などの特別な設定が必要になるか。</a:t>
            </a:r>
            <a:endParaRPr lang="en-US" altLang="ja-JP" sz="1200" dirty="0">
              <a:solidFill>
                <a:schemeClr val="tx1"/>
              </a:solidFill>
              <a:latin typeface="Meiryo UI" panose="020B0604030504040204" pitchFamily="50" charset="-128"/>
              <a:ea typeface="Meiryo UI" panose="020B0604030504040204" pitchFamily="50" charset="-128"/>
            </a:endParaRPr>
          </a:p>
          <a:p>
            <a:r>
              <a:rPr lang="ja-JP" altLang="en-US" sz="1200" b="1" dirty="0">
                <a:solidFill>
                  <a:schemeClr val="tx1"/>
                </a:solidFill>
                <a:latin typeface="Meiryo UI" panose="020B0604030504040204" pitchFamily="50" charset="-128"/>
                <a:ea typeface="Meiryo UI" panose="020B0604030504040204" pitchFamily="50" charset="-128"/>
              </a:rPr>
              <a:t>推奨ツールの確認： </a:t>
            </a:r>
            <a:r>
              <a:rPr lang="ja-JP" altLang="en-US" sz="1200" dirty="0">
                <a:solidFill>
                  <a:schemeClr val="tx1"/>
                </a:solidFill>
                <a:latin typeface="Meiryo UI" panose="020B0604030504040204" pitchFamily="50" charset="-128"/>
                <a:ea typeface="Meiryo UI" panose="020B0604030504040204" pitchFamily="50" charset="-128"/>
              </a:rPr>
              <a:t>利用を推奨している</a:t>
            </a:r>
            <a:r>
              <a:rPr lang="en-US" altLang="ja-JP" sz="1200" dirty="0">
                <a:solidFill>
                  <a:schemeClr val="tx1"/>
                </a:solidFill>
                <a:latin typeface="Meiryo UI" panose="020B0604030504040204" pitchFamily="50" charset="-128"/>
                <a:ea typeface="Meiryo UI" panose="020B0604030504040204" pitchFamily="50" charset="-128"/>
              </a:rPr>
              <a:t>Web</a:t>
            </a:r>
            <a:r>
              <a:rPr lang="ja-JP" altLang="en-US" sz="1200" dirty="0">
                <a:solidFill>
                  <a:schemeClr val="tx1"/>
                </a:solidFill>
                <a:latin typeface="Meiryo UI" panose="020B0604030504040204" pitchFamily="50" charset="-128"/>
                <a:ea typeface="Meiryo UI" panose="020B0604030504040204" pitchFamily="50" charset="-128"/>
              </a:rPr>
              <a:t>サービスやソフトがあるか。</a:t>
            </a:r>
            <a:endParaRPr lang="en-US" altLang="ja-JP" sz="1200" dirty="0">
              <a:solidFill>
                <a:schemeClr val="tx1"/>
              </a:solidFill>
              <a:latin typeface="Meiryo UI" panose="020B0604030504040204" pitchFamily="50" charset="-128"/>
              <a:ea typeface="Meiryo UI" panose="020B0604030504040204" pitchFamily="50" charset="-128"/>
            </a:endParaRPr>
          </a:p>
        </p:txBody>
      </p:sp>
      <p:sp>
        <p:nvSpPr>
          <p:cNvPr id="4" name="スライド番号プレースホルダー 3">
            <a:extLst>
              <a:ext uri="{FF2B5EF4-FFF2-40B4-BE49-F238E27FC236}">
                <a16:creationId xmlns:a16="http://schemas.microsoft.com/office/drawing/2014/main" id="{6677936D-7E2A-23FC-973E-B6425D70EE80}"/>
              </a:ext>
            </a:extLst>
          </p:cNvPr>
          <p:cNvSpPr>
            <a:spLocks noGrp="1"/>
          </p:cNvSpPr>
          <p:nvPr>
            <p:ph type="sldNum" sz="quarter" idx="5"/>
          </p:nvPr>
        </p:nvSpPr>
        <p:spPr/>
        <p:txBody>
          <a:bodyPr/>
          <a:lstStyle/>
          <a:p>
            <a:fld id="{5D41A71E-2855-44A8-BCA5-F5A565FDDEF4}" type="slidenum">
              <a:rPr kumimoji="1" lang="ja-JP" altLang="en-US" smtClean="0"/>
              <a:t>13</a:t>
            </a:fld>
            <a:endParaRPr kumimoji="1" lang="ja-JP" altLang="en-US"/>
          </a:p>
        </p:txBody>
      </p:sp>
    </p:spTree>
    <p:extLst>
      <p:ext uri="{BB962C8B-B14F-4D97-AF65-F5344CB8AC3E}">
        <p14:creationId xmlns:p14="http://schemas.microsoft.com/office/powerpoint/2010/main" val="19942045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B4CDAB-56B1-6748-C2D6-91524632E23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DD716BF-E79E-9F15-09C3-92EEB9396D1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EFB464B-C7DF-27CC-CD23-568A893BB750}"/>
              </a:ext>
            </a:extLst>
          </p:cNvPr>
          <p:cNvSpPr>
            <a:spLocks noGrp="1"/>
          </p:cNvSpPr>
          <p:nvPr>
            <p:ph type="body" idx="1"/>
          </p:nvPr>
        </p:nvSpPr>
        <p:spPr/>
        <p:txBody>
          <a:bodyPr/>
          <a:lstStyle/>
          <a:p>
            <a:r>
              <a:rPr kumimoji="1" lang="ja-JP" altLang="en-US" dirty="0"/>
              <a:t>ヒアリング日程を一番聞きたい</a:t>
            </a:r>
            <a:endParaRPr kumimoji="1" lang="en-US" altLang="ja-JP" dirty="0"/>
          </a:p>
          <a:p>
            <a:r>
              <a:rPr kumimoji="1" lang="ja-JP" altLang="en-US" dirty="0"/>
              <a:t>こちらからの日程をいくつか挙げて、返答してもらえるようにする</a:t>
            </a:r>
            <a:endParaRPr kumimoji="1" lang="en-US" altLang="ja-JP" dirty="0"/>
          </a:p>
          <a:p>
            <a:endParaRPr kumimoji="1" lang="en-US" altLang="ja-JP" dirty="0"/>
          </a:p>
          <a:p>
            <a:r>
              <a:rPr kumimoji="1" lang="ja-JP" altLang="en-US" dirty="0"/>
              <a:t>ヒアリング・次回会議の日程を入れる</a:t>
            </a:r>
            <a:endParaRPr kumimoji="1" lang="en-US" altLang="ja-JP" dirty="0"/>
          </a:p>
          <a:p>
            <a:endParaRPr kumimoji="1" lang="en-US" altLang="ja-JP" dirty="0"/>
          </a:p>
          <a:p>
            <a:r>
              <a:rPr kumimoji="1" lang="ja-JP" altLang="en-US" dirty="0"/>
              <a:t>ヒアリングの日程次第で、次回会議の日程内容を入れても</a:t>
            </a:r>
            <a:r>
              <a:rPr kumimoji="1" lang="en-US" altLang="ja-JP" dirty="0"/>
              <a:t>OK</a:t>
            </a:r>
          </a:p>
          <a:p>
            <a:endParaRPr kumimoji="1" lang="ja-JP" altLang="en-US" dirty="0"/>
          </a:p>
        </p:txBody>
      </p:sp>
      <p:sp>
        <p:nvSpPr>
          <p:cNvPr id="4" name="スライド番号プレースホルダー 3">
            <a:extLst>
              <a:ext uri="{FF2B5EF4-FFF2-40B4-BE49-F238E27FC236}">
                <a16:creationId xmlns:a16="http://schemas.microsoft.com/office/drawing/2014/main" id="{9708B930-D788-975A-FFFA-F4E42678A400}"/>
              </a:ext>
            </a:extLst>
          </p:cNvPr>
          <p:cNvSpPr>
            <a:spLocks noGrp="1"/>
          </p:cNvSpPr>
          <p:nvPr>
            <p:ph type="sldNum" sz="quarter" idx="5"/>
          </p:nvPr>
        </p:nvSpPr>
        <p:spPr/>
        <p:txBody>
          <a:bodyPr/>
          <a:lstStyle/>
          <a:p>
            <a:fld id="{5D41A71E-2855-44A8-BCA5-F5A565FDDEF4}" type="slidenum">
              <a:rPr kumimoji="1" lang="ja-JP" altLang="en-US" smtClean="0"/>
              <a:t>14</a:t>
            </a:fld>
            <a:endParaRPr kumimoji="1" lang="ja-JP" altLang="en-US"/>
          </a:p>
        </p:txBody>
      </p:sp>
    </p:spTree>
    <p:extLst>
      <p:ext uri="{BB962C8B-B14F-4D97-AF65-F5344CB8AC3E}">
        <p14:creationId xmlns:p14="http://schemas.microsoft.com/office/powerpoint/2010/main" val="4657251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486D0-D463-85D8-C15B-9953A0F4C02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BC903E7-1836-AEDE-798C-2EFAC32487A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B09B0D5-E73D-20AC-D1E3-47CA521D4F3F}"/>
              </a:ext>
            </a:extLst>
          </p:cNvPr>
          <p:cNvSpPr>
            <a:spLocks noGrp="1"/>
          </p:cNvSpPr>
          <p:nvPr>
            <p:ph type="body" idx="1"/>
          </p:nvPr>
        </p:nvSpPr>
        <p:spPr/>
        <p:txBody>
          <a:bodyPr/>
          <a:lstStyle/>
          <a:p>
            <a:r>
              <a:rPr kumimoji="1" lang="ja-JP" altLang="en-US" dirty="0"/>
              <a:t>扱っているデータは何なのかを一番確認しないといけない</a:t>
            </a:r>
          </a:p>
        </p:txBody>
      </p:sp>
      <p:sp>
        <p:nvSpPr>
          <p:cNvPr id="4" name="スライド番号プレースホルダー 3">
            <a:extLst>
              <a:ext uri="{FF2B5EF4-FFF2-40B4-BE49-F238E27FC236}">
                <a16:creationId xmlns:a16="http://schemas.microsoft.com/office/drawing/2014/main" id="{5E1BB16D-9489-AE9A-AD4A-C98C19F6AFA0}"/>
              </a:ext>
            </a:extLst>
          </p:cNvPr>
          <p:cNvSpPr>
            <a:spLocks noGrp="1"/>
          </p:cNvSpPr>
          <p:nvPr>
            <p:ph type="sldNum" sz="quarter" idx="5"/>
          </p:nvPr>
        </p:nvSpPr>
        <p:spPr/>
        <p:txBody>
          <a:bodyPr/>
          <a:lstStyle/>
          <a:p>
            <a:fld id="{5D41A71E-2855-44A8-BCA5-F5A565FDDEF4}" type="slidenum">
              <a:rPr kumimoji="1" lang="ja-JP" altLang="en-US" smtClean="0"/>
              <a:t>15</a:t>
            </a:fld>
            <a:endParaRPr kumimoji="1" lang="ja-JP" altLang="en-US"/>
          </a:p>
        </p:txBody>
      </p:sp>
    </p:spTree>
    <p:extLst>
      <p:ext uri="{BB962C8B-B14F-4D97-AF65-F5344CB8AC3E}">
        <p14:creationId xmlns:p14="http://schemas.microsoft.com/office/powerpoint/2010/main" val="40064968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18770-02E1-9928-7836-B06943466BC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9A06757-CC17-C46C-3EE6-31BE099B474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3DC08EF-ACCB-866F-24B9-F0EE958CED42}"/>
              </a:ext>
            </a:extLst>
          </p:cNvPr>
          <p:cNvSpPr>
            <a:spLocks noGrp="1"/>
          </p:cNvSpPr>
          <p:nvPr>
            <p:ph type="body" idx="1"/>
          </p:nvPr>
        </p:nvSpPr>
        <p:spPr/>
        <p:txBody>
          <a:bodyPr/>
          <a:lstStyle/>
          <a:p>
            <a:r>
              <a:rPr kumimoji="1" lang="ja-JP" altLang="en-US" dirty="0"/>
              <a:t>工事情報だけほしい（最初の資料だけだったら）</a:t>
            </a:r>
            <a:endParaRPr kumimoji="1" lang="en-US" altLang="ja-JP" dirty="0"/>
          </a:p>
          <a:p>
            <a:endParaRPr kumimoji="1" lang="ja-JP" altLang="en-US" dirty="0"/>
          </a:p>
        </p:txBody>
      </p:sp>
      <p:sp>
        <p:nvSpPr>
          <p:cNvPr id="4" name="スライド番号プレースホルダー 3">
            <a:extLst>
              <a:ext uri="{FF2B5EF4-FFF2-40B4-BE49-F238E27FC236}">
                <a16:creationId xmlns:a16="http://schemas.microsoft.com/office/drawing/2014/main" id="{0F28A26B-DAC9-061C-FF41-3E5CD73D63CC}"/>
              </a:ext>
            </a:extLst>
          </p:cNvPr>
          <p:cNvSpPr>
            <a:spLocks noGrp="1"/>
          </p:cNvSpPr>
          <p:nvPr>
            <p:ph type="sldNum" sz="quarter" idx="5"/>
          </p:nvPr>
        </p:nvSpPr>
        <p:spPr/>
        <p:txBody>
          <a:bodyPr/>
          <a:lstStyle/>
          <a:p>
            <a:fld id="{5D41A71E-2855-44A8-BCA5-F5A565FDDEF4}" type="slidenum">
              <a:rPr kumimoji="1" lang="ja-JP" altLang="en-US" smtClean="0"/>
              <a:t>16</a:t>
            </a:fld>
            <a:endParaRPr kumimoji="1" lang="ja-JP" altLang="en-US"/>
          </a:p>
        </p:txBody>
      </p:sp>
    </p:spTree>
    <p:extLst>
      <p:ext uri="{BB962C8B-B14F-4D97-AF65-F5344CB8AC3E}">
        <p14:creationId xmlns:p14="http://schemas.microsoft.com/office/powerpoint/2010/main" val="34883174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7046AE-DF6F-B545-8B69-3EC57F23078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E514740-6B09-3151-317A-77F51D0FE8E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F5D410A-0F92-CEA2-6289-F3D0EC3EF17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C02A91E8-17D2-B056-DA50-1E707749E2F1}"/>
              </a:ext>
            </a:extLst>
          </p:cNvPr>
          <p:cNvSpPr>
            <a:spLocks noGrp="1"/>
          </p:cNvSpPr>
          <p:nvPr>
            <p:ph type="sldNum" sz="quarter" idx="5"/>
          </p:nvPr>
        </p:nvSpPr>
        <p:spPr/>
        <p:txBody>
          <a:bodyPr/>
          <a:lstStyle/>
          <a:p>
            <a:fld id="{5D41A71E-2855-44A8-BCA5-F5A565FDDEF4}" type="slidenum">
              <a:rPr kumimoji="1" lang="ja-JP" altLang="en-US" smtClean="0"/>
              <a:t>17</a:t>
            </a:fld>
            <a:endParaRPr kumimoji="1" lang="ja-JP" altLang="en-US"/>
          </a:p>
        </p:txBody>
      </p:sp>
    </p:spTree>
    <p:extLst>
      <p:ext uri="{BB962C8B-B14F-4D97-AF65-F5344CB8AC3E}">
        <p14:creationId xmlns:p14="http://schemas.microsoft.com/office/powerpoint/2010/main" val="13408982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3D52A-DBE4-4783-16FC-C1EEFDBB6A7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1CAF9F4-23DB-C3D8-0859-4E376C229A6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B92F35E-C144-B14A-B3DD-53BEFF351B3A}"/>
              </a:ext>
            </a:extLst>
          </p:cNvPr>
          <p:cNvSpPr>
            <a:spLocks noGrp="1"/>
          </p:cNvSpPr>
          <p:nvPr>
            <p:ph type="body" idx="1"/>
          </p:nvPr>
        </p:nvSpPr>
        <p:spPr/>
        <p:txBody>
          <a:bodyPr/>
          <a:lstStyle/>
          <a:p>
            <a:r>
              <a:rPr kumimoji="1" lang="ja-JP" altLang="en-US" dirty="0"/>
              <a:t>ヒアリングシート</a:t>
            </a:r>
            <a:endParaRPr kumimoji="1" lang="en-US" altLang="ja-JP" dirty="0"/>
          </a:p>
          <a:p>
            <a:r>
              <a:rPr kumimoji="1" lang="ja-JP" altLang="en-US" dirty="0"/>
              <a:t>日程調節シート</a:t>
            </a:r>
            <a:endParaRPr kumimoji="1" lang="en-US" altLang="ja-JP" dirty="0"/>
          </a:p>
          <a:p>
            <a:r>
              <a:rPr kumimoji="1" lang="ja-JP" altLang="en-US" dirty="0"/>
              <a:t>これを用意する</a:t>
            </a:r>
          </a:p>
        </p:txBody>
      </p:sp>
      <p:sp>
        <p:nvSpPr>
          <p:cNvPr id="4" name="スライド番号プレースホルダー 3">
            <a:extLst>
              <a:ext uri="{FF2B5EF4-FFF2-40B4-BE49-F238E27FC236}">
                <a16:creationId xmlns:a16="http://schemas.microsoft.com/office/drawing/2014/main" id="{36474410-6EB6-D10B-761C-465ADAF4FF37}"/>
              </a:ext>
            </a:extLst>
          </p:cNvPr>
          <p:cNvSpPr>
            <a:spLocks noGrp="1"/>
          </p:cNvSpPr>
          <p:nvPr>
            <p:ph type="sldNum" sz="quarter" idx="5"/>
          </p:nvPr>
        </p:nvSpPr>
        <p:spPr/>
        <p:txBody>
          <a:bodyPr/>
          <a:lstStyle/>
          <a:p>
            <a:fld id="{5D41A71E-2855-44A8-BCA5-F5A565FDDEF4}" type="slidenum">
              <a:rPr kumimoji="1" lang="ja-JP" altLang="en-US" smtClean="0"/>
              <a:t>18</a:t>
            </a:fld>
            <a:endParaRPr kumimoji="1" lang="ja-JP" altLang="en-US"/>
          </a:p>
        </p:txBody>
      </p:sp>
    </p:spTree>
    <p:extLst>
      <p:ext uri="{BB962C8B-B14F-4D97-AF65-F5344CB8AC3E}">
        <p14:creationId xmlns:p14="http://schemas.microsoft.com/office/powerpoint/2010/main" val="37285454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1</a:t>
            </a:r>
            <a:r>
              <a:rPr kumimoji="1" lang="ja-JP" altLang="en-US" dirty="0"/>
              <a:t>月からスタート、</a:t>
            </a:r>
            <a:r>
              <a:rPr kumimoji="1" lang="en-US" altLang="ja-JP" dirty="0"/>
              <a:t>3</a:t>
            </a:r>
            <a:r>
              <a:rPr kumimoji="1" lang="ja-JP" altLang="en-US" dirty="0"/>
              <a:t>月の</a:t>
            </a:r>
            <a:r>
              <a:rPr kumimoji="1" lang="en-US" altLang="ja-JP" dirty="0"/>
              <a:t>3</a:t>
            </a:r>
            <a:r>
              <a:rPr kumimoji="1" lang="ja-JP" altLang="en-US" dirty="0"/>
              <a:t>週目に終了に修正</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dirty="0"/>
              <a:t>【</a:t>
            </a:r>
            <a:r>
              <a:rPr lang="ja-JP" altLang="en-US" sz="1200" dirty="0"/>
              <a:t>留意事項</a:t>
            </a:r>
            <a:r>
              <a:rPr lang="en-US" altLang="ja-JP" sz="1200" dirty="0"/>
              <a:t>】</a:t>
            </a:r>
            <a:r>
              <a:rPr kumimoji="1" lang="ja-JP" altLang="en-US" sz="1200" dirty="0"/>
              <a:t>の内容は追加しておく</a:t>
            </a:r>
            <a:endParaRPr kumimoji="1"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200" dirty="0"/>
          </a:p>
        </p:txBody>
      </p:sp>
      <p:sp>
        <p:nvSpPr>
          <p:cNvPr id="4" name="スライド番号プレースホルダー 3"/>
          <p:cNvSpPr>
            <a:spLocks noGrp="1"/>
          </p:cNvSpPr>
          <p:nvPr>
            <p:ph type="sldNum" sz="quarter" idx="5"/>
          </p:nvPr>
        </p:nvSpPr>
        <p:spPr/>
        <p:txBody>
          <a:bodyPr/>
          <a:lstStyle/>
          <a:p>
            <a:fld id="{5D41A71E-2855-44A8-BCA5-F5A565FDDEF4}" type="slidenum">
              <a:rPr kumimoji="1" lang="ja-JP" altLang="en-US" smtClean="0"/>
              <a:t>20</a:t>
            </a:fld>
            <a:endParaRPr kumimoji="1" lang="ja-JP" altLang="en-US"/>
          </a:p>
        </p:txBody>
      </p:sp>
    </p:spTree>
    <p:extLst>
      <p:ext uri="{BB962C8B-B14F-4D97-AF65-F5344CB8AC3E}">
        <p14:creationId xmlns:p14="http://schemas.microsoft.com/office/powerpoint/2010/main" val="18734880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メッセージラインの修正。オブラートに包んで、</a:t>
            </a:r>
            <a:endParaRPr kumimoji="1" lang="en-US" altLang="ja-JP" dirty="0"/>
          </a:p>
          <a:p>
            <a:r>
              <a:rPr kumimoji="1" lang="en-US" altLang="ja-JP" dirty="0"/>
              <a:t>9</a:t>
            </a:r>
            <a:r>
              <a:rPr kumimoji="1" lang="ja-JP" altLang="en-US" dirty="0"/>
              <a:t>月リリース</a:t>
            </a:r>
            <a:endParaRPr kumimoji="1" lang="en-US" altLang="ja-JP" dirty="0"/>
          </a:p>
          <a:p>
            <a:r>
              <a:rPr kumimoji="1" lang="en-US" altLang="ja-JP" dirty="0"/>
              <a:t>3</a:t>
            </a:r>
            <a:r>
              <a:rPr kumimoji="1" lang="ja-JP" altLang="en-US" dirty="0"/>
              <a:t>月末にシステム化構想する必要ある？（可能性としてあり得ますよ。ヒアリングをして、要件を多いので、遅らせませんか？？？）</a:t>
            </a:r>
            <a:endParaRPr kumimoji="1" lang="en-US" altLang="ja-JP" dirty="0"/>
          </a:p>
          <a:p>
            <a:r>
              <a:rPr kumimoji="1" lang="en-US" altLang="ja-JP" dirty="0"/>
              <a:t>16</a:t>
            </a:r>
            <a:r>
              <a:rPr kumimoji="1" lang="ja-JP" altLang="en-US" dirty="0"/>
              <a:t>の週に終わらせるように修正</a:t>
            </a:r>
            <a:endParaRPr kumimoji="1" lang="en-US" altLang="ja-JP" dirty="0"/>
          </a:p>
          <a:p>
            <a:r>
              <a:rPr kumimoji="1" lang="ja-JP" altLang="en-US" dirty="0"/>
              <a:t>がっつり開発の構想については、来月に回す？？</a:t>
            </a:r>
            <a:endParaRPr kumimoji="1" lang="en-US" altLang="ja-JP" dirty="0"/>
          </a:p>
          <a:p>
            <a:r>
              <a:rPr kumimoji="1" lang="ja-JP" altLang="en-US" dirty="0"/>
              <a:t>最終報告は、</a:t>
            </a:r>
            <a:r>
              <a:rPr kumimoji="1" lang="en-US" altLang="ja-JP" dirty="0"/>
              <a:t>16</a:t>
            </a:r>
            <a:r>
              <a:rPr kumimoji="1" lang="ja-JP" altLang="en-US" dirty="0"/>
              <a:t>の週に。</a:t>
            </a:r>
            <a:endParaRPr kumimoji="1" lang="en-US" altLang="ja-JP" dirty="0"/>
          </a:p>
          <a:p>
            <a:r>
              <a:rPr kumimoji="1" lang="ja-JP" altLang="en-US" dirty="0"/>
              <a:t>キックオフは</a:t>
            </a:r>
            <a:r>
              <a:rPr kumimoji="1" lang="en-US" altLang="ja-JP" dirty="0"/>
              <a:t>1</a:t>
            </a:r>
            <a:r>
              <a:rPr kumimoji="1" lang="ja-JP" altLang="en-US" dirty="0"/>
              <a:t>月の</a:t>
            </a:r>
            <a:r>
              <a:rPr kumimoji="1" lang="en-US" altLang="ja-JP" dirty="0"/>
              <a:t>5</a:t>
            </a:r>
            <a:r>
              <a:rPr kumimoji="1" lang="ja-JP" altLang="en-US" dirty="0"/>
              <a:t>の週</a:t>
            </a:r>
            <a:endParaRPr kumimoji="1" lang="en-US" altLang="ja-JP" dirty="0"/>
          </a:p>
        </p:txBody>
      </p:sp>
      <p:sp>
        <p:nvSpPr>
          <p:cNvPr id="4" name="スライド番号プレースホルダー 3"/>
          <p:cNvSpPr>
            <a:spLocks noGrp="1"/>
          </p:cNvSpPr>
          <p:nvPr>
            <p:ph type="sldNum" sz="quarter" idx="5"/>
          </p:nvPr>
        </p:nvSpPr>
        <p:spPr/>
        <p:txBody>
          <a:bodyPr/>
          <a:lstStyle/>
          <a:p>
            <a:fld id="{5D41A71E-2855-44A8-BCA5-F5A565FDDEF4}" type="slidenum">
              <a:rPr kumimoji="1" lang="ja-JP" altLang="en-US" smtClean="0"/>
              <a:t>21</a:t>
            </a:fld>
            <a:endParaRPr kumimoji="1" lang="ja-JP" altLang="en-US"/>
          </a:p>
        </p:txBody>
      </p:sp>
    </p:spTree>
    <p:extLst>
      <p:ext uri="{BB962C8B-B14F-4D97-AF65-F5344CB8AC3E}">
        <p14:creationId xmlns:p14="http://schemas.microsoft.com/office/powerpoint/2010/main" val="244778318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表紙（Whi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91195-F120-BCB2-5EE3-723E70C1FCC0}"/>
              </a:ext>
            </a:extLst>
          </p:cNvPr>
          <p:cNvSpPr>
            <a:spLocks noGrp="1"/>
          </p:cNvSpPr>
          <p:nvPr>
            <p:ph type="ctrTitle"/>
          </p:nvPr>
        </p:nvSpPr>
        <p:spPr>
          <a:xfrm>
            <a:off x="814282" y="1989088"/>
            <a:ext cx="10563436" cy="1371445"/>
          </a:xfrm>
          <a:prstGeom prst="rect">
            <a:avLst/>
          </a:prstGeom>
        </p:spPr>
        <p:txBody>
          <a:bodyPr lIns="0" tIns="0" rIns="0" bIns="0" anchor="b">
            <a:normAutofit/>
          </a:bodyPr>
          <a:lstStyle>
            <a:lvl1pPr algn="l">
              <a:defRPr sz="3600" b="1" i="0">
                <a:solidFill>
                  <a:srgbClr val="013C85"/>
                </a:solidFill>
                <a:latin typeface="Yu Gothic" panose="020B0400000000000000" pitchFamily="34" charset="-128"/>
                <a:ea typeface="Yu Gothic" panose="020B0400000000000000" pitchFamily="34" charset="-128"/>
              </a:defRPr>
            </a:lvl1pPr>
          </a:lstStyle>
          <a:p>
            <a:r>
              <a:rPr lang="ja-JP" altLang="en-US"/>
              <a:t>マスター タイトルの書式設定</a:t>
            </a:r>
            <a:endParaRPr lang="en-US" dirty="0"/>
          </a:p>
        </p:txBody>
      </p:sp>
      <p:sp>
        <p:nvSpPr>
          <p:cNvPr id="4" name="テキスト プレースホルダー 12">
            <a:extLst>
              <a:ext uri="{FF2B5EF4-FFF2-40B4-BE49-F238E27FC236}">
                <a16:creationId xmlns:a16="http://schemas.microsoft.com/office/drawing/2014/main" id="{62214ACD-D9BE-40F6-D231-9138B52159B5}"/>
              </a:ext>
            </a:extLst>
          </p:cNvPr>
          <p:cNvSpPr>
            <a:spLocks noGrp="1"/>
          </p:cNvSpPr>
          <p:nvPr>
            <p:ph type="body" sz="quarter" idx="13"/>
          </p:nvPr>
        </p:nvSpPr>
        <p:spPr>
          <a:xfrm>
            <a:off x="814282" y="5470206"/>
            <a:ext cx="10563436" cy="360000"/>
          </a:xfrm>
          <a:prstGeom prst="rect">
            <a:avLst/>
          </a:prstGeom>
        </p:spPr>
        <p:txBody>
          <a:bodyPr lIns="0" tIns="0" rIns="0" bIns="0">
            <a:noAutofit/>
          </a:bodyPr>
          <a:lstStyle>
            <a:lvl1pPr marL="0" indent="0">
              <a:buNone/>
              <a:defRPr sz="2400" b="0" i="0">
                <a:solidFill>
                  <a:srgbClr val="013C85"/>
                </a:solidFill>
                <a:latin typeface="Yu Gothic Medium" panose="020B0400000000000000" pitchFamily="34" charset="-128"/>
                <a:ea typeface="Yu Gothic Medium" panose="020B0400000000000000" pitchFamily="34" charset="-128"/>
              </a:defRPr>
            </a:lvl1pPr>
          </a:lstStyle>
          <a:p>
            <a:pPr lvl="0"/>
            <a:r>
              <a:rPr kumimoji="1" lang="ja-JP" altLang="en-US"/>
              <a:t>マスター テキストの書式設定</a:t>
            </a:r>
          </a:p>
        </p:txBody>
      </p:sp>
      <p:sp>
        <p:nvSpPr>
          <p:cNvPr id="5" name="テキスト プレースホルダー 12">
            <a:extLst>
              <a:ext uri="{FF2B5EF4-FFF2-40B4-BE49-F238E27FC236}">
                <a16:creationId xmlns:a16="http://schemas.microsoft.com/office/drawing/2014/main" id="{8FC9C3C0-2F9D-131F-910E-8008929D8480}"/>
              </a:ext>
            </a:extLst>
          </p:cNvPr>
          <p:cNvSpPr>
            <a:spLocks noGrp="1"/>
          </p:cNvSpPr>
          <p:nvPr>
            <p:ph type="body" sz="quarter" idx="14"/>
          </p:nvPr>
        </p:nvSpPr>
        <p:spPr>
          <a:xfrm>
            <a:off x="814282" y="5930984"/>
            <a:ext cx="10563436" cy="360000"/>
          </a:xfrm>
          <a:prstGeom prst="rect">
            <a:avLst/>
          </a:prstGeom>
        </p:spPr>
        <p:txBody>
          <a:bodyPr lIns="0" tIns="0" rIns="0" bIns="0">
            <a:noAutofit/>
          </a:bodyPr>
          <a:lstStyle>
            <a:lvl1pPr marL="0" indent="0">
              <a:buNone/>
              <a:defRPr sz="2400" b="0" i="0">
                <a:solidFill>
                  <a:srgbClr val="013C85"/>
                </a:solidFill>
                <a:latin typeface="Yu Gothic Medium" panose="020B0400000000000000" pitchFamily="34" charset="-128"/>
                <a:ea typeface="Yu Gothic Medium" panose="020B0400000000000000" pitchFamily="34" charset="-128"/>
              </a:defRPr>
            </a:lvl1pPr>
          </a:lstStyle>
          <a:p>
            <a:pPr lvl="0"/>
            <a:r>
              <a:rPr kumimoji="1" lang="ja-JP" altLang="en-US"/>
              <a:t>マスター テキストの書式設定</a:t>
            </a:r>
          </a:p>
        </p:txBody>
      </p:sp>
      <p:sp>
        <p:nvSpPr>
          <p:cNvPr id="6" name="テキスト プレースホルダー 12">
            <a:extLst>
              <a:ext uri="{FF2B5EF4-FFF2-40B4-BE49-F238E27FC236}">
                <a16:creationId xmlns:a16="http://schemas.microsoft.com/office/drawing/2014/main" id="{6B053CD4-F3BD-5F69-E59C-A597A09B6F56}"/>
              </a:ext>
            </a:extLst>
          </p:cNvPr>
          <p:cNvSpPr>
            <a:spLocks noGrp="1"/>
          </p:cNvSpPr>
          <p:nvPr>
            <p:ph type="body" sz="quarter" idx="15"/>
          </p:nvPr>
        </p:nvSpPr>
        <p:spPr>
          <a:xfrm>
            <a:off x="814282" y="3453206"/>
            <a:ext cx="10563436" cy="947344"/>
          </a:xfrm>
          <a:prstGeom prst="rect">
            <a:avLst/>
          </a:prstGeom>
        </p:spPr>
        <p:txBody>
          <a:bodyPr lIns="0" tIns="0" rIns="0" bIns="0">
            <a:noAutofit/>
          </a:bodyPr>
          <a:lstStyle>
            <a:lvl1pPr marL="0" indent="0">
              <a:buNone/>
              <a:defRPr sz="2400" b="0" i="0">
                <a:solidFill>
                  <a:srgbClr val="013C85"/>
                </a:solidFill>
                <a:latin typeface="Yu Gothic Medium" panose="020B0400000000000000" pitchFamily="34" charset="-128"/>
                <a:ea typeface="Yu Gothic Medium" panose="020B0400000000000000" pitchFamily="34" charset="-128"/>
              </a:defRPr>
            </a:lvl1pPr>
          </a:lstStyle>
          <a:p>
            <a:pPr lvl="0"/>
            <a:r>
              <a:rPr kumimoji="1" lang="ja-JP" altLang="en-US"/>
              <a:t>マスター テキストの書式設定</a:t>
            </a:r>
          </a:p>
        </p:txBody>
      </p:sp>
      <p:sp>
        <p:nvSpPr>
          <p:cNvPr id="9" name="テキスト プレースホルダー 12">
            <a:extLst>
              <a:ext uri="{FF2B5EF4-FFF2-40B4-BE49-F238E27FC236}">
                <a16:creationId xmlns:a16="http://schemas.microsoft.com/office/drawing/2014/main" id="{92E9DB0B-9077-D203-7FE6-5988DC6DECE7}"/>
              </a:ext>
            </a:extLst>
          </p:cNvPr>
          <p:cNvSpPr>
            <a:spLocks noGrp="1"/>
          </p:cNvSpPr>
          <p:nvPr>
            <p:ph type="body" sz="quarter" idx="19"/>
          </p:nvPr>
        </p:nvSpPr>
        <p:spPr>
          <a:xfrm>
            <a:off x="814282" y="5021958"/>
            <a:ext cx="10563436" cy="360000"/>
          </a:xfrm>
          <a:prstGeom prst="rect">
            <a:avLst/>
          </a:prstGeom>
        </p:spPr>
        <p:txBody>
          <a:bodyPr lIns="0" tIns="0" rIns="0" bIns="0">
            <a:noAutofit/>
          </a:bodyPr>
          <a:lstStyle>
            <a:lvl1pPr marL="0" indent="0">
              <a:buNone/>
              <a:defRPr sz="2400" b="0" i="0">
                <a:solidFill>
                  <a:srgbClr val="013C85"/>
                </a:solidFill>
                <a:latin typeface="Yu Gothic Medium" panose="020B0400000000000000" pitchFamily="34" charset="-128"/>
                <a:ea typeface="Yu Gothic Medium" panose="020B0400000000000000" pitchFamily="34" charset="-128"/>
              </a:defRPr>
            </a:lvl1pPr>
          </a:lstStyle>
          <a:p>
            <a:pPr lvl="0"/>
            <a:r>
              <a:rPr kumimoji="1" lang="ja-JP" altLang="en-US"/>
              <a:t>マスター テキストの書式設定</a:t>
            </a:r>
          </a:p>
        </p:txBody>
      </p:sp>
      <p:sp>
        <p:nvSpPr>
          <p:cNvPr id="3" name="テキスト プレースホルダー 12">
            <a:extLst>
              <a:ext uri="{FF2B5EF4-FFF2-40B4-BE49-F238E27FC236}">
                <a16:creationId xmlns:a16="http://schemas.microsoft.com/office/drawing/2014/main" id="{EE60B748-7DA5-28DA-6FDB-CC4794F43AE4}"/>
              </a:ext>
            </a:extLst>
          </p:cNvPr>
          <p:cNvSpPr>
            <a:spLocks noGrp="1"/>
          </p:cNvSpPr>
          <p:nvPr>
            <p:ph type="body" sz="quarter" idx="17"/>
          </p:nvPr>
        </p:nvSpPr>
        <p:spPr>
          <a:xfrm>
            <a:off x="814282" y="561890"/>
            <a:ext cx="8640000" cy="432000"/>
          </a:xfrm>
          <a:prstGeom prst="rect">
            <a:avLst/>
          </a:prstGeom>
        </p:spPr>
        <p:txBody>
          <a:bodyPr lIns="0" tIns="0" rIns="0" bIns="0">
            <a:noAutofit/>
          </a:bodyPr>
          <a:lstStyle>
            <a:lvl1pPr marL="0" indent="0">
              <a:buNone/>
              <a:defRPr sz="2400" b="1" i="0">
                <a:solidFill>
                  <a:srgbClr val="013C85"/>
                </a:solidFill>
                <a:latin typeface="Yu Gothic Medium" panose="020B0400000000000000" pitchFamily="34" charset="-128"/>
                <a:ea typeface="Yu Gothic Medium" panose="020B0400000000000000" pitchFamily="34" charset="-128"/>
              </a:defRPr>
            </a:lvl1pPr>
          </a:lstStyle>
          <a:p>
            <a:pPr lvl="0"/>
            <a:r>
              <a:rPr kumimoji="1" lang="ja-JP" altLang="en-US" dirty="0"/>
              <a:t>マスター テキストの書式設定</a:t>
            </a:r>
          </a:p>
        </p:txBody>
      </p:sp>
    </p:spTree>
    <p:extLst>
      <p:ext uri="{BB962C8B-B14F-4D97-AF65-F5344CB8AC3E}">
        <p14:creationId xmlns:p14="http://schemas.microsoft.com/office/powerpoint/2010/main" val="18239994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表紙（BrandPromis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91195-F120-BCB2-5EE3-723E70C1FCC0}"/>
              </a:ext>
            </a:extLst>
          </p:cNvPr>
          <p:cNvSpPr>
            <a:spLocks noGrp="1"/>
          </p:cNvSpPr>
          <p:nvPr>
            <p:ph type="ctrTitle"/>
          </p:nvPr>
        </p:nvSpPr>
        <p:spPr>
          <a:xfrm>
            <a:off x="5207426" y="1989088"/>
            <a:ext cx="6170292" cy="1371445"/>
          </a:xfrm>
          <a:prstGeom prst="rect">
            <a:avLst/>
          </a:prstGeom>
        </p:spPr>
        <p:txBody>
          <a:bodyPr lIns="0" tIns="0" rIns="0" bIns="0" anchor="b">
            <a:normAutofit/>
          </a:bodyPr>
          <a:lstStyle>
            <a:lvl1pPr algn="l">
              <a:defRPr sz="3600" b="1" i="0" baseline="0">
                <a:solidFill>
                  <a:schemeClr val="bg1"/>
                </a:solidFill>
                <a:latin typeface="游ゴシック" panose="020B0400000000000000" pitchFamily="50" charset="-128"/>
                <a:ea typeface="游ゴシック" panose="020B0400000000000000" pitchFamily="50" charset="-128"/>
              </a:defRPr>
            </a:lvl1pPr>
          </a:lstStyle>
          <a:p>
            <a:r>
              <a:rPr lang="ja-JP" altLang="en-US"/>
              <a:t>マスター タイトルの書式設定</a:t>
            </a:r>
            <a:endParaRPr lang="en-US" dirty="0"/>
          </a:p>
        </p:txBody>
      </p:sp>
      <p:sp>
        <p:nvSpPr>
          <p:cNvPr id="4" name="テキスト プレースホルダー 12">
            <a:extLst>
              <a:ext uri="{FF2B5EF4-FFF2-40B4-BE49-F238E27FC236}">
                <a16:creationId xmlns:a16="http://schemas.microsoft.com/office/drawing/2014/main" id="{62214ACD-D9BE-40F6-D231-9138B52159B5}"/>
              </a:ext>
            </a:extLst>
          </p:cNvPr>
          <p:cNvSpPr>
            <a:spLocks noGrp="1"/>
          </p:cNvSpPr>
          <p:nvPr>
            <p:ph type="body" sz="quarter" idx="13"/>
          </p:nvPr>
        </p:nvSpPr>
        <p:spPr>
          <a:xfrm>
            <a:off x="5205306" y="5470206"/>
            <a:ext cx="6172412" cy="360000"/>
          </a:xfrm>
          <a:prstGeom prst="rect">
            <a:avLst/>
          </a:prstGeom>
        </p:spPr>
        <p:txBody>
          <a:bodyPr lIns="0" tIns="0" rIns="0" bIns="0">
            <a:noAutofit/>
          </a:bodyPr>
          <a:lstStyle>
            <a:lvl1pPr marL="0" indent="0">
              <a:buNone/>
              <a:defRPr sz="2400" b="0" i="0" baseline="0">
                <a:solidFill>
                  <a:schemeClr val="bg1"/>
                </a:solidFill>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5" name="テキスト プレースホルダー 12">
            <a:extLst>
              <a:ext uri="{FF2B5EF4-FFF2-40B4-BE49-F238E27FC236}">
                <a16:creationId xmlns:a16="http://schemas.microsoft.com/office/drawing/2014/main" id="{8FC9C3C0-2F9D-131F-910E-8008929D8480}"/>
              </a:ext>
            </a:extLst>
          </p:cNvPr>
          <p:cNvSpPr>
            <a:spLocks noGrp="1"/>
          </p:cNvSpPr>
          <p:nvPr>
            <p:ph type="body" sz="quarter" idx="14"/>
          </p:nvPr>
        </p:nvSpPr>
        <p:spPr>
          <a:xfrm>
            <a:off x="5205306" y="5930984"/>
            <a:ext cx="6172412" cy="360000"/>
          </a:xfrm>
          <a:prstGeom prst="rect">
            <a:avLst/>
          </a:prstGeom>
        </p:spPr>
        <p:txBody>
          <a:bodyPr lIns="0" tIns="0" rIns="0" bIns="0">
            <a:noAutofit/>
          </a:bodyPr>
          <a:lstStyle>
            <a:lvl1pPr marL="0" indent="0">
              <a:buNone/>
              <a:defRPr sz="2400" b="0" i="0" baseline="0">
                <a:solidFill>
                  <a:schemeClr val="bg1"/>
                </a:solidFill>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6" name="テキスト プレースホルダー 12">
            <a:extLst>
              <a:ext uri="{FF2B5EF4-FFF2-40B4-BE49-F238E27FC236}">
                <a16:creationId xmlns:a16="http://schemas.microsoft.com/office/drawing/2014/main" id="{6B053CD4-F3BD-5F69-E59C-A597A09B6F56}"/>
              </a:ext>
            </a:extLst>
          </p:cNvPr>
          <p:cNvSpPr>
            <a:spLocks noGrp="1"/>
          </p:cNvSpPr>
          <p:nvPr>
            <p:ph type="body" sz="quarter" idx="15"/>
          </p:nvPr>
        </p:nvSpPr>
        <p:spPr>
          <a:xfrm>
            <a:off x="5205306" y="3453206"/>
            <a:ext cx="6172412" cy="947344"/>
          </a:xfrm>
          <a:prstGeom prst="rect">
            <a:avLst/>
          </a:prstGeom>
        </p:spPr>
        <p:txBody>
          <a:bodyPr lIns="0" tIns="0" rIns="0" bIns="0">
            <a:noAutofit/>
          </a:bodyPr>
          <a:lstStyle>
            <a:lvl1pPr marL="0" indent="0">
              <a:buNone/>
              <a:defRPr sz="2400" b="0" i="0" baseline="0">
                <a:solidFill>
                  <a:schemeClr val="bg1"/>
                </a:solidFill>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7" name="テキスト プレースホルダー 12">
            <a:extLst>
              <a:ext uri="{FF2B5EF4-FFF2-40B4-BE49-F238E27FC236}">
                <a16:creationId xmlns:a16="http://schemas.microsoft.com/office/drawing/2014/main" id="{62007915-F4F5-B5F4-7D86-F096B722CDD5}"/>
              </a:ext>
            </a:extLst>
          </p:cNvPr>
          <p:cNvSpPr>
            <a:spLocks noGrp="1"/>
          </p:cNvSpPr>
          <p:nvPr>
            <p:ph type="body" sz="quarter" idx="16"/>
          </p:nvPr>
        </p:nvSpPr>
        <p:spPr>
          <a:xfrm>
            <a:off x="5205306" y="5021958"/>
            <a:ext cx="6172412" cy="360000"/>
          </a:xfrm>
          <a:prstGeom prst="rect">
            <a:avLst/>
          </a:prstGeom>
        </p:spPr>
        <p:txBody>
          <a:bodyPr lIns="0" tIns="0" rIns="0" bIns="0">
            <a:noAutofit/>
          </a:bodyPr>
          <a:lstStyle>
            <a:lvl1pPr marL="0" indent="0">
              <a:buNone/>
              <a:defRPr sz="2400" b="0" i="0" baseline="0">
                <a:solidFill>
                  <a:schemeClr val="bg1"/>
                </a:solidFill>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9" name="テキスト プレースホルダー 12">
            <a:extLst>
              <a:ext uri="{FF2B5EF4-FFF2-40B4-BE49-F238E27FC236}">
                <a16:creationId xmlns:a16="http://schemas.microsoft.com/office/drawing/2014/main" id="{DE944634-006B-0CC4-1D48-DFAE926910BB}"/>
              </a:ext>
            </a:extLst>
          </p:cNvPr>
          <p:cNvSpPr>
            <a:spLocks noGrp="1"/>
          </p:cNvSpPr>
          <p:nvPr>
            <p:ph type="body" sz="quarter" idx="18"/>
          </p:nvPr>
        </p:nvSpPr>
        <p:spPr>
          <a:xfrm>
            <a:off x="5205306" y="561891"/>
            <a:ext cx="4248976" cy="360000"/>
          </a:xfrm>
          <a:prstGeom prst="rect">
            <a:avLst/>
          </a:prstGeom>
        </p:spPr>
        <p:txBody>
          <a:bodyPr lIns="0" tIns="0" rIns="0" bIns="0">
            <a:noAutofit/>
          </a:bodyPr>
          <a:lstStyle>
            <a:lvl1pPr marL="0" indent="0">
              <a:buNone/>
              <a:defRPr sz="2400" b="1" i="0" baseline="0">
                <a:solidFill>
                  <a:schemeClr val="bg1"/>
                </a:solidFill>
                <a:latin typeface="(日本語用のフォントを使用)"/>
                <a:ea typeface="游ゴシック" panose="020B0400000000000000" pitchFamily="50" charset="-128"/>
              </a:defRPr>
            </a:lvl1pPr>
          </a:lstStyle>
          <a:p>
            <a:pPr lvl="0"/>
            <a:r>
              <a:rPr kumimoji="1" lang="ja-JP" altLang="en-US"/>
              <a:t>マスター テキストの書式設定</a:t>
            </a:r>
          </a:p>
        </p:txBody>
      </p:sp>
    </p:spTree>
    <p:extLst>
      <p:ext uri="{BB962C8B-B14F-4D97-AF65-F5344CB8AC3E}">
        <p14:creationId xmlns:p14="http://schemas.microsoft.com/office/powerpoint/2010/main" val="894727487"/>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次（Whi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タイトル 11">
            <a:extLst>
              <a:ext uri="{FF2B5EF4-FFF2-40B4-BE49-F238E27FC236}">
                <a16:creationId xmlns:a16="http://schemas.microsoft.com/office/drawing/2014/main" id="{F68FA6C3-7B99-178B-B61B-6F9C354A9599}"/>
              </a:ext>
            </a:extLst>
          </p:cNvPr>
          <p:cNvSpPr>
            <a:spLocks noGrp="1"/>
          </p:cNvSpPr>
          <p:nvPr>
            <p:ph type="title" hasCustomPrompt="1"/>
          </p:nvPr>
        </p:nvSpPr>
        <p:spPr>
          <a:xfrm>
            <a:off x="390525" y="347572"/>
            <a:ext cx="9367501" cy="432000"/>
          </a:xfrm>
          <a:prstGeom prst="rect">
            <a:avLst/>
          </a:prstGeom>
        </p:spPr>
        <p:txBody>
          <a:bodyPr lIns="0" tIns="0" rIns="0"/>
          <a:lstStyle>
            <a:lvl1pPr>
              <a:defRPr kumimoji="1" lang="ja-JP" altLang="en-US" sz="2800" b="1" i="0" kern="1200" dirty="0">
                <a:solidFill>
                  <a:srgbClr val="013C85"/>
                </a:solidFill>
                <a:latin typeface="Yu Gothic" panose="020B0400000000000000" pitchFamily="34" charset="-128"/>
                <a:ea typeface="Yu Gothic" panose="020B0400000000000000" pitchFamily="34" charset="-128"/>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kumimoji="1" lang="ja-JP" altLang="en-US" dirty="0"/>
              <a:t>目次</a:t>
            </a:r>
          </a:p>
        </p:txBody>
      </p:sp>
      <p:sp>
        <p:nvSpPr>
          <p:cNvPr id="4" name="Date Placeholder 3">
            <a:extLst>
              <a:ext uri="{FF2B5EF4-FFF2-40B4-BE49-F238E27FC236}">
                <a16:creationId xmlns:a16="http://schemas.microsoft.com/office/drawing/2014/main" id="{7FDA9D96-0593-35C3-1979-E826592B79F1}"/>
              </a:ext>
            </a:extLst>
          </p:cNvPr>
          <p:cNvSpPr txBox="1">
            <a:spLocks/>
          </p:cNvSpPr>
          <p:nvPr userDrawn="1"/>
        </p:nvSpPr>
        <p:spPr>
          <a:xfrm>
            <a:off x="325402" y="6394865"/>
            <a:ext cx="2743200" cy="331932"/>
          </a:xfrm>
          <a:prstGeom prst="rect">
            <a:avLst/>
          </a:prstGeom>
        </p:spPr>
        <p:txBody>
          <a:bodyPr/>
          <a:lstStyle>
            <a:defPPr>
              <a:defRPr lang="en-US"/>
            </a:defPPr>
            <a:lvl1pPr marL="0" algn="l" defTabSz="304670" rtl="0" eaLnBrk="1" latinLnBrk="0" hangingPunct="1">
              <a:defRPr sz="20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pPr algn="l"/>
            <a:r>
              <a:rPr kumimoji="1" lang="en" altLang="ja-JP" sz="700" dirty="0">
                <a:solidFill>
                  <a:srgbClr val="013C85"/>
                </a:solidFill>
              </a:rPr>
              <a:t>ⓒ ITOCHU Techno-Solutions Corporation</a:t>
            </a:r>
            <a:endParaRPr kumimoji="1" lang="ja-JP" altLang="en-US" sz="700">
              <a:solidFill>
                <a:srgbClr val="013C85"/>
              </a:solidFill>
            </a:endParaRPr>
          </a:p>
        </p:txBody>
      </p:sp>
      <p:sp>
        <p:nvSpPr>
          <p:cNvPr id="5" name="Slide Number Placeholder 5">
            <a:extLst>
              <a:ext uri="{FF2B5EF4-FFF2-40B4-BE49-F238E27FC236}">
                <a16:creationId xmlns:a16="http://schemas.microsoft.com/office/drawing/2014/main" id="{5E565B7F-EA3C-5F4C-83F4-5E84A10FF4D0}"/>
              </a:ext>
            </a:extLst>
          </p:cNvPr>
          <p:cNvSpPr txBox="1">
            <a:spLocks/>
          </p:cNvSpPr>
          <p:nvPr userDrawn="1"/>
        </p:nvSpPr>
        <p:spPr>
          <a:xfrm>
            <a:off x="9133618" y="6326799"/>
            <a:ext cx="2743200" cy="299462"/>
          </a:xfrm>
          <a:prstGeom prst="rect">
            <a:avLst/>
          </a:prstGeom>
        </p:spPr>
        <p:txBody>
          <a:bodyPr anchor="b"/>
          <a:lstStyle>
            <a:defPPr>
              <a:defRPr lang="en-US"/>
            </a:defPPr>
            <a:lvl1pPr marL="0" algn="r" defTabSz="304670" rtl="0" eaLnBrk="1" latinLnBrk="0" hangingPunct="1">
              <a:defRPr sz="16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fld id="{F61D7DA0-AA9A-8342-BE3E-6EB34F8DE2BC}" type="slidenum">
              <a:rPr kumimoji="1" lang="ja-JP" altLang="en-US" sz="1600" smtClean="0">
                <a:solidFill>
                  <a:srgbClr val="013C85"/>
                </a:solidFill>
              </a:rPr>
              <a:pPr/>
              <a:t>‹#›</a:t>
            </a:fld>
            <a:endParaRPr kumimoji="1" lang="ja-JP" altLang="en-US" sz="1600">
              <a:solidFill>
                <a:srgbClr val="013C85"/>
              </a:solidFill>
            </a:endParaRPr>
          </a:p>
        </p:txBody>
      </p:sp>
      <p:sp>
        <p:nvSpPr>
          <p:cNvPr id="2" name="テキスト プレースホルダー 12">
            <a:extLst>
              <a:ext uri="{FF2B5EF4-FFF2-40B4-BE49-F238E27FC236}">
                <a16:creationId xmlns:a16="http://schemas.microsoft.com/office/drawing/2014/main" id="{F3315ADE-16E8-091A-1BE1-CE1257C6D330}"/>
              </a:ext>
            </a:extLst>
          </p:cNvPr>
          <p:cNvSpPr>
            <a:spLocks noGrp="1"/>
          </p:cNvSpPr>
          <p:nvPr>
            <p:ph type="body" sz="quarter" idx="15" hasCustomPrompt="1"/>
          </p:nvPr>
        </p:nvSpPr>
        <p:spPr>
          <a:xfrm>
            <a:off x="814282" y="1736725"/>
            <a:ext cx="540000" cy="3125834"/>
          </a:xfrm>
          <a:prstGeom prst="rect">
            <a:avLst/>
          </a:prstGeom>
        </p:spPr>
        <p:txBody>
          <a:bodyPr lIns="0" tIns="0" rIns="0" bIns="0">
            <a:noAutofit/>
          </a:bodyPr>
          <a:lstStyle>
            <a:lvl1pPr marL="0" indent="0" defTabSz="479968">
              <a:buNone/>
              <a:defRPr sz="2400" b="1" i="0">
                <a:solidFill>
                  <a:srgbClr val="013C85"/>
                </a:solidFill>
                <a:latin typeface="Yu Gothic" panose="020B0400000000000000" pitchFamily="34" charset="-128"/>
                <a:ea typeface="Yu Gothic" panose="020B0400000000000000" pitchFamily="34" charset="-128"/>
              </a:defRPr>
            </a:lvl1pPr>
          </a:lstStyle>
          <a:p>
            <a:pPr lvl="0"/>
            <a:r>
              <a:rPr kumimoji="1" lang="en-US" altLang="ja-JP" dirty="0"/>
              <a:t>00</a:t>
            </a:r>
          </a:p>
          <a:p>
            <a:pPr lvl="0"/>
            <a:r>
              <a:rPr kumimoji="1" lang="en-US" altLang="ja-JP" dirty="0"/>
              <a:t>00</a:t>
            </a:r>
          </a:p>
          <a:p>
            <a:pPr lvl="0"/>
            <a:r>
              <a:rPr kumimoji="1" lang="en-US" altLang="ja-JP" dirty="0"/>
              <a:t>00</a:t>
            </a:r>
          </a:p>
          <a:p>
            <a:pPr lvl="0"/>
            <a:r>
              <a:rPr kumimoji="1" lang="en-US" altLang="ja-JP" dirty="0"/>
              <a:t>00</a:t>
            </a:r>
          </a:p>
          <a:p>
            <a:pPr lvl="0"/>
            <a:r>
              <a:rPr kumimoji="1" lang="en-US" altLang="ja-JP" dirty="0"/>
              <a:t>00</a:t>
            </a:r>
          </a:p>
          <a:p>
            <a:pPr lvl="0"/>
            <a:r>
              <a:rPr kumimoji="1" lang="en-US" altLang="ja-JP" dirty="0"/>
              <a:t>00</a:t>
            </a:r>
          </a:p>
        </p:txBody>
      </p:sp>
      <p:sp>
        <p:nvSpPr>
          <p:cNvPr id="3" name="テキスト プレースホルダー 12">
            <a:extLst>
              <a:ext uri="{FF2B5EF4-FFF2-40B4-BE49-F238E27FC236}">
                <a16:creationId xmlns:a16="http://schemas.microsoft.com/office/drawing/2014/main" id="{A111D72C-386D-D961-0695-CC2D826257FF}"/>
              </a:ext>
            </a:extLst>
          </p:cNvPr>
          <p:cNvSpPr>
            <a:spLocks noGrp="1"/>
          </p:cNvSpPr>
          <p:nvPr>
            <p:ph type="body" sz="quarter" idx="17" hasCustomPrompt="1"/>
          </p:nvPr>
        </p:nvSpPr>
        <p:spPr>
          <a:xfrm>
            <a:off x="1396791" y="1736725"/>
            <a:ext cx="7012467" cy="3125834"/>
          </a:xfrm>
          <a:prstGeom prst="rect">
            <a:avLst/>
          </a:prstGeom>
        </p:spPr>
        <p:txBody>
          <a:bodyPr lIns="0" tIns="0" rIns="0" bIns="0">
            <a:noAutofit/>
          </a:bodyPr>
          <a:lstStyle>
            <a:lvl1pPr marL="0" indent="0" defTabSz="479968">
              <a:buFont typeface="Arial" panose="020B0604020202020204" pitchFamily="34" charset="0"/>
              <a:buNone/>
              <a:defRPr sz="2400" b="0" i="0">
                <a:solidFill>
                  <a:srgbClr val="013C85"/>
                </a:solidFill>
                <a:latin typeface="Yu Gothic Medium" panose="020B0400000000000000" pitchFamily="34" charset="-128"/>
                <a:ea typeface="Yu Gothic Medium" panose="020B0400000000000000" pitchFamily="34" charset="-128"/>
              </a:defRPr>
            </a:lvl1pPr>
            <a:lvl2pPr marL="457170" indent="0">
              <a:buNone/>
              <a:defRPr/>
            </a:lvl2pPr>
          </a:lstStyle>
          <a:p>
            <a:pPr lvl="0"/>
            <a:r>
              <a:rPr kumimoji="1" lang="ja-JP" altLang="en-US" dirty="0"/>
              <a:t>マスター テキストの書式設定</a:t>
            </a:r>
            <a:endParaRPr kumimoji="1" lang="en-US" altLang="ja-JP" dirty="0"/>
          </a:p>
          <a:p>
            <a:pPr lvl="0"/>
            <a:r>
              <a:rPr kumimoji="1" lang="ja-JP" altLang="en-US" dirty="0"/>
              <a:t>マスター テキストの書式設定</a:t>
            </a:r>
            <a:endParaRPr kumimoji="1" lang="en-US" altLang="ja-JP" dirty="0"/>
          </a:p>
          <a:p>
            <a:pPr lvl="0"/>
            <a:r>
              <a:rPr kumimoji="1" lang="ja-JP" altLang="en-US" dirty="0"/>
              <a:t>マスター テキストの書式設定</a:t>
            </a:r>
            <a:endParaRPr kumimoji="1" lang="en-US" altLang="ja-JP" dirty="0"/>
          </a:p>
          <a:p>
            <a:pPr lvl="0"/>
            <a:r>
              <a:rPr kumimoji="1" lang="ja-JP" altLang="en-US" dirty="0"/>
              <a:t>マスター テキストの書式設定</a:t>
            </a:r>
            <a:endParaRPr kumimoji="1" lang="en-US" altLang="ja-JP" dirty="0"/>
          </a:p>
          <a:p>
            <a:pPr lvl="0"/>
            <a:r>
              <a:rPr kumimoji="1" lang="ja-JP" altLang="en-US" dirty="0"/>
              <a:t>マスター テキストの書式設定</a:t>
            </a:r>
            <a:endParaRPr kumimoji="1" lang="en-US" altLang="ja-JP" dirty="0"/>
          </a:p>
          <a:p>
            <a:pPr lvl="0"/>
            <a:r>
              <a:rPr kumimoji="1" lang="ja-JP" altLang="en-US" dirty="0"/>
              <a:t>マスター テキストの書式設定</a:t>
            </a:r>
            <a:endParaRPr kumimoji="1" lang="en-US" altLang="ja-JP" dirty="0"/>
          </a:p>
        </p:txBody>
      </p:sp>
    </p:spTree>
    <p:extLst>
      <p:ext uri="{BB962C8B-B14F-4D97-AF65-F5344CB8AC3E}">
        <p14:creationId xmlns:p14="http://schemas.microsoft.com/office/powerpoint/2010/main" val="3259745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タイトルページ（White）">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0" name="Date Placeholder 3">
            <a:extLst>
              <a:ext uri="{FF2B5EF4-FFF2-40B4-BE49-F238E27FC236}">
                <a16:creationId xmlns:a16="http://schemas.microsoft.com/office/drawing/2014/main" id="{00911B44-43E5-C652-2977-C75C89E671A2}"/>
              </a:ext>
            </a:extLst>
          </p:cNvPr>
          <p:cNvSpPr txBox="1">
            <a:spLocks/>
          </p:cNvSpPr>
          <p:nvPr userDrawn="1"/>
        </p:nvSpPr>
        <p:spPr>
          <a:xfrm>
            <a:off x="325402" y="6394865"/>
            <a:ext cx="2743200" cy="331932"/>
          </a:xfrm>
          <a:prstGeom prst="rect">
            <a:avLst/>
          </a:prstGeom>
        </p:spPr>
        <p:txBody>
          <a:bodyPr/>
          <a:lstStyle>
            <a:defPPr>
              <a:defRPr lang="en-US"/>
            </a:defPPr>
            <a:lvl1pPr marL="0" algn="l" defTabSz="304670" rtl="0" eaLnBrk="1" latinLnBrk="0" hangingPunct="1">
              <a:defRPr sz="20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pPr algn="l"/>
            <a:r>
              <a:rPr kumimoji="1" lang="en" altLang="ja-JP" sz="700" dirty="0">
                <a:solidFill>
                  <a:srgbClr val="013C85"/>
                </a:solidFill>
              </a:rPr>
              <a:t>ⓒ ITOCHU Techno-Solutions Corporation</a:t>
            </a:r>
            <a:endParaRPr kumimoji="1" lang="ja-JP" altLang="en-US" sz="700">
              <a:solidFill>
                <a:srgbClr val="013C85"/>
              </a:solidFill>
            </a:endParaRPr>
          </a:p>
        </p:txBody>
      </p:sp>
      <p:sp>
        <p:nvSpPr>
          <p:cNvPr id="11" name="Slide Number Placeholder 5">
            <a:extLst>
              <a:ext uri="{FF2B5EF4-FFF2-40B4-BE49-F238E27FC236}">
                <a16:creationId xmlns:a16="http://schemas.microsoft.com/office/drawing/2014/main" id="{01FA6925-A068-A444-1957-B0B944CDD944}"/>
              </a:ext>
            </a:extLst>
          </p:cNvPr>
          <p:cNvSpPr txBox="1">
            <a:spLocks/>
          </p:cNvSpPr>
          <p:nvPr userDrawn="1"/>
        </p:nvSpPr>
        <p:spPr>
          <a:xfrm>
            <a:off x="9133618" y="6326799"/>
            <a:ext cx="2743200" cy="299462"/>
          </a:xfrm>
          <a:prstGeom prst="rect">
            <a:avLst/>
          </a:prstGeom>
        </p:spPr>
        <p:txBody>
          <a:bodyPr anchor="b"/>
          <a:lstStyle>
            <a:defPPr>
              <a:defRPr lang="en-US"/>
            </a:defPPr>
            <a:lvl1pPr marL="0" algn="r" defTabSz="304670" rtl="0" eaLnBrk="1" latinLnBrk="0" hangingPunct="1">
              <a:defRPr sz="16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fld id="{F61D7DA0-AA9A-8342-BE3E-6EB34F8DE2BC}" type="slidenum">
              <a:rPr kumimoji="1" lang="ja-JP" altLang="en-US" sz="1600" smtClean="0">
                <a:solidFill>
                  <a:srgbClr val="013C85"/>
                </a:solidFill>
              </a:rPr>
              <a:pPr/>
              <a:t>‹#›</a:t>
            </a:fld>
            <a:endParaRPr kumimoji="1" lang="ja-JP" altLang="en-US" sz="1600">
              <a:solidFill>
                <a:srgbClr val="013C85"/>
              </a:solidFill>
            </a:endParaRPr>
          </a:p>
        </p:txBody>
      </p:sp>
      <p:sp>
        <p:nvSpPr>
          <p:cNvPr id="2" name="Title 1">
            <a:extLst>
              <a:ext uri="{FF2B5EF4-FFF2-40B4-BE49-F238E27FC236}">
                <a16:creationId xmlns:a16="http://schemas.microsoft.com/office/drawing/2014/main" id="{736F0C50-C194-741F-5AEB-FAA6A9B44669}"/>
              </a:ext>
            </a:extLst>
          </p:cNvPr>
          <p:cNvSpPr>
            <a:spLocks noGrp="1"/>
          </p:cNvSpPr>
          <p:nvPr>
            <p:ph type="ctrTitle"/>
          </p:nvPr>
        </p:nvSpPr>
        <p:spPr>
          <a:xfrm>
            <a:off x="814282" y="1921292"/>
            <a:ext cx="10563436" cy="1371445"/>
          </a:xfrm>
          <a:prstGeom prst="rect">
            <a:avLst/>
          </a:prstGeom>
        </p:spPr>
        <p:txBody>
          <a:bodyPr lIns="0" tIns="0" rIns="0" bIns="0" anchor="b">
            <a:normAutofit/>
          </a:bodyPr>
          <a:lstStyle>
            <a:lvl1pPr algn="l">
              <a:defRPr sz="3000" b="1" i="0">
                <a:solidFill>
                  <a:srgbClr val="013C85"/>
                </a:solidFill>
                <a:latin typeface="Yu Gothic" panose="020B0400000000000000" pitchFamily="34" charset="-128"/>
                <a:ea typeface="Yu Gothic" panose="020B0400000000000000" pitchFamily="34" charset="-128"/>
              </a:defRPr>
            </a:lvl1pPr>
          </a:lstStyle>
          <a:p>
            <a:r>
              <a:rPr lang="ja-JP" altLang="en-US"/>
              <a:t>マスター タイトルの書式設定</a:t>
            </a:r>
            <a:endParaRPr lang="en-US" dirty="0"/>
          </a:p>
        </p:txBody>
      </p:sp>
      <p:sp>
        <p:nvSpPr>
          <p:cNvPr id="3" name="テキスト プレースホルダー 12">
            <a:extLst>
              <a:ext uri="{FF2B5EF4-FFF2-40B4-BE49-F238E27FC236}">
                <a16:creationId xmlns:a16="http://schemas.microsoft.com/office/drawing/2014/main" id="{C8443232-A4D7-0B6A-2119-B6107EBFC188}"/>
              </a:ext>
            </a:extLst>
          </p:cNvPr>
          <p:cNvSpPr>
            <a:spLocks noGrp="1"/>
          </p:cNvSpPr>
          <p:nvPr>
            <p:ph type="body" sz="quarter" idx="15"/>
          </p:nvPr>
        </p:nvSpPr>
        <p:spPr>
          <a:xfrm>
            <a:off x="814282" y="3471448"/>
            <a:ext cx="10563436" cy="1481924"/>
          </a:xfrm>
          <a:prstGeom prst="rect">
            <a:avLst/>
          </a:prstGeom>
        </p:spPr>
        <p:txBody>
          <a:bodyPr lIns="0" tIns="0" rIns="0" bIns="0">
            <a:noAutofit/>
          </a:bodyPr>
          <a:lstStyle>
            <a:lvl1pPr marL="0" indent="0">
              <a:buNone/>
              <a:defRPr sz="2400">
                <a:solidFill>
                  <a:srgbClr val="013C85"/>
                </a:solidFill>
              </a:defRPr>
            </a:lvl1pPr>
          </a:lstStyle>
          <a:p>
            <a:pPr lvl="0"/>
            <a:r>
              <a:rPr kumimoji="1" lang="ja-JP" altLang="en-US"/>
              <a:t>マスター テキストの書式設定</a:t>
            </a:r>
          </a:p>
        </p:txBody>
      </p:sp>
    </p:spTree>
    <p:extLst>
      <p:ext uri="{BB962C8B-B14F-4D97-AF65-F5344CB8AC3E}">
        <p14:creationId xmlns:p14="http://schemas.microsoft.com/office/powerpoint/2010/main" val="47762790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タイトルページ（White_BrandPromise）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テキスト プレースホルダー 12">
            <a:extLst>
              <a:ext uri="{FF2B5EF4-FFF2-40B4-BE49-F238E27FC236}">
                <a16:creationId xmlns:a16="http://schemas.microsoft.com/office/drawing/2014/main" id="{A0D995C7-DCD1-BA44-4BF0-265113C3AE85}"/>
              </a:ext>
            </a:extLst>
          </p:cNvPr>
          <p:cNvSpPr>
            <a:spLocks noGrp="1"/>
          </p:cNvSpPr>
          <p:nvPr>
            <p:ph type="body" sz="quarter" idx="16"/>
          </p:nvPr>
        </p:nvSpPr>
        <p:spPr>
          <a:xfrm>
            <a:off x="5205924" y="3471448"/>
            <a:ext cx="6171794" cy="1481924"/>
          </a:xfrm>
          <a:prstGeom prst="rect">
            <a:avLst/>
          </a:prstGeom>
        </p:spPr>
        <p:txBody>
          <a:bodyPr lIns="0" tIns="0" rIns="0" bIns="0">
            <a:noAutofit/>
          </a:bodyPr>
          <a:lstStyle>
            <a:lvl1pPr marL="0" indent="0">
              <a:buNone/>
              <a:defRPr sz="2400">
                <a:solidFill>
                  <a:srgbClr val="013C85"/>
                </a:solidFill>
              </a:defRPr>
            </a:lvl1pPr>
          </a:lstStyle>
          <a:p>
            <a:pPr lvl="0"/>
            <a:r>
              <a:rPr kumimoji="1" lang="ja-JP" altLang="en-US" dirty="0"/>
              <a:t>マスター テキストの書式設定</a:t>
            </a:r>
          </a:p>
        </p:txBody>
      </p:sp>
      <p:sp>
        <p:nvSpPr>
          <p:cNvPr id="11" name="Title 1">
            <a:extLst>
              <a:ext uri="{FF2B5EF4-FFF2-40B4-BE49-F238E27FC236}">
                <a16:creationId xmlns:a16="http://schemas.microsoft.com/office/drawing/2014/main" id="{52AB5FDC-733A-C70A-FB12-285C92099A91}"/>
              </a:ext>
            </a:extLst>
          </p:cNvPr>
          <p:cNvSpPr>
            <a:spLocks noGrp="1"/>
          </p:cNvSpPr>
          <p:nvPr>
            <p:ph type="ctrTitle"/>
          </p:nvPr>
        </p:nvSpPr>
        <p:spPr>
          <a:xfrm>
            <a:off x="5205924" y="1921292"/>
            <a:ext cx="6171794" cy="1371445"/>
          </a:xfrm>
          <a:prstGeom prst="rect">
            <a:avLst/>
          </a:prstGeom>
        </p:spPr>
        <p:txBody>
          <a:bodyPr lIns="0" tIns="0" rIns="0" bIns="0" anchor="b">
            <a:normAutofit/>
          </a:bodyPr>
          <a:lstStyle>
            <a:lvl1pPr algn="l">
              <a:defRPr sz="3000" b="1" i="0">
                <a:solidFill>
                  <a:srgbClr val="013C85"/>
                </a:solidFill>
                <a:latin typeface="Yu Gothic" panose="020B0400000000000000" pitchFamily="34" charset="-128"/>
                <a:ea typeface="Yu Gothic" panose="020B0400000000000000" pitchFamily="34" charset="-128"/>
              </a:defRPr>
            </a:lvl1pPr>
          </a:lstStyle>
          <a:p>
            <a:r>
              <a:rPr lang="ja-JP" altLang="en-US" dirty="0"/>
              <a:t>マスター タイトルの書式設定</a:t>
            </a:r>
            <a:endParaRPr lang="en-US" dirty="0"/>
          </a:p>
        </p:txBody>
      </p:sp>
      <p:sp>
        <p:nvSpPr>
          <p:cNvPr id="2" name="Slide Number Placeholder 5">
            <a:extLst>
              <a:ext uri="{FF2B5EF4-FFF2-40B4-BE49-F238E27FC236}">
                <a16:creationId xmlns:a16="http://schemas.microsoft.com/office/drawing/2014/main" id="{556FBD49-6E8D-D0D0-1E72-1F8FE69ED2CA}"/>
              </a:ext>
            </a:extLst>
          </p:cNvPr>
          <p:cNvSpPr txBox="1">
            <a:spLocks/>
          </p:cNvSpPr>
          <p:nvPr userDrawn="1"/>
        </p:nvSpPr>
        <p:spPr>
          <a:xfrm>
            <a:off x="9133618" y="6326799"/>
            <a:ext cx="2743200" cy="299462"/>
          </a:xfrm>
          <a:prstGeom prst="rect">
            <a:avLst/>
          </a:prstGeom>
        </p:spPr>
        <p:txBody>
          <a:bodyPr anchor="b"/>
          <a:lstStyle>
            <a:defPPr>
              <a:defRPr lang="en-US"/>
            </a:defPPr>
            <a:lvl1pPr marL="0" algn="r" defTabSz="304670" rtl="0" eaLnBrk="1" latinLnBrk="0" hangingPunct="1">
              <a:defRPr sz="16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fld id="{F61D7DA0-AA9A-8342-BE3E-6EB34F8DE2BC}" type="slidenum">
              <a:rPr kumimoji="1" lang="ja-JP" altLang="en-US" sz="1600" smtClean="0">
                <a:solidFill>
                  <a:srgbClr val="013C85"/>
                </a:solidFill>
              </a:rPr>
              <a:pPr/>
              <a:t>‹#›</a:t>
            </a:fld>
            <a:endParaRPr kumimoji="1" lang="ja-JP" altLang="en-US" sz="1600" dirty="0">
              <a:solidFill>
                <a:srgbClr val="013C85"/>
              </a:solidFill>
            </a:endParaRPr>
          </a:p>
        </p:txBody>
      </p:sp>
      <p:sp>
        <p:nvSpPr>
          <p:cNvPr id="3" name="Date Placeholder 3">
            <a:extLst>
              <a:ext uri="{FF2B5EF4-FFF2-40B4-BE49-F238E27FC236}">
                <a16:creationId xmlns:a16="http://schemas.microsoft.com/office/drawing/2014/main" id="{78D78511-D148-0EF9-172D-DA2C6D03DE7E}"/>
              </a:ext>
            </a:extLst>
          </p:cNvPr>
          <p:cNvSpPr txBox="1">
            <a:spLocks/>
          </p:cNvSpPr>
          <p:nvPr userDrawn="1"/>
        </p:nvSpPr>
        <p:spPr>
          <a:xfrm>
            <a:off x="325402" y="6394865"/>
            <a:ext cx="2743200" cy="331932"/>
          </a:xfrm>
          <a:prstGeom prst="rect">
            <a:avLst/>
          </a:prstGeom>
        </p:spPr>
        <p:txBody>
          <a:bodyPr/>
          <a:lstStyle>
            <a:defPPr>
              <a:defRPr lang="en-US"/>
            </a:defPPr>
            <a:lvl1pPr marL="0" algn="l" defTabSz="304670" rtl="0" eaLnBrk="1" latinLnBrk="0" hangingPunct="1">
              <a:defRPr sz="20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pPr algn="l"/>
            <a:r>
              <a:rPr kumimoji="1" lang="en" altLang="ja-JP" sz="700" dirty="0">
                <a:solidFill>
                  <a:schemeClr val="bg1"/>
                </a:solidFill>
              </a:rPr>
              <a:t>ⓒ ITOCHU Techno-Solutions Corporation</a:t>
            </a:r>
            <a:endParaRPr kumimoji="1" lang="ja-JP" altLang="en-US" sz="700">
              <a:solidFill>
                <a:schemeClr val="bg1"/>
              </a:solidFill>
            </a:endParaRPr>
          </a:p>
        </p:txBody>
      </p:sp>
    </p:spTree>
    <p:extLst>
      <p:ext uri="{BB962C8B-B14F-4D97-AF65-F5344CB8AC3E}">
        <p14:creationId xmlns:p14="http://schemas.microsoft.com/office/powerpoint/2010/main" val="3874680849"/>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本文ページ（White）_1">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4817DC41-1215-A6C0-4C88-636C2EFE7AD2}"/>
              </a:ext>
            </a:extLst>
          </p:cNvPr>
          <p:cNvSpPr txBox="1">
            <a:spLocks/>
          </p:cNvSpPr>
          <p:nvPr userDrawn="1"/>
        </p:nvSpPr>
        <p:spPr>
          <a:xfrm>
            <a:off x="325402" y="6394865"/>
            <a:ext cx="2743200" cy="331932"/>
          </a:xfrm>
          <a:prstGeom prst="rect">
            <a:avLst/>
          </a:prstGeom>
        </p:spPr>
        <p:txBody>
          <a:bodyPr/>
          <a:lstStyle>
            <a:defPPr>
              <a:defRPr lang="en-US"/>
            </a:defPPr>
            <a:lvl1pPr marL="0" algn="l" defTabSz="304670" rtl="0" eaLnBrk="1" latinLnBrk="0" hangingPunct="1">
              <a:defRPr sz="20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pPr algn="l"/>
            <a:r>
              <a:rPr kumimoji="1" lang="en" altLang="ja-JP" sz="700" dirty="0">
                <a:solidFill>
                  <a:srgbClr val="013C85"/>
                </a:solidFill>
              </a:rPr>
              <a:t>ⓒ ITOCHU Techno-Solutions Corporation</a:t>
            </a:r>
            <a:endParaRPr kumimoji="1" lang="ja-JP" altLang="en-US" sz="700">
              <a:solidFill>
                <a:srgbClr val="013C85"/>
              </a:solidFill>
            </a:endParaRPr>
          </a:p>
        </p:txBody>
      </p:sp>
      <p:sp>
        <p:nvSpPr>
          <p:cNvPr id="9" name="Slide Number Placeholder 5">
            <a:extLst>
              <a:ext uri="{FF2B5EF4-FFF2-40B4-BE49-F238E27FC236}">
                <a16:creationId xmlns:a16="http://schemas.microsoft.com/office/drawing/2014/main" id="{023D640A-F364-BA6E-7B4B-222DF43A1541}"/>
              </a:ext>
            </a:extLst>
          </p:cNvPr>
          <p:cNvSpPr txBox="1">
            <a:spLocks/>
          </p:cNvSpPr>
          <p:nvPr userDrawn="1"/>
        </p:nvSpPr>
        <p:spPr>
          <a:xfrm>
            <a:off x="9133618" y="6326799"/>
            <a:ext cx="2743200" cy="299462"/>
          </a:xfrm>
          <a:prstGeom prst="rect">
            <a:avLst/>
          </a:prstGeom>
        </p:spPr>
        <p:txBody>
          <a:bodyPr anchor="b"/>
          <a:lstStyle>
            <a:defPPr>
              <a:defRPr lang="en-US"/>
            </a:defPPr>
            <a:lvl1pPr marL="0" algn="r" defTabSz="304670" rtl="0" eaLnBrk="1" latinLnBrk="0" hangingPunct="1">
              <a:defRPr sz="16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fld id="{F61D7DA0-AA9A-8342-BE3E-6EB34F8DE2BC}" type="slidenum">
              <a:rPr kumimoji="1" lang="ja-JP" altLang="en-US" sz="1600" smtClean="0">
                <a:solidFill>
                  <a:srgbClr val="013C85"/>
                </a:solidFill>
              </a:rPr>
              <a:pPr/>
              <a:t>‹#›</a:t>
            </a:fld>
            <a:endParaRPr kumimoji="1" lang="ja-JP" altLang="en-US" sz="1600">
              <a:solidFill>
                <a:srgbClr val="013C85"/>
              </a:solidFill>
            </a:endParaRPr>
          </a:p>
        </p:txBody>
      </p:sp>
      <p:sp>
        <p:nvSpPr>
          <p:cNvPr id="5" name="テキスト プレースホルダー 12">
            <a:extLst>
              <a:ext uri="{FF2B5EF4-FFF2-40B4-BE49-F238E27FC236}">
                <a16:creationId xmlns:a16="http://schemas.microsoft.com/office/drawing/2014/main" id="{D2BF2330-A7EB-FA53-0870-3EF26ACA6F67}"/>
              </a:ext>
            </a:extLst>
          </p:cNvPr>
          <p:cNvSpPr>
            <a:spLocks noGrp="1"/>
          </p:cNvSpPr>
          <p:nvPr>
            <p:ph type="body" sz="quarter" idx="15" hasCustomPrompt="1"/>
          </p:nvPr>
        </p:nvSpPr>
        <p:spPr>
          <a:xfrm>
            <a:off x="814918" y="1268414"/>
            <a:ext cx="10562800" cy="4944102"/>
          </a:xfrm>
          <a:prstGeom prst="rect">
            <a:avLst/>
          </a:prstGeom>
        </p:spPr>
        <p:txBody>
          <a:bodyPr lIns="0" tIns="0" rIns="0" bIns="0">
            <a:noAutofit/>
          </a:bodyPr>
          <a:lstStyle>
            <a:lvl1pPr marL="176213" indent="-176213" defTabSz="479968">
              <a:spcBef>
                <a:spcPts val="600"/>
              </a:spcBef>
              <a:buFont typeface="Arial" panose="020B0604020202020204" pitchFamily="34" charset="0"/>
              <a:buChar char="•"/>
              <a:defRPr sz="2800" b="0" i="0">
                <a:solidFill>
                  <a:srgbClr val="013C85"/>
                </a:solidFill>
                <a:latin typeface="Yu Gothic Medium" panose="020B0400000000000000" pitchFamily="34" charset="-128"/>
                <a:ea typeface="Yu Gothic Medium" panose="020B0400000000000000" pitchFamily="34" charset="-128"/>
              </a:defRPr>
            </a:lvl1pPr>
            <a:lvl2pPr marL="442913" indent="-136525">
              <a:spcBef>
                <a:spcPts val="600"/>
              </a:spcBef>
              <a:defRPr b="0" i="0">
                <a:solidFill>
                  <a:srgbClr val="013C85"/>
                </a:solidFill>
                <a:latin typeface="Yu Gothic Medium" panose="020B0400000000000000" pitchFamily="34" charset="-128"/>
                <a:ea typeface="Yu Gothic Medium" panose="020B0400000000000000" pitchFamily="34" charset="-128"/>
              </a:defRPr>
            </a:lvl2pPr>
            <a:lvl3pPr marL="720725" indent="-146050">
              <a:spcBef>
                <a:spcPts val="600"/>
              </a:spcBef>
              <a:defRPr b="0" i="0">
                <a:solidFill>
                  <a:srgbClr val="013C85"/>
                </a:solidFill>
                <a:latin typeface="Yu Gothic Medium" panose="020B0400000000000000" pitchFamily="34" charset="-128"/>
                <a:ea typeface="Yu Gothic Medium" panose="020B0400000000000000" pitchFamily="34" charset="-128"/>
              </a:defRPr>
            </a:lvl3pPr>
            <a:lvl4pPr marL="989013" indent="-136525">
              <a:spcBef>
                <a:spcPts val="600"/>
              </a:spcBef>
              <a:defRPr b="0" i="0">
                <a:solidFill>
                  <a:srgbClr val="013C85"/>
                </a:solidFill>
                <a:latin typeface="Yu Gothic Medium" panose="020B0400000000000000" pitchFamily="34" charset="-128"/>
                <a:ea typeface="Yu Gothic Medium" panose="020B0400000000000000" pitchFamily="34" charset="-128"/>
              </a:defRPr>
            </a:lvl4pPr>
            <a:lvl5pPr marL="1255713" indent="-136525">
              <a:spcBef>
                <a:spcPts val="600"/>
              </a:spcBef>
              <a:defRPr b="0" i="0">
                <a:solidFill>
                  <a:srgbClr val="013C85"/>
                </a:solidFill>
                <a:latin typeface="Yu Gothic Medium" panose="020B0400000000000000" pitchFamily="34" charset="-128"/>
                <a:ea typeface="Yu Gothic Medium" panose="020B0400000000000000" pitchFamily="34" charset="-128"/>
              </a:defRPr>
            </a:lvl5pPr>
            <a:lvl6pPr>
              <a:defRPr b="0" i="0">
                <a:solidFill>
                  <a:schemeClr val="bg1"/>
                </a:solidFill>
                <a:latin typeface="Yu Gothic Medium" panose="020B0400000000000000" pitchFamily="34" charset="-128"/>
                <a:ea typeface="Yu Gothic Medium" panose="020B0400000000000000" pitchFamily="34" charset="-128"/>
              </a:defRPr>
            </a:lvl6pPr>
            <a:lvl7pPr>
              <a:defRPr b="0" i="0">
                <a:solidFill>
                  <a:schemeClr val="bg1"/>
                </a:solidFill>
              </a:defRPr>
            </a:lvl7pPr>
          </a:lstStyle>
          <a:p>
            <a:pPr lvl="0"/>
            <a:r>
              <a:rPr kumimoji="1" lang="ja-JP" altLang="en-US" dirty="0"/>
              <a:t>テキストの書式設定</a:t>
            </a:r>
            <a:endParaRPr kumimoji="1" lang="en-US" altLang="ja-JP" dirty="0"/>
          </a:p>
          <a:p>
            <a:pPr lvl="1"/>
            <a:r>
              <a:rPr kumimoji="1" lang="ja-JP" altLang="en-US" dirty="0"/>
              <a:t>テキスト</a:t>
            </a:r>
            <a:endParaRPr kumimoji="1" lang="en-US" altLang="ja-JP" dirty="0"/>
          </a:p>
          <a:p>
            <a:pPr lvl="2"/>
            <a:r>
              <a:rPr kumimoji="1" lang="ja-JP" altLang="en-US" dirty="0"/>
              <a:t>テキスト</a:t>
            </a:r>
            <a:endParaRPr kumimoji="1" lang="en-US" altLang="ja-JP" dirty="0"/>
          </a:p>
          <a:p>
            <a:pPr lvl="3"/>
            <a:r>
              <a:rPr kumimoji="1" lang="ja-JP" altLang="en-US" dirty="0"/>
              <a:t>テキスト</a:t>
            </a:r>
            <a:endParaRPr kumimoji="1" lang="en-US" altLang="ja-JP" dirty="0"/>
          </a:p>
          <a:p>
            <a:pPr lvl="4"/>
            <a:r>
              <a:rPr kumimoji="1" lang="ja-JP" altLang="en-US" dirty="0"/>
              <a:t>テキスト</a:t>
            </a:r>
            <a:endParaRPr kumimoji="1" lang="en-US" altLang="ja-JP" dirty="0"/>
          </a:p>
        </p:txBody>
      </p:sp>
      <p:sp>
        <p:nvSpPr>
          <p:cNvPr id="10" name="タイトル 11">
            <a:extLst>
              <a:ext uri="{FF2B5EF4-FFF2-40B4-BE49-F238E27FC236}">
                <a16:creationId xmlns:a16="http://schemas.microsoft.com/office/drawing/2014/main" id="{AC814E34-4A98-288C-085A-C235D2DD9ED6}"/>
              </a:ext>
            </a:extLst>
          </p:cNvPr>
          <p:cNvSpPr>
            <a:spLocks noGrp="1"/>
          </p:cNvSpPr>
          <p:nvPr>
            <p:ph type="title" hasCustomPrompt="1"/>
          </p:nvPr>
        </p:nvSpPr>
        <p:spPr>
          <a:xfrm>
            <a:off x="390525" y="347572"/>
            <a:ext cx="9367501" cy="432000"/>
          </a:xfrm>
          <a:prstGeom prst="rect">
            <a:avLst/>
          </a:prstGeom>
        </p:spPr>
        <p:txBody>
          <a:bodyPr lIns="0" tIns="0" rIns="0"/>
          <a:lstStyle>
            <a:lvl1pPr>
              <a:defRPr kumimoji="1" lang="ja-JP" altLang="en-US" sz="2800" b="1" i="0" kern="1200" dirty="0">
                <a:solidFill>
                  <a:srgbClr val="013C85"/>
                </a:solidFill>
                <a:latin typeface="Yu Gothic" panose="020B0400000000000000" pitchFamily="34" charset="-128"/>
                <a:ea typeface="Yu Gothic" panose="020B0400000000000000" pitchFamily="34" charset="-128"/>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kumimoji="1" lang="ja-JP" altLang="en-US" dirty="0"/>
              <a:t>タイトルの書式設定</a:t>
            </a:r>
          </a:p>
        </p:txBody>
      </p:sp>
    </p:spTree>
    <p:extLst>
      <p:ext uri="{BB962C8B-B14F-4D97-AF65-F5344CB8AC3E}">
        <p14:creationId xmlns:p14="http://schemas.microsoft.com/office/powerpoint/2010/main" val="1134157832"/>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本文ページ（White）_2">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テキスト プレースホルダー 12">
            <a:extLst>
              <a:ext uri="{FF2B5EF4-FFF2-40B4-BE49-F238E27FC236}">
                <a16:creationId xmlns:a16="http://schemas.microsoft.com/office/drawing/2014/main" id="{F9155394-BEEF-1B33-612E-CF22A49FB2C2}"/>
              </a:ext>
            </a:extLst>
          </p:cNvPr>
          <p:cNvSpPr>
            <a:spLocks noGrp="1"/>
          </p:cNvSpPr>
          <p:nvPr>
            <p:ph type="body" sz="quarter" idx="19" hasCustomPrompt="1"/>
          </p:nvPr>
        </p:nvSpPr>
        <p:spPr>
          <a:xfrm>
            <a:off x="6428054" y="1268414"/>
            <a:ext cx="4949027" cy="4944102"/>
          </a:xfrm>
          <a:prstGeom prst="rect">
            <a:avLst/>
          </a:prstGeom>
        </p:spPr>
        <p:txBody>
          <a:bodyPr lIns="0" tIns="0" rIns="0" bIns="0">
            <a:noAutofit/>
          </a:bodyPr>
          <a:lstStyle>
            <a:lvl1pPr marL="176213" indent="-176213" defTabSz="479968">
              <a:spcBef>
                <a:spcPts val="600"/>
              </a:spcBef>
              <a:buFont typeface="Arial" panose="020B0604020202020204" pitchFamily="34" charset="0"/>
              <a:buChar char="•"/>
              <a:defRPr sz="2800" b="0" i="0">
                <a:solidFill>
                  <a:srgbClr val="013C85"/>
                </a:solidFill>
                <a:latin typeface="Yu Gothic Medium" panose="020B0400000000000000" pitchFamily="34" charset="-128"/>
                <a:ea typeface="Yu Gothic Medium" panose="020B0400000000000000" pitchFamily="34" charset="-128"/>
              </a:defRPr>
            </a:lvl1pPr>
            <a:lvl2pPr marL="442913" indent="-136525">
              <a:spcBef>
                <a:spcPts val="600"/>
              </a:spcBef>
              <a:defRPr b="0" i="0">
                <a:solidFill>
                  <a:srgbClr val="013C85"/>
                </a:solidFill>
                <a:latin typeface="Yu Gothic Medium" panose="020B0400000000000000" pitchFamily="34" charset="-128"/>
                <a:ea typeface="Yu Gothic Medium" panose="020B0400000000000000" pitchFamily="34" charset="-128"/>
              </a:defRPr>
            </a:lvl2pPr>
            <a:lvl3pPr marL="720725" indent="-146050">
              <a:spcBef>
                <a:spcPts val="600"/>
              </a:spcBef>
              <a:defRPr b="0" i="0">
                <a:solidFill>
                  <a:srgbClr val="013C85"/>
                </a:solidFill>
                <a:latin typeface="Yu Gothic Medium" panose="020B0400000000000000" pitchFamily="34" charset="-128"/>
                <a:ea typeface="Yu Gothic Medium" panose="020B0400000000000000" pitchFamily="34" charset="-128"/>
              </a:defRPr>
            </a:lvl3pPr>
            <a:lvl4pPr marL="989013" indent="-136525">
              <a:spcBef>
                <a:spcPts val="600"/>
              </a:spcBef>
              <a:defRPr b="0" i="0">
                <a:solidFill>
                  <a:srgbClr val="013C85"/>
                </a:solidFill>
                <a:latin typeface="Yu Gothic Medium" panose="020B0400000000000000" pitchFamily="34" charset="-128"/>
                <a:ea typeface="Yu Gothic Medium" panose="020B0400000000000000" pitchFamily="34" charset="-128"/>
              </a:defRPr>
            </a:lvl4pPr>
            <a:lvl5pPr marL="1255713" indent="-136525">
              <a:spcBef>
                <a:spcPts val="600"/>
              </a:spcBef>
              <a:defRPr b="0" i="0">
                <a:solidFill>
                  <a:srgbClr val="013C85"/>
                </a:solidFill>
                <a:latin typeface="Yu Gothic Medium" panose="020B0400000000000000" pitchFamily="34" charset="-128"/>
                <a:ea typeface="Yu Gothic Medium" panose="020B0400000000000000" pitchFamily="34" charset="-128"/>
              </a:defRPr>
            </a:lvl5pPr>
            <a:lvl6pPr>
              <a:defRPr b="0" i="0">
                <a:solidFill>
                  <a:schemeClr val="bg1"/>
                </a:solidFill>
                <a:latin typeface="Yu Gothic Medium" panose="020B0400000000000000" pitchFamily="34" charset="-128"/>
                <a:ea typeface="Yu Gothic Medium" panose="020B0400000000000000" pitchFamily="34" charset="-128"/>
              </a:defRPr>
            </a:lvl6pPr>
            <a:lvl7pPr>
              <a:defRPr b="0" i="0">
                <a:solidFill>
                  <a:schemeClr val="bg1"/>
                </a:solidFill>
              </a:defRPr>
            </a:lvl7pPr>
          </a:lstStyle>
          <a:p>
            <a:pPr lvl="0"/>
            <a:r>
              <a:rPr kumimoji="1" lang="ja-JP" altLang="en-US" dirty="0"/>
              <a:t>テキストの書式設定</a:t>
            </a:r>
            <a:endParaRPr kumimoji="1" lang="en-US" altLang="ja-JP" dirty="0"/>
          </a:p>
          <a:p>
            <a:pPr lvl="1"/>
            <a:r>
              <a:rPr kumimoji="1" lang="ja-JP" altLang="en-US" dirty="0"/>
              <a:t>テキスト</a:t>
            </a:r>
            <a:endParaRPr kumimoji="1" lang="en-US" altLang="ja-JP" dirty="0"/>
          </a:p>
          <a:p>
            <a:pPr lvl="2"/>
            <a:r>
              <a:rPr kumimoji="1" lang="ja-JP" altLang="en-US" dirty="0"/>
              <a:t>テキスト</a:t>
            </a:r>
            <a:endParaRPr kumimoji="1" lang="en-US" altLang="ja-JP" dirty="0"/>
          </a:p>
          <a:p>
            <a:pPr lvl="3"/>
            <a:r>
              <a:rPr kumimoji="1" lang="ja-JP" altLang="en-US" dirty="0"/>
              <a:t>テキスト</a:t>
            </a:r>
            <a:endParaRPr kumimoji="1" lang="en-US" altLang="ja-JP" dirty="0"/>
          </a:p>
          <a:p>
            <a:pPr lvl="4"/>
            <a:r>
              <a:rPr kumimoji="1" lang="ja-JP" altLang="en-US" dirty="0"/>
              <a:t>テキスト</a:t>
            </a:r>
            <a:endParaRPr kumimoji="1" lang="en-US" altLang="ja-JP" dirty="0"/>
          </a:p>
        </p:txBody>
      </p:sp>
      <p:sp>
        <p:nvSpPr>
          <p:cNvPr id="2" name="テキスト プレースホルダー 12">
            <a:extLst>
              <a:ext uri="{FF2B5EF4-FFF2-40B4-BE49-F238E27FC236}">
                <a16:creationId xmlns:a16="http://schemas.microsoft.com/office/drawing/2014/main" id="{5F10BDFD-D91E-C798-6FA4-23E8F647FEDC}"/>
              </a:ext>
            </a:extLst>
          </p:cNvPr>
          <p:cNvSpPr>
            <a:spLocks noGrp="1"/>
          </p:cNvSpPr>
          <p:nvPr>
            <p:ph type="body" sz="quarter" idx="18" hasCustomPrompt="1"/>
          </p:nvPr>
        </p:nvSpPr>
        <p:spPr>
          <a:xfrm>
            <a:off x="814918" y="1268414"/>
            <a:ext cx="4948392" cy="4944102"/>
          </a:xfrm>
          <a:prstGeom prst="rect">
            <a:avLst/>
          </a:prstGeom>
        </p:spPr>
        <p:txBody>
          <a:bodyPr lIns="0" tIns="0" rIns="0" bIns="0">
            <a:noAutofit/>
          </a:bodyPr>
          <a:lstStyle>
            <a:lvl1pPr marL="176213" indent="-176213" defTabSz="479968">
              <a:spcBef>
                <a:spcPts val="600"/>
              </a:spcBef>
              <a:buFont typeface="Arial" panose="020B0604020202020204" pitchFamily="34" charset="0"/>
              <a:buChar char="•"/>
              <a:defRPr sz="2800" b="0" i="0">
                <a:solidFill>
                  <a:srgbClr val="013C85"/>
                </a:solidFill>
                <a:latin typeface="Yu Gothic Medium" panose="020B0400000000000000" pitchFamily="34" charset="-128"/>
                <a:ea typeface="Yu Gothic Medium" panose="020B0400000000000000" pitchFamily="34" charset="-128"/>
              </a:defRPr>
            </a:lvl1pPr>
            <a:lvl2pPr marL="442913" indent="-136525">
              <a:spcBef>
                <a:spcPts val="600"/>
              </a:spcBef>
              <a:defRPr b="0" i="0">
                <a:solidFill>
                  <a:srgbClr val="013C85"/>
                </a:solidFill>
                <a:latin typeface="Yu Gothic Medium" panose="020B0400000000000000" pitchFamily="34" charset="-128"/>
                <a:ea typeface="Yu Gothic Medium" panose="020B0400000000000000" pitchFamily="34" charset="-128"/>
              </a:defRPr>
            </a:lvl2pPr>
            <a:lvl3pPr marL="720725" indent="-146050">
              <a:spcBef>
                <a:spcPts val="600"/>
              </a:spcBef>
              <a:defRPr b="0" i="0">
                <a:solidFill>
                  <a:srgbClr val="013C85"/>
                </a:solidFill>
                <a:latin typeface="Yu Gothic Medium" panose="020B0400000000000000" pitchFamily="34" charset="-128"/>
                <a:ea typeface="Yu Gothic Medium" panose="020B0400000000000000" pitchFamily="34" charset="-128"/>
              </a:defRPr>
            </a:lvl3pPr>
            <a:lvl4pPr marL="989013" indent="-136525">
              <a:spcBef>
                <a:spcPts val="600"/>
              </a:spcBef>
              <a:defRPr b="0" i="0">
                <a:solidFill>
                  <a:srgbClr val="013C85"/>
                </a:solidFill>
                <a:latin typeface="Yu Gothic Medium" panose="020B0400000000000000" pitchFamily="34" charset="-128"/>
                <a:ea typeface="Yu Gothic Medium" panose="020B0400000000000000" pitchFamily="34" charset="-128"/>
              </a:defRPr>
            </a:lvl4pPr>
            <a:lvl5pPr marL="1255713" indent="-136525">
              <a:spcBef>
                <a:spcPts val="600"/>
              </a:spcBef>
              <a:defRPr b="0" i="0">
                <a:solidFill>
                  <a:srgbClr val="013C85"/>
                </a:solidFill>
                <a:latin typeface="Yu Gothic Medium" panose="020B0400000000000000" pitchFamily="34" charset="-128"/>
                <a:ea typeface="Yu Gothic Medium" panose="020B0400000000000000" pitchFamily="34" charset="-128"/>
              </a:defRPr>
            </a:lvl5pPr>
            <a:lvl6pPr>
              <a:defRPr b="0" i="0">
                <a:solidFill>
                  <a:schemeClr val="bg1"/>
                </a:solidFill>
                <a:latin typeface="Yu Gothic Medium" panose="020B0400000000000000" pitchFamily="34" charset="-128"/>
                <a:ea typeface="Yu Gothic Medium" panose="020B0400000000000000" pitchFamily="34" charset="-128"/>
              </a:defRPr>
            </a:lvl6pPr>
            <a:lvl7pPr>
              <a:defRPr b="0" i="0">
                <a:solidFill>
                  <a:schemeClr val="bg1"/>
                </a:solidFill>
              </a:defRPr>
            </a:lvl7pPr>
          </a:lstStyle>
          <a:p>
            <a:pPr lvl="0"/>
            <a:r>
              <a:rPr kumimoji="1" lang="ja-JP" altLang="en-US" dirty="0"/>
              <a:t>テキストの書式設定</a:t>
            </a:r>
            <a:endParaRPr kumimoji="1" lang="en-US" altLang="ja-JP" dirty="0"/>
          </a:p>
          <a:p>
            <a:pPr lvl="1"/>
            <a:r>
              <a:rPr kumimoji="1" lang="ja-JP" altLang="en-US" dirty="0"/>
              <a:t>テキスト</a:t>
            </a:r>
            <a:endParaRPr kumimoji="1" lang="en-US" altLang="ja-JP" dirty="0"/>
          </a:p>
          <a:p>
            <a:pPr lvl="2"/>
            <a:r>
              <a:rPr kumimoji="1" lang="ja-JP" altLang="en-US" dirty="0"/>
              <a:t>テキスト</a:t>
            </a:r>
            <a:endParaRPr kumimoji="1" lang="en-US" altLang="ja-JP" dirty="0"/>
          </a:p>
          <a:p>
            <a:pPr lvl="3"/>
            <a:r>
              <a:rPr kumimoji="1" lang="ja-JP" altLang="en-US" dirty="0"/>
              <a:t>テキスト</a:t>
            </a:r>
            <a:endParaRPr kumimoji="1" lang="en-US" altLang="ja-JP" dirty="0"/>
          </a:p>
          <a:p>
            <a:pPr lvl="4"/>
            <a:r>
              <a:rPr kumimoji="1" lang="ja-JP" altLang="en-US" dirty="0"/>
              <a:t>テキスト</a:t>
            </a:r>
            <a:endParaRPr kumimoji="1" lang="en-US" altLang="ja-JP" dirty="0"/>
          </a:p>
        </p:txBody>
      </p:sp>
      <p:sp>
        <p:nvSpPr>
          <p:cNvPr id="8" name="Date Placeholder 3">
            <a:extLst>
              <a:ext uri="{FF2B5EF4-FFF2-40B4-BE49-F238E27FC236}">
                <a16:creationId xmlns:a16="http://schemas.microsoft.com/office/drawing/2014/main" id="{4817DC41-1215-A6C0-4C88-636C2EFE7AD2}"/>
              </a:ext>
            </a:extLst>
          </p:cNvPr>
          <p:cNvSpPr txBox="1">
            <a:spLocks/>
          </p:cNvSpPr>
          <p:nvPr userDrawn="1"/>
        </p:nvSpPr>
        <p:spPr>
          <a:xfrm>
            <a:off x="325402" y="6394865"/>
            <a:ext cx="2743200" cy="331932"/>
          </a:xfrm>
          <a:prstGeom prst="rect">
            <a:avLst/>
          </a:prstGeom>
        </p:spPr>
        <p:txBody>
          <a:bodyPr/>
          <a:lstStyle>
            <a:defPPr>
              <a:defRPr lang="en-US"/>
            </a:defPPr>
            <a:lvl1pPr marL="0" algn="l" defTabSz="304670" rtl="0" eaLnBrk="1" latinLnBrk="0" hangingPunct="1">
              <a:defRPr sz="20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pPr algn="l"/>
            <a:r>
              <a:rPr kumimoji="1" lang="en" altLang="ja-JP" sz="700" dirty="0">
                <a:solidFill>
                  <a:srgbClr val="013C85"/>
                </a:solidFill>
              </a:rPr>
              <a:t>ⓒ ITOCHU Techno-Solutions Corporation</a:t>
            </a:r>
            <a:endParaRPr kumimoji="1" lang="ja-JP" altLang="en-US" sz="700">
              <a:solidFill>
                <a:srgbClr val="013C85"/>
              </a:solidFill>
            </a:endParaRPr>
          </a:p>
        </p:txBody>
      </p:sp>
      <p:sp>
        <p:nvSpPr>
          <p:cNvPr id="9" name="Slide Number Placeholder 5">
            <a:extLst>
              <a:ext uri="{FF2B5EF4-FFF2-40B4-BE49-F238E27FC236}">
                <a16:creationId xmlns:a16="http://schemas.microsoft.com/office/drawing/2014/main" id="{023D640A-F364-BA6E-7B4B-222DF43A1541}"/>
              </a:ext>
            </a:extLst>
          </p:cNvPr>
          <p:cNvSpPr txBox="1">
            <a:spLocks/>
          </p:cNvSpPr>
          <p:nvPr userDrawn="1"/>
        </p:nvSpPr>
        <p:spPr>
          <a:xfrm>
            <a:off x="9133618" y="6326799"/>
            <a:ext cx="2743200" cy="299462"/>
          </a:xfrm>
          <a:prstGeom prst="rect">
            <a:avLst/>
          </a:prstGeom>
        </p:spPr>
        <p:txBody>
          <a:bodyPr anchor="b"/>
          <a:lstStyle>
            <a:defPPr>
              <a:defRPr lang="en-US"/>
            </a:defPPr>
            <a:lvl1pPr marL="0" algn="r" defTabSz="304670" rtl="0" eaLnBrk="1" latinLnBrk="0" hangingPunct="1">
              <a:defRPr sz="16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fld id="{F61D7DA0-AA9A-8342-BE3E-6EB34F8DE2BC}" type="slidenum">
              <a:rPr kumimoji="1" lang="ja-JP" altLang="en-US" sz="1600" smtClean="0">
                <a:solidFill>
                  <a:srgbClr val="013C85"/>
                </a:solidFill>
              </a:rPr>
              <a:pPr/>
              <a:t>‹#›</a:t>
            </a:fld>
            <a:endParaRPr kumimoji="1" lang="ja-JP" altLang="en-US" sz="1600">
              <a:solidFill>
                <a:srgbClr val="013C85"/>
              </a:solidFill>
            </a:endParaRPr>
          </a:p>
        </p:txBody>
      </p:sp>
      <p:sp>
        <p:nvSpPr>
          <p:cNvPr id="5" name="タイトル 11">
            <a:extLst>
              <a:ext uri="{FF2B5EF4-FFF2-40B4-BE49-F238E27FC236}">
                <a16:creationId xmlns:a16="http://schemas.microsoft.com/office/drawing/2014/main" id="{5018D083-D2AC-153C-8510-2B3811294C6B}"/>
              </a:ext>
            </a:extLst>
          </p:cNvPr>
          <p:cNvSpPr>
            <a:spLocks noGrp="1"/>
          </p:cNvSpPr>
          <p:nvPr>
            <p:ph type="title" hasCustomPrompt="1"/>
          </p:nvPr>
        </p:nvSpPr>
        <p:spPr>
          <a:xfrm>
            <a:off x="390525" y="347572"/>
            <a:ext cx="9367501" cy="432000"/>
          </a:xfrm>
          <a:prstGeom prst="rect">
            <a:avLst/>
          </a:prstGeom>
        </p:spPr>
        <p:txBody>
          <a:bodyPr lIns="0" tIns="0" rIns="0"/>
          <a:lstStyle>
            <a:lvl1pPr>
              <a:defRPr kumimoji="1" lang="ja-JP" altLang="en-US" sz="2800" b="1" i="0" kern="1200" dirty="0">
                <a:solidFill>
                  <a:srgbClr val="013C85"/>
                </a:solidFill>
                <a:latin typeface="Yu Gothic" panose="020B0400000000000000" pitchFamily="34" charset="-128"/>
                <a:ea typeface="Yu Gothic" panose="020B0400000000000000" pitchFamily="34" charset="-128"/>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kumimoji="1" lang="ja-JP" altLang="en-US" dirty="0"/>
              <a:t>タイトルの書式設定</a:t>
            </a:r>
          </a:p>
        </p:txBody>
      </p:sp>
    </p:spTree>
    <p:extLst>
      <p:ext uri="{BB962C8B-B14F-4D97-AF65-F5344CB8AC3E}">
        <p14:creationId xmlns:p14="http://schemas.microsoft.com/office/powerpoint/2010/main" val="1877634845"/>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本文ページ（Photo）1">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15C3FDE2-46C8-2463-C44C-91188DA0B022}"/>
              </a:ext>
            </a:extLst>
          </p:cNvPr>
          <p:cNvSpPr>
            <a:spLocks noGrp="1"/>
          </p:cNvSpPr>
          <p:nvPr>
            <p:ph type="title" hasCustomPrompt="1"/>
          </p:nvPr>
        </p:nvSpPr>
        <p:spPr>
          <a:xfrm>
            <a:off x="6429600" y="1741550"/>
            <a:ext cx="4947481" cy="365125"/>
          </a:xfrm>
          <a:prstGeom prst="rect">
            <a:avLst/>
          </a:prstGeom>
        </p:spPr>
        <p:txBody>
          <a:bodyPr lIns="0" tIns="0" rIns="0" bIns="0"/>
          <a:lstStyle>
            <a:lvl1pPr>
              <a:defRPr kumimoji="1" lang="ja-JP" altLang="en-US" sz="2800" b="1" i="0" kern="1200" dirty="0">
                <a:solidFill>
                  <a:srgbClr val="013C85"/>
                </a:solidFill>
                <a:latin typeface="Yu Gothic" panose="020B0400000000000000" pitchFamily="34" charset="-128"/>
                <a:ea typeface="Yu Gothic" panose="020B0400000000000000" pitchFamily="34" charset="-128"/>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kumimoji="1" lang="ja-JP" altLang="en-US" dirty="0"/>
              <a:t>タイトルの書式設定</a:t>
            </a:r>
          </a:p>
        </p:txBody>
      </p:sp>
      <p:sp>
        <p:nvSpPr>
          <p:cNvPr id="2" name="テキスト プレースホルダー 12">
            <a:extLst>
              <a:ext uri="{FF2B5EF4-FFF2-40B4-BE49-F238E27FC236}">
                <a16:creationId xmlns:a16="http://schemas.microsoft.com/office/drawing/2014/main" id="{422F49F7-97F3-7D1C-8735-21766B5E5CD8}"/>
              </a:ext>
            </a:extLst>
          </p:cNvPr>
          <p:cNvSpPr>
            <a:spLocks noGrp="1"/>
          </p:cNvSpPr>
          <p:nvPr>
            <p:ph type="body" sz="quarter" idx="19" hasCustomPrompt="1"/>
          </p:nvPr>
        </p:nvSpPr>
        <p:spPr>
          <a:xfrm>
            <a:off x="6428054" y="2630076"/>
            <a:ext cx="4949027" cy="3582440"/>
          </a:xfrm>
          <a:prstGeom prst="rect">
            <a:avLst/>
          </a:prstGeom>
        </p:spPr>
        <p:txBody>
          <a:bodyPr lIns="0" tIns="0" rIns="0" bIns="0">
            <a:noAutofit/>
          </a:bodyPr>
          <a:lstStyle>
            <a:lvl1pPr marL="176213" indent="-176213" defTabSz="479968">
              <a:spcBef>
                <a:spcPts val="600"/>
              </a:spcBef>
              <a:buFont typeface="Arial" panose="020B0604020202020204" pitchFamily="34" charset="0"/>
              <a:buChar char="•"/>
              <a:defRPr sz="2800" b="0" i="0">
                <a:solidFill>
                  <a:srgbClr val="013C85"/>
                </a:solidFill>
                <a:latin typeface="Yu Gothic Medium" panose="020B0400000000000000" pitchFamily="34" charset="-128"/>
                <a:ea typeface="Yu Gothic Medium" panose="020B0400000000000000" pitchFamily="34" charset="-128"/>
              </a:defRPr>
            </a:lvl1pPr>
            <a:lvl2pPr marL="442913" indent="-136525">
              <a:spcBef>
                <a:spcPts val="600"/>
              </a:spcBef>
              <a:defRPr b="0" i="0">
                <a:solidFill>
                  <a:srgbClr val="013C85"/>
                </a:solidFill>
                <a:latin typeface="Yu Gothic Medium" panose="020B0400000000000000" pitchFamily="34" charset="-128"/>
                <a:ea typeface="Yu Gothic Medium" panose="020B0400000000000000" pitchFamily="34" charset="-128"/>
              </a:defRPr>
            </a:lvl2pPr>
            <a:lvl3pPr marL="720725" indent="-146050">
              <a:spcBef>
                <a:spcPts val="600"/>
              </a:spcBef>
              <a:defRPr b="0" i="0">
                <a:solidFill>
                  <a:srgbClr val="013C85"/>
                </a:solidFill>
                <a:latin typeface="Yu Gothic Medium" panose="020B0400000000000000" pitchFamily="34" charset="-128"/>
                <a:ea typeface="Yu Gothic Medium" panose="020B0400000000000000" pitchFamily="34" charset="-128"/>
              </a:defRPr>
            </a:lvl3pPr>
            <a:lvl4pPr marL="989013" indent="-136525">
              <a:spcBef>
                <a:spcPts val="600"/>
              </a:spcBef>
              <a:defRPr b="0" i="0">
                <a:solidFill>
                  <a:srgbClr val="013C85"/>
                </a:solidFill>
                <a:latin typeface="Yu Gothic Medium" panose="020B0400000000000000" pitchFamily="34" charset="-128"/>
                <a:ea typeface="Yu Gothic Medium" panose="020B0400000000000000" pitchFamily="34" charset="-128"/>
              </a:defRPr>
            </a:lvl4pPr>
            <a:lvl5pPr marL="1255713" indent="-136525">
              <a:spcBef>
                <a:spcPts val="600"/>
              </a:spcBef>
              <a:defRPr b="0" i="0">
                <a:solidFill>
                  <a:srgbClr val="013C85"/>
                </a:solidFill>
                <a:latin typeface="Yu Gothic Medium" panose="020B0400000000000000" pitchFamily="34" charset="-128"/>
                <a:ea typeface="Yu Gothic Medium" panose="020B0400000000000000" pitchFamily="34" charset="-128"/>
              </a:defRPr>
            </a:lvl5pPr>
            <a:lvl6pPr>
              <a:defRPr b="0" i="0">
                <a:solidFill>
                  <a:schemeClr val="bg1"/>
                </a:solidFill>
                <a:latin typeface="Yu Gothic Medium" panose="020B0400000000000000" pitchFamily="34" charset="-128"/>
                <a:ea typeface="Yu Gothic Medium" panose="020B0400000000000000" pitchFamily="34" charset="-128"/>
              </a:defRPr>
            </a:lvl6pPr>
            <a:lvl7pPr>
              <a:defRPr b="0" i="0">
                <a:solidFill>
                  <a:schemeClr val="bg1"/>
                </a:solidFill>
              </a:defRPr>
            </a:lvl7pPr>
          </a:lstStyle>
          <a:p>
            <a:pPr lvl="0"/>
            <a:r>
              <a:rPr kumimoji="1" lang="ja-JP" altLang="en-US" dirty="0"/>
              <a:t>テキストの書式設定</a:t>
            </a:r>
            <a:endParaRPr kumimoji="1" lang="en-US" altLang="ja-JP" dirty="0"/>
          </a:p>
          <a:p>
            <a:pPr lvl="1"/>
            <a:r>
              <a:rPr kumimoji="1" lang="ja-JP" altLang="en-US" dirty="0"/>
              <a:t>テキスト</a:t>
            </a:r>
            <a:endParaRPr kumimoji="1" lang="en-US" altLang="ja-JP" dirty="0"/>
          </a:p>
          <a:p>
            <a:pPr lvl="2"/>
            <a:r>
              <a:rPr kumimoji="1" lang="ja-JP" altLang="en-US" dirty="0"/>
              <a:t>テキスト</a:t>
            </a:r>
            <a:endParaRPr kumimoji="1" lang="en-US" altLang="ja-JP" dirty="0"/>
          </a:p>
          <a:p>
            <a:pPr lvl="3"/>
            <a:r>
              <a:rPr kumimoji="1" lang="ja-JP" altLang="en-US" dirty="0"/>
              <a:t>テキスト</a:t>
            </a:r>
            <a:endParaRPr kumimoji="1" lang="en-US" altLang="ja-JP" dirty="0"/>
          </a:p>
          <a:p>
            <a:pPr lvl="4"/>
            <a:r>
              <a:rPr kumimoji="1" lang="ja-JP" altLang="en-US" dirty="0"/>
              <a:t>テキスト</a:t>
            </a:r>
            <a:endParaRPr kumimoji="1" lang="en-US" altLang="ja-JP" dirty="0"/>
          </a:p>
        </p:txBody>
      </p:sp>
      <p:sp>
        <p:nvSpPr>
          <p:cNvPr id="16" name="Slide Number Placeholder 5">
            <a:extLst>
              <a:ext uri="{FF2B5EF4-FFF2-40B4-BE49-F238E27FC236}">
                <a16:creationId xmlns:a16="http://schemas.microsoft.com/office/drawing/2014/main" id="{7897D687-90EE-4A4F-C8E7-8CBB9A645AD9}"/>
              </a:ext>
            </a:extLst>
          </p:cNvPr>
          <p:cNvSpPr txBox="1">
            <a:spLocks/>
          </p:cNvSpPr>
          <p:nvPr userDrawn="1"/>
        </p:nvSpPr>
        <p:spPr>
          <a:xfrm>
            <a:off x="9133618" y="6326799"/>
            <a:ext cx="2743200" cy="299462"/>
          </a:xfrm>
          <a:prstGeom prst="rect">
            <a:avLst/>
          </a:prstGeom>
        </p:spPr>
        <p:txBody>
          <a:bodyPr anchor="b"/>
          <a:lstStyle>
            <a:defPPr>
              <a:defRPr lang="en-US"/>
            </a:defPPr>
            <a:lvl1pPr marL="0" algn="r" defTabSz="304670" rtl="0" eaLnBrk="1" latinLnBrk="0" hangingPunct="1">
              <a:defRPr sz="16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fld id="{F61D7DA0-AA9A-8342-BE3E-6EB34F8DE2BC}" type="slidenum">
              <a:rPr kumimoji="1" lang="ja-JP" altLang="en-US" sz="1600" smtClean="0">
                <a:solidFill>
                  <a:srgbClr val="013C85"/>
                </a:solidFill>
              </a:rPr>
              <a:pPr/>
              <a:t>‹#›</a:t>
            </a:fld>
            <a:endParaRPr kumimoji="1" lang="ja-JP" altLang="en-US" sz="1600">
              <a:solidFill>
                <a:srgbClr val="013C85"/>
              </a:solidFill>
            </a:endParaRPr>
          </a:p>
        </p:txBody>
      </p:sp>
      <p:sp>
        <p:nvSpPr>
          <p:cNvPr id="3" name="図プレースホルダー 16">
            <a:extLst>
              <a:ext uri="{FF2B5EF4-FFF2-40B4-BE49-F238E27FC236}">
                <a16:creationId xmlns:a16="http://schemas.microsoft.com/office/drawing/2014/main" id="{0250B0A2-D4B9-A4DC-0554-2326F56D8D5C}"/>
              </a:ext>
            </a:extLst>
          </p:cNvPr>
          <p:cNvSpPr>
            <a:spLocks noGrp="1"/>
          </p:cNvSpPr>
          <p:nvPr>
            <p:ph type="pic" sz="quarter" idx="10"/>
          </p:nvPr>
        </p:nvSpPr>
        <p:spPr>
          <a:xfrm>
            <a:off x="0" y="0"/>
            <a:ext cx="6095206" cy="6858000"/>
          </a:xfrm>
          <a:prstGeom prst="rect">
            <a:avLst/>
          </a:prstGeom>
          <a:solidFill>
            <a:srgbClr val="CACACA"/>
          </a:solidFill>
        </p:spPr>
        <p:txBody>
          <a:bodyPr/>
          <a:lstStyle>
            <a:lvl1pPr>
              <a:defRPr lang="ja-JP" altLang="en-US" sz="1800">
                <a:solidFill>
                  <a:schemeClr val="accent6"/>
                </a:solidFill>
              </a:defRPr>
            </a:lvl1pPr>
          </a:lstStyle>
          <a:p>
            <a:pPr marL="0" lvl="0" indent="0" algn="ctr">
              <a:lnSpc>
                <a:spcPct val="100000"/>
              </a:lnSpc>
              <a:buNone/>
            </a:pPr>
            <a:endParaRPr kumimoji="1" lang="en-US" altLang="ja-JP" dirty="0"/>
          </a:p>
          <a:p>
            <a:pPr marL="0" lvl="0" indent="0" algn="ctr">
              <a:lnSpc>
                <a:spcPct val="100000"/>
              </a:lnSpc>
              <a:buNone/>
            </a:pPr>
            <a:r>
              <a:rPr kumimoji="1" lang="ja-JP" altLang="en-US"/>
              <a:t>下のアイコンをクリックして画像を入れてください。</a:t>
            </a:r>
          </a:p>
        </p:txBody>
      </p:sp>
      <p:sp>
        <p:nvSpPr>
          <p:cNvPr id="4" name="Date Placeholder 3">
            <a:extLst>
              <a:ext uri="{FF2B5EF4-FFF2-40B4-BE49-F238E27FC236}">
                <a16:creationId xmlns:a16="http://schemas.microsoft.com/office/drawing/2014/main" id="{F6F674F5-4E57-E04C-7651-6DF5B186CA40}"/>
              </a:ext>
            </a:extLst>
          </p:cNvPr>
          <p:cNvSpPr txBox="1">
            <a:spLocks/>
          </p:cNvSpPr>
          <p:nvPr userDrawn="1"/>
        </p:nvSpPr>
        <p:spPr>
          <a:xfrm>
            <a:off x="325402" y="6394865"/>
            <a:ext cx="2743200" cy="331932"/>
          </a:xfrm>
          <a:prstGeom prst="rect">
            <a:avLst/>
          </a:prstGeom>
        </p:spPr>
        <p:txBody>
          <a:bodyPr/>
          <a:lstStyle>
            <a:defPPr>
              <a:defRPr lang="en-US"/>
            </a:defPPr>
            <a:lvl1pPr marL="0" algn="l" defTabSz="304670" rtl="0" eaLnBrk="1" latinLnBrk="0" hangingPunct="1">
              <a:defRPr sz="20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pPr algn="l"/>
            <a:r>
              <a:rPr kumimoji="1" lang="en" altLang="ja-JP" sz="700" dirty="0">
                <a:solidFill>
                  <a:srgbClr val="013C85"/>
                </a:solidFill>
              </a:rPr>
              <a:t>ⓒ ITOCHU Techno-Solutions Corporation</a:t>
            </a:r>
            <a:endParaRPr kumimoji="1" lang="ja-JP" altLang="en-US" sz="700" dirty="0">
              <a:solidFill>
                <a:srgbClr val="013C85"/>
              </a:solidFill>
            </a:endParaRPr>
          </a:p>
        </p:txBody>
      </p:sp>
    </p:spTree>
    <p:extLst>
      <p:ext uri="{BB962C8B-B14F-4D97-AF65-F5344CB8AC3E}">
        <p14:creationId xmlns:p14="http://schemas.microsoft.com/office/powerpoint/2010/main" val="41376570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本文ページ（Photo）2">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0" name="図プレースホルダー 16">
            <a:extLst>
              <a:ext uri="{FF2B5EF4-FFF2-40B4-BE49-F238E27FC236}">
                <a16:creationId xmlns:a16="http://schemas.microsoft.com/office/drawing/2014/main" id="{40FE2F04-6B75-1C75-F9DF-825DA93754B6}"/>
              </a:ext>
            </a:extLst>
          </p:cNvPr>
          <p:cNvSpPr>
            <a:spLocks noGrp="1"/>
          </p:cNvSpPr>
          <p:nvPr>
            <p:ph type="pic" sz="quarter" idx="10"/>
          </p:nvPr>
        </p:nvSpPr>
        <p:spPr>
          <a:xfrm>
            <a:off x="0" y="1736726"/>
            <a:ext cx="12192000" cy="5121275"/>
          </a:xfrm>
          <a:prstGeom prst="rect">
            <a:avLst/>
          </a:prstGeom>
          <a:solidFill>
            <a:srgbClr val="CACACA"/>
          </a:solidFill>
        </p:spPr>
        <p:txBody>
          <a:bodyPr/>
          <a:lstStyle>
            <a:lvl1pPr marL="0" indent="0" algn="ctr">
              <a:lnSpc>
                <a:spcPct val="100000"/>
              </a:lnSpc>
              <a:buNone/>
              <a:defRPr sz="1800">
                <a:solidFill>
                  <a:schemeClr val="accent6"/>
                </a:solidFill>
              </a:defRPr>
            </a:lvl1pPr>
          </a:lstStyle>
          <a:p>
            <a:endParaRPr kumimoji="1" lang="en-US" altLang="ja-JP" dirty="0"/>
          </a:p>
          <a:p>
            <a:endParaRPr kumimoji="1" lang="en-US" altLang="ja-JP" dirty="0"/>
          </a:p>
          <a:p>
            <a:r>
              <a:rPr kumimoji="1" lang="ja-JP" altLang="en-US"/>
              <a:t>下のアイコンをクリックして画像を入れてください。</a:t>
            </a:r>
          </a:p>
        </p:txBody>
      </p:sp>
      <p:sp>
        <p:nvSpPr>
          <p:cNvPr id="8" name="Date Placeholder 3">
            <a:extLst>
              <a:ext uri="{FF2B5EF4-FFF2-40B4-BE49-F238E27FC236}">
                <a16:creationId xmlns:a16="http://schemas.microsoft.com/office/drawing/2014/main" id="{3F42955C-2661-77B4-7E94-6C49CE94C967}"/>
              </a:ext>
            </a:extLst>
          </p:cNvPr>
          <p:cNvSpPr txBox="1">
            <a:spLocks/>
          </p:cNvSpPr>
          <p:nvPr userDrawn="1"/>
        </p:nvSpPr>
        <p:spPr>
          <a:xfrm>
            <a:off x="325402" y="6394865"/>
            <a:ext cx="2743200" cy="331932"/>
          </a:xfrm>
          <a:prstGeom prst="rect">
            <a:avLst/>
          </a:prstGeom>
        </p:spPr>
        <p:txBody>
          <a:bodyPr/>
          <a:lstStyle>
            <a:defPPr>
              <a:defRPr lang="en-US"/>
            </a:defPPr>
            <a:lvl1pPr marL="0" algn="l" defTabSz="304670" rtl="0" eaLnBrk="1" latinLnBrk="0" hangingPunct="1">
              <a:defRPr sz="20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pPr algn="l"/>
            <a:r>
              <a:rPr kumimoji="1" lang="en" altLang="ja-JP" sz="700" dirty="0">
                <a:solidFill>
                  <a:srgbClr val="013C85"/>
                </a:solidFill>
              </a:rPr>
              <a:t>ⓒ ITOCHU Techno-Solutions Corporation</a:t>
            </a:r>
            <a:endParaRPr kumimoji="1" lang="ja-JP" altLang="en-US" sz="700">
              <a:solidFill>
                <a:srgbClr val="013C85"/>
              </a:solidFill>
            </a:endParaRPr>
          </a:p>
        </p:txBody>
      </p:sp>
      <p:sp>
        <p:nvSpPr>
          <p:cNvPr id="9" name="Slide Number Placeholder 5">
            <a:extLst>
              <a:ext uri="{FF2B5EF4-FFF2-40B4-BE49-F238E27FC236}">
                <a16:creationId xmlns:a16="http://schemas.microsoft.com/office/drawing/2014/main" id="{3121B00E-FCA3-D75D-90B2-7E55D24110B4}"/>
              </a:ext>
            </a:extLst>
          </p:cNvPr>
          <p:cNvSpPr txBox="1">
            <a:spLocks/>
          </p:cNvSpPr>
          <p:nvPr userDrawn="1"/>
        </p:nvSpPr>
        <p:spPr>
          <a:xfrm>
            <a:off x="9133618" y="6326799"/>
            <a:ext cx="2743200" cy="299462"/>
          </a:xfrm>
          <a:prstGeom prst="rect">
            <a:avLst/>
          </a:prstGeom>
        </p:spPr>
        <p:txBody>
          <a:bodyPr anchor="b"/>
          <a:lstStyle>
            <a:defPPr>
              <a:defRPr lang="en-US"/>
            </a:defPPr>
            <a:lvl1pPr marL="0" algn="r" defTabSz="304670" rtl="0" eaLnBrk="1" latinLnBrk="0" hangingPunct="1">
              <a:defRPr sz="16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fld id="{F61D7DA0-AA9A-8342-BE3E-6EB34F8DE2BC}" type="slidenum">
              <a:rPr kumimoji="1" lang="ja-JP" altLang="en-US" sz="1600" smtClean="0">
                <a:solidFill>
                  <a:srgbClr val="013C85"/>
                </a:solidFill>
              </a:rPr>
              <a:pPr/>
              <a:t>‹#›</a:t>
            </a:fld>
            <a:endParaRPr kumimoji="1" lang="ja-JP" altLang="en-US" sz="1600">
              <a:solidFill>
                <a:srgbClr val="013C85"/>
              </a:solidFill>
            </a:endParaRPr>
          </a:p>
        </p:txBody>
      </p:sp>
      <p:sp>
        <p:nvSpPr>
          <p:cNvPr id="2" name="タイトル 11">
            <a:extLst>
              <a:ext uri="{FF2B5EF4-FFF2-40B4-BE49-F238E27FC236}">
                <a16:creationId xmlns:a16="http://schemas.microsoft.com/office/drawing/2014/main" id="{4888B4B8-7FA4-9F5C-FE43-6ADC1EAC8415}"/>
              </a:ext>
            </a:extLst>
          </p:cNvPr>
          <p:cNvSpPr>
            <a:spLocks noGrp="1"/>
          </p:cNvSpPr>
          <p:nvPr>
            <p:ph type="title" hasCustomPrompt="1"/>
          </p:nvPr>
        </p:nvSpPr>
        <p:spPr>
          <a:xfrm>
            <a:off x="390525" y="347572"/>
            <a:ext cx="9367501" cy="432000"/>
          </a:xfrm>
          <a:prstGeom prst="rect">
            <a:avLst/>
          </a:prstGeom>
        </p:spPr>
        <p:txBody>
          <a:bodyPr lIns="0" tIns="0" rIns="0"/>
          <a:lstStyle>
            <a:lvl1pPr>
              <a:defRPr kumimoji="1" lang="ja-JP" altLang="en-US" sz="2800" b="1" i="0" kern="1200" dirty="0">
                <a:solidFill>
                  <a:srgbClr val="013C85"/>
                </a:solidFill>
                <a:latin typeface="Yu Gothic" panose="020B0400000000000000" pitchFamily="34" charset="-128"/>
                <a:ea typeface="Yu Gothic" panose="020B0400000000000000" pitchFamily="34" charset="-128"/>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kumimoji="1" lang="ja-JP" altLang="en-US" dirty="0"/>
              <a:t>タイトルの書式設定</a:t>
            </a:r>
          </a:p>
        </p:txBody>
      </p:sp>
    </p:spTree>
    <p:extLst>
      <p:ext uri="{BB962C8B-B14F-4D97-AF65-F5344CB8AC3E}">
        <p14:creationId xmlns:p14="http://schemas.microsoft.com/office/powerpoint/2010/main" val="258015100"/>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裏表紙（Whi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303630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裏表紙（BrandPromis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920222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タイトルとコンテンツ">
    <p:spTree>
      <p:nvGrpSpPr>
        <p:cNvPr id="1" name=""/>
        <p:cNvGrpSpPr/>
        <p:nvPr/>
      </p:nvGrpSpPr>
      <p:grpSpPr>
        <a:xfrm>
          <a:off x="0" y="0"/>
          <a:ext cx="0" cy="0"/>
          <a:chOff x="0" y="0"/>
          <a:chExt cx="0" cy="0"/>
        </a:xfrm>
      </p:grpSpPr>
      <p:sp>
        <p:nvSpPr>
          <p:cNvPr id="2" name="正方形/長方形 5"/>
          <p:cNvSpPr>
            <a:spLocks noChangeArrowheads="1"/>
          </p:cNvSpPr>
          <p:nvPr userDrawn="1"/>
        </p:nvSpPr>
        <p:spPr bwMode="auto">
          <a:xfrm>
            <a:off x="2117" y="6591300"/>
            <a:ext cx="12192000" cy="268288"/>
          </a:xfrm>
          <a:prstGeom prst="rect">
            <a:avLst/>
          </a:prstGeom>
          <a:solidFill>
            <a:srgbClr val="0860A8"/>
          </a:solidFill>
          <a:ln>
            <a:noFill/>
          </a:ln>
        </p:spPr>
        <p:txBody>
          <a:bodyPr wrap="none" anchor="ctr"/>
          <a:lstStyle>
            <a:lvl1pPr eaLnBrk="0" hangingPunct="0">
              <a:defRPr kumimoji="1" sz="1400">
                <a:solidFill>
                  <a:schemeClr val="bg1"/>
                </a:solidFill>
                <a:latin typeface="Arial" charset="0"/>
                <a:ea typeface="ＭＳ Ｐゴシック" charset="-128"/>
              </a:defRPr>
            </a:lvl1pPr>
            <a:lvl2pPr marL="742950" indent="-285750" eaLnBrk="0" hangingPunct="0">
              <a:defRPr kumimoji="1" sz="1400">
                <a:solidFill>
                  <a:schemeClr val="bg1"/>
                </a:solidFill>
                <a:latin typeface="Arial" charset="0"/>
                <a:ea typeface="ＭＳ Ｐゴシック" charset="-128"/>
              </a:defRPr>
            </a:lvl2pPr>
            <a:lvl3pPr marL="1143000" indent="-228600" eaLnBrk="0" hangingPunct="0">
              <a:defRPr kumimoji="1" sz="1400">
                <a:solidFill>
                  <a:schemeClr val="bg1"/>
                </a:solidFill>
                <a:latin typeface="Arial" charset="0"/>
                <a:ea typeface="ＭＳ Ｐゴシック" charset="-128"/>
              </a:defRPr>
            </a:lvl3pPr>
            <a:lvl4pPr marL="1600200" indent="-228600" eaLnBrk="0" hangingPunct="0">
              <a:defRPr kumimoji="1" sz="1400">
                <a:solidFill>
                  <a:schemeClr val="bg1"/>
                </a:solidFill>
                <a:latin typeface="Arial" charset="0"/>
                <a:ea typeface="ＭＳ Ｐゴシック" charset="-128"/>
              </a:defRPr>
            </a:lvl4pPr>
            <a:lvl5pPr marL="2057400" indent="-228600" eaLnBrk="0" hangingPunct="0">
              <a:defRPr kumimoji="1" sz="1400">
                <a:solidFill>
                  <a:schemeClr val="bg1"/>
                </a:solidFill>
                <a:latin typeface="Arial" charset="0"/>
                <a:ea typeface="ＭＳ Ｐゴシック" charset="-128"/>
              </a:defRPr>
            </a:lvl5pPr>
            <a:lvl6pPr marL="2514600" indent="-228600" eaLnBrk="0" fontAlgn="base" hangingPunct="0">
              <a:spcBef>
                <a:spcPct val="0"/>
              </a:spcBef>
              <a:spcAft>
                <a:spcPct val="0"/>
              </a:spcAft>
              <a:defRPr kumimoji="1" sz="1400">
                <a:solidFill>
                  <a:schemeClr val="bg1"/>
                </a:solidFill>
                <a:latin typeface="Arial" charset="0"/>
                <a:ea typeface="ＭＳ Ｐゴシック" charset="-128"/>
              </a:defRPr>
            </a:lvl6pPr>
            <a:lvl7pPr marL="2971800" indent="-228600" eaLnBrk="0" fontAlgn="base" hangingPunct="0">
              <a:spcBef>
                <a:spcPct val="0"/>
              </a:spcBef>
              <a:spcAft>
                <a:spcPct val="0"/>
              </a:spcAft>
              <a:defRPr kumimoji="1" sz="1400">
                <a:solidFill>
                  <a:schemeClr val="bg1"/>
                </a:solidFill>
                <a:latin typeface="Arial" charset="0"/>
                <a:ea typeface="ＭＳ Ｐゴシック" charset="-128"/>
              </a:defRPr>
            </a:lvl7pPr>
            <a:lvl8pPr marL="3429000" indent="-228600" eaLnBrk="0" fontAlgn="base" hangingPunct="0">
              <a:spcBef>
                <a:spcPct val="0"/>
              </a:spcBef>
              <a:spcAft>
                <a:spcPct val="0"/>
              </a:spcAft>
              <a:defRPr kumimoji="1" sz="1400">
                <a:solidFill>
                  <a:schemeClr val="bg1"/>
                </a:solidFill>
                <a:latin typeface="Arial" charset="0"/>
                <a:ea typeface="ＭＳ Ｐゴシック" charset="-128"/>
              </a:defRPr>
            </a:lvl8pPr>
            <a:lvl9pPr marL="3886200" indent="-228600" eaLnBrk="0" fontAlgn="base" hangingPunct="0">
              <a:spcBef>
                <a:spcPct val="0"/>
              </a:spcBef>
              <a:spcAft>
                <a:spcPct val="0"/>
              </a:spcAft>
              <a:defRPr kumimoji="1" sz="1400">
                <a:solidFill>
                  <a:schemeClr val="bg1"/>
                </a:solidFill>
                <a:latin typeface="Arial" charset="0"/>
                <a:ea typeface="ＭＳ Ｐゴシック" charset="-128"/>
              </a:defRPr>
            </a:lvl9pPr>
          </a:lstStyle>
          <a:p>
            <a:pPr algn="ctr" eaLnBrk="1" hangingPunct="1">
              <a:defRPr/>
            </a:pPr>
            <a:endParaRPr lang="ja-JP" altLang="en-US" sz="1600" dirty="0"/>
          </a:p>
        </p:txBody>
      </p:sp>
      <p:sp>
        <p:nvSpPr>
          <p:cNvPr id="3" name="正方形/長方形 6"/>
          <p:cNvSpPr>
            <a:spLocks noChangeArrowheads="1"/>
          </p:cNvSpPr>
          <p:nvPr userDrawn="1"/>
        </p:nvSpPr>
        <p:spPr bwMode="auto">
          <a:xfrm>
            <a:off x="0" y="5"/>
            <a:ext cx="12192000" cy="765175"/>
          </a:xfrm>
          <a:prstGeom prst="rect">
            <a:avLst/>
          </a:prstGeom>
          <a:solidFill>
            <a:srgbClr val="0860A8"/>
          </a:solidFill>
          <a:ln>
            <a:noFill/>
          </a:ln>
        </p:spPr>
        <p:txBody>
          <a:bodyPr wrap="none" anchor="ctr"/>
          <a:lstStyle>
            <a:lvl1pPr eaLnBrk="0" hangingPunct="0">
              <a:defRPr kumimoji="1" sz="1400">
                <a:solidFill>
                  <a:schemeClr val="bg1"/>
                </a:solidFill>
                <a:latin typeface="Arial" charset="0"/>
                <a:ea typeface="ＭＳ Ｐゴシック" charset="-128"/>
              </a:defRPr>
            </a:lvl1pPr>
            <a:lvl2pPr marL="742950" indent="-285750" eaLnBrk="0" hangingPunct="0">
              <a:defRPr kumimoji="1" sz="1400">
                <a:solidFill>
                  <a:schemeClr val="bg1"/>
                </a:solidFill>
                <a:latin typeface="Arial" charset="0"/>
                <a:ea typeface="ＭＳ Ｐゴシック" charset="-128"/>
              </a:defRPr>
            </a:lvl2pPr>
            <a:lvl3pPr marL="1143000" indent="-228600" eaLnBrk="0" hangingPunct="0">
              <a:defRPr kumimoji="1" sz="1400">
                <a:solidFill>
                  <a:schemeClr val="bg1"/>
                </a:solidFill>
                <a:latin typeface="Arial" charset="0"/>
                <a:ea typeface="ＭＳ Ｐゴシック" charset="-128"/>
              </a:defRPr>
            </a:lvl3pPr>
            <a:lvl4pPr marL="1600200" indent="-228600" eaLnBrk="0" hangingPunct="0">
              <a:defRPr kumimoji="1" sz="1400">
                <a:solidFill>
                  <a:schemeClr val="bg1"/>
                </a:solidFill>
                <a:latin typeface="Arial" charset="0"/>
                <a:ea typeface="ＭＳ Ｐゴシック" charset="-128"/>
              </a:defRPr>
            </a:lvl4pPr>
            <a:lvl5pPr marL="2057400" indent="-228600" eaLnBrk="0" hangingPunct="0">
              <a:defRPr kumimoji="1" sz="1400">
                <a:solidFill>
                  <a:schemeClr val="bg1"/>
                </a:solidFill>
                <a:latin typeface="Arial" charset="0"/>
                <a:ea typeface="ＭＳ Ｐゴシック" charset="-128"/>
              </a:defRPr>
            </a:lvl5pPr>
            <a:lvl6pPr marL="2514600" indent="-228600" eaLnBrk="0" fontAlgn="base" hangingPunct="0">
              <a:spcBef>
                <a:spcPct val="0"/>
              </a:spcBef>
              <a:spcAft>
                <a:spcPct val="0"/>
              </a:spcAft>
              <a:defRPr kumimoji="1" sz="1400">
                <a:solidFill>
                  <a:schemeClr val="bg1"/>
                </a:solidFill>
                <a:latin typeface="Arial" charset="0"/>
                <a:ea typeface="ＭＳ Ｐゴシック" charset="-128"/>
              </a:defRPr>
            </a:lvl6pPr>
            <a:lvl7pPr marL="2971800" indent="-228600" eaLnBrk="0" fontAlgn="base" hangingPunct="0">
              <a:spcBef>
                <a:spcPct val="0"/>
              </a:spcBef>
              <a:spcAft>
                <a:spcPct val="0"/>
              </a:spcAft>
              <a:defRPr kumimoji="1" sz="1400">
                <a:solidFill>
                  <a:schemeClr val="bg1"/>
                </a:solidFill>
                <a:latin typeface="Arial" charset="0"/>
                <a:ea typeface="ＭＳ Ｐゴシック" charset="-128"/>
              </a:defRPr>
            </a:lvl7pPr>
            <a:lvl8pPr marL="3429000" indent="-228600" eaLnBrk="0" fontAlgn="base" hangingPunct="0">
              <a:spcBef>
                <a:spcPct val="0"/>
              </a:spcBef>
              <a:spcAft>
                <a:spcPct val="0"/>
              </a:spcAft>
              <a:defRPr kumimoji="1" sz="1400">
                <a:solidFill>
                  <a:schemeClr val="bg1"/>
                </a:solidFill>
                <a:latin typeface="Arial" charset="0"/>
                <a:ea typeface="ＭＳ Ｐゴシック" charset="-128"/>
              </a:defRPr>
            </a:lvl8pPr>
            <a:lvl9pPr marL="3886200" indent="-228600" eaLnBrk="0" fontAlgn="base" hangingPunct="0">
              <a:spcBef>
                <a:spcPct val="0"/>
              </a:spcBef>
              <a:spcAft>
                <a:spcPct val="0"/>
              </a:spcAft>
              <a:defRPr kumimoji="1" sz="1400">
                <a:solidFill>
                  <a:schemeClr val="bg1"/>
                </a:solidFill>
                <a:latin typeface="Arial" charset="0"/>
                <a:ea typeface="ＭＳ Ｐゴシック" charset="-128"/>
              </a:defRPr>
            </a:lvl9pPr>
          </a:lstStyle>
          <a:p>
            <a:pPr algn="ctr" eaLnBrk="1" hangingPunct="1">
              <a:defRPr/>
            </a:pPr>
            <a:endParaRPr lang="ja-JP" altLang="en-US" sz="1867" dirty="0">
              <a:latin typeface="+mj-ea"/>
              <a:ea typeface="+mj-ea"/>
            </a:endParaRPr>
          </a:p>
        </p:txBody>
      </p:sp>
      <p:sp>
        <p:nvSpPr>
          <p:cNvPr id="4" name="フッター プレースホルダー 2"/>
          <p:cNvSpPr txBox="1">
            <a:spLocks/>
          </p:cNvSpPr>
          <p:nvPr userDrawn="1"/>
        </p:nvSpPr>
        <p:spPr bwMode="auto">
          <a:xfrm>
            <a:off x="2351584" y="6633356"/>
            <a:ext cx="7416800" cy="257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defPPr>
              <a:defRPr lang="en-US"/>
            </a:defPPr>
            <a:lvl1pPr algn="ctr" rtl="0" fontAlgn="base">
              <a:spcBef>
                <a:spcPct val="0"/>
              </a:spcBef>
              <a:spcAft>
                <a:spcPct val="0"/>
              </a:spcAft>
              <a:defRPr kumimoji="0" sz="1200" b="1" kern="1200"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defRPr>
            </a:lvl1pPr>
            <a:lvl2pPr marL="457200" algn="l" rtl="0" fontAlgn="base">
              <a:spcBef>
                <a:spcPct val="0"/>
              </a:spcBef>
              <a:spcAft>
                <a:spcPct val="0"/>
              </a:spcAft>
              <a:defRPr kumimoji="1" sz="1400" kern="1200">
                <a:solidFill>
                  <a:schemeClr val="bg1"/>
                </a:solidFill>
                <a:latin typeface="Arial" charset="0"/>
                <a:ea typeface="ＭＳ Ｐゴシック" charset="-128"/>
                <a:cs typeface="+mn-cs"/>
              </a:defRPr>
            </a:lvl2pPr>
            <a:lvl3pPr marL="914400" algn="l" rtl="0" fontAlgn="base">
              <a:spcBef>
                <a:spcPct val="0"/>
              </a:spcBef>
              <a:spcAft>
                <a:spcPct val="0"/>
              </a:spcAft>
              <a:defRPr kumimoji="1" sz="1400" kern="1200">
                <a:solidFill>
                  <a:schemeClr val="bg1"/>
                </a:solidFill>
                <a:latin typeface="Arial" charset="0"/>
                <a:ea typeface="ＭＳ Ｐゴシック" charset="-128"/>
                <a:cs typeface="+mn-cs"/>
              </a:defRPr>
            </a:lvl3pPr>
            <a:lvl4pPr marL="1371600" algn="l" rtl="0" fontAlgn="base">
              <a:spcBef>
                <a:spcPct val="0"/>
              </a:spcBef>
              <a:spcAft>
                <a:spcPct val="0"/>
              </a:spcAft>
              <a:defRPr kumimoji="1" sz="1400" kern="1200">
                <a:solidFill>
                  <a:schemeClr val="bg1"/>
                </a:solidFill>
                <a:latin typeface="Arial" charset="0"/>
                <a:ea typeface="ＭＳ Ｐゴシック" charset="-128"/>
                <a:cs typeface="+mn-cs"/>
              </a:defRPr>
            </a:lvl4pPr>
            <a:lvl5pPr marL="1828800" algn="l" rtl="0" fontAlgn="base">
              <a:spcBef>
                <a:spcPct val="0"/>
              </a:spcBef>
              <a:spcAft>
                <a:spcPct val="0"/>
              </a:spcAft>
              <a:defRPr kumimoji="1" sz="1400" kern="1200">
                <a:solidFill>
                  <a:schemeClr val="bg1"/>
                </a:solidFill>
                <a:latin typeface="Arial" charset="0"/>
                <a:ea typeface="ＭＳ Ｐゴシック" charset="-128"/>
                <a:cs typeface="+mn-cs"/>
              </a:defRPr>
            </a:lvl5pPr>
            <a:lvl6pPr marL="2286000" algn="l" defTabSz="914400" rtl="0" eaLnBrk="1" latinLnBrk="0" hangingPunct="1">
              <a:defRPr kumimoji="1" sz="1400" kern="1200">
                <a:solidFill>
                  <a:schemeClr val="bg1"/>
                </a:solidFill>
                <a:latin typeface="Arial" charset="0"/>
                <a:ea typeface="ＭＳ Ｐゴシック" charset="-128"/>
                <a:cs typeface="+mn-cs"/>
              </a:defRPr>
            </a:lvl6pPr>
            <a:lvl7pPr marL="2743200" algn="l" defTabSz="914400" rtl="0" eaLnBrk="1" latinLnBrk="0" hangingPunct="1">
              <a:defRPr kumimoji="1" sz="1400" kern="1200">
                <a:solidFill>
                  <a:schemeClr val="bg1"/>
                </a:solidFill>
                <a:latin typeface="Arial" charset="0"/>
                <a:ea typeface="ＭＳ Ｐゴシック" charset="-128"/>
                <a:cs typeface="+mn-cs"/>
              </a:defRPr>
            </a:lvl7pPr>
            <a:lvl8pPr marL="3200400" algn="l" defTabSz="914400" rtl="0" eaLnBrk="1" latinLnBrk="0" hangingPunct="1">
              <a:defRPr kumimoji="1" sz="1400" kern="1200">
                <a:solidFill>
                  <a:schemeClr val="bg1"/>
                </a:solidFill>
                <a:latin typeface="Arial" charset="0"/>
                <a:ea typeface="ＭＳ Ｐゴシック" charset="-128"/>
                <a:cs typeface="+mn-cs"/>
              </a:defRPr>
            </a:lvl8pPr>
            <a:lvl9pPr marL="3657600" algn="l" defTabSz="914400" rtl="0" eaLnBrk="1" latinLnBrk="0" hangingPunct="1">
              <a:defRPr kumimoji="1" sz="1400" kern="1200">
                <a:solidFill>
                  <a:schemeClr val="bg1"/>
                </a:solidFill>
                <a:latin typeface="Arial" charset="0"/>
                <a:ea typeface="ＭＳ Ｐゴシック" charset="-128"/>
                <a:cs typeface="+mn-cs"/>
              </a:defRPr>
            </a:lvl9pPr>
          </a:lstStyle>
          <a:p>
            <a:pPr>
              <a:defRPr/>
            </a:pPr>
            <a:r>
              <a:rPr lang="en-US" altLang="ja-JP" sz="1600" dirty="0">
                <a:solidFill>
                  <a:srgbClr val="FFFFFF"/>
                </a:solidFill>
                <a:latin typeface="Yu Gothic UI" panose="020B0500000000000000" pitchFamily="50" charset="-128"/>
                <a:ea typeface="Yu Gothic UI" panose="020B0500000000000000" pitchFamily="50" charset="-128"/>
              </a:rPr>
              <a:t>Copyright</a:t>
            </a:r>
            <a:r>
              <a:rPr lang="en-US" altLang="ja-JP" sz="1600">
                <a:solidFill>
                  <a:srgbClr val="FFFFFF"/>
                </a:solidFill>
                <a:latin typeface="Yu Gothic UI" panose="020B0500000000000000" pitchFamily="50" charset="-128"/>
                <a:ea typeface="Yu Gothic UI" panose="020B0500000000000000" pitchFamily="50" charset="-128"/>
              </a:rPr>
              <a:t>Ⓒ 2025 </a:t>
            </a:r>
            <a:r>
              <a:rPr lang="ja-JP" altLang="en-US" sz="1600" dirty="0">
                <a:solidFill>
                  <a:srgbClr val="FFFFFF"/>
                </a:solidFill>
                <a:latin typeface="Yu Gothic UI" panose="020B0500000000000000" pitchFamily="50" charset="-128"/>
                <a:ea typeface="Yu Gothic UI" panose="020B0500000000000000" pitchFamily="50" charset="-128"/>
              </a:rPr>
              <a:t>ITOCHU Techno-Solutions Corporation</a:t>
            </a:r>
            <a:endParaRPr lang="en-US" altLang="ja-JP" sz="1600" dirty="0">
              <a:solidFill>
                <a:srgbClr val="FFFFFF"/>
              </a:solidFill>
              <a:latin typeface="Yu Gothic UI" panose="020B0500000000000000" pitchFamily="50" charset="-128"/>
              <a:ea typeface="Yu Gothic UI" panose="020B0500000000000000" pitchFamily="50" charset="-128"/>
            </a:endParaRPr>
          </a:p>
        </p:txBody>
      </p:sp>
      <p:sp>
        <p:nvSpPr>
          <p:cNvPr id="5" name="スライド番号プレースホルダー 3"/>
          <p:cNvSpPr txBox="1">
            <a:spLocks/>
          </p:cNvSpPr>
          <p:nvPr userDrawn="1"/>
        </p:nvSpPr>
        <p:spPr bwMode="auto">
          <a:xfrm>
            <a:off x="9604672" y="6586542"/>
            <a:ext cx="2540000" cy="268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defPPr>
              <a:defRPr lang="en-US"/>
            </a:defPPr>
            <a:lvl1pPr algn="r" rtl="0" fontAlgn="base">
              <a:spcBef>
                <a:spcPct val="0"/>
              </a:spcBef>
              <a:spcAft>
                <a:spcPct val="0"/>
              </a:spcAft>
              <a:defRPr kumimoji="0" sz="1400" kern="1200" smtClean="0">
                <a:solidFill>
                  <a:schemeClr val="tx1"/>
                </a:solidFill>
                <a:latin typeface="+mn-lt"/>
                <a:ea typeface="ＭＳ Ｐゴシック" pitchFamily="50" charset="-128"/>
                <a:cs typeface="+mn-cs"/>
              </a:defRPr>
            </a:lvl1pPr>
            <a:lvl2pPr marL="457200" algn="l" rtl="0" fontAlgn="base">
              <a:spcBef>
                <a:spcPct val="0"/>
              </a:spcBef>
              <a:spcAft>
                <a:spcPct val="0"/>
              </a:spcAft>
              <a:defRPr kumimoji="1" sz="1400" kern="1200">
                <a:solidFill>
                  <a:schemeClr val="bg1"/>
                </a:solidFill>
                <a:latin typeface="Arial" charset="0"/>
                <a:ea typeface="ＭＳ Ｐゴシック" charset="-128"/>
                <a:cs typeface="+mn-cs"/>
              </a:defRPr>
            </a:lvl2pPr>
            <a:lvl3pPr marL="914400" algn="l" rtl="0" fontAlgn="base">
              <a:spcBef>
                <a:spcPct val="0"/>
              </a:spcBef>
              <a:spcAft>
                <a:spcPct val="0"/>
              </a:spcAft>
              <a:defRPr kumimoji="1" sz="1400" kern="1200">
                <a:solidFill>
                  <a:schemeClr val="bg1"/>
                </a:solidFill>
                <a:latin typeface="Arial" charset="0"/>
                <a:ea typeface="ＭＳ Ｐゴシック" charset="-128"/>
                <a:cs typeface="+mn-cs"/>
              </a:defRPr>
            </a:lvl3pPr>
            <a:lvl4pPr marL="1371600" algn="l" rtl="0" fontAlgn="base">
              <a:spcBef>
                <a:spcPct val="0"/>
              </a:spcBef>
              <a:spcAft>
                <a:spcPct val="0"/>
              </a:spcAft>
              <a:defRPr kumimoji="1" sz="1400" kern="1200">
                <a:solidFill>
                  <a:schemeClr val="bg1"/>
                </a:solidFill>
                <a:latin typeface="Arial" charset="0"/>
                <a:ea typeface="ＭＳ Ｐゴシック" charset="-128"/>
                <a:cs typeface="+mn-cs"/>
              </a:defRPr>
            </a:lvl4pPr>
            <a:lvl5pPr marL="1828800" algn="l" rtl="0" fontAlgn="base">
              <a:spcBef>
                <a:spcPct val="0"/>
              </a:spcBef>
              <a:spcAft>
                <a:spcPct val="0"/>
              </a:spcAft>
              <a:defRPr kumimoji="1" sz="1400" kern="1200">
                <a:solidFill>
                  <a:schemeClr val="bg1"/>
                </a:solidFill>
                <a:latin typeface="Arial" charset="0"/>
                <a:ea typeface="ＭＳ Ｐゴシック" charset="-128"/>
                <a:cs typeface="+mn-cs"/>
              </a:defRPr>
            </a:lvl5pPr>
            <a:lvl6pPr marL="2286000" algn="l" defTabSz="914400" rtl="0" eaLnBrk="1" latinLnBrk="0" hangingPunct="1">
              <a:defRPr kumimoji="1" sz="1400" kern="1200">
                <a:solidFill>
                  <a:schemeClr val="bg1"/>
                </a:solidFill>
                <a:latin typeface="Arial" charset="0"/>
                <a:ea typeface="ＭＳ Ｐゴシック" charset="-128"/>
                <a:cs typeface="+mn-cs"/>
              </a:defRPr>
            </a:lvl6pPr>
            <a:lvl7pPr marL="2743200" algn="l" defTabSz="914400" rtl="0" eaLnBrk="1" latinLnBrk="0" hangingPunct="1">
              <a:defRPr kumimoji="1" sz="1400" kern="1200">
                <a:solidFill>
                  <a:schemeClr val="bg1"/>
                </a:solidFill>
                <a:latin typeface="Arial" charset="0"/>
                <a:ea typeface="ＭＳ Ｐゴシック" charset="-128"/>
                <a:cs typeface="+mn-cs"/>
              </a:defRPr>
            </a:lvl7pPr>
            <a:lvl8pPr marL="3200400" algn="l" defTabSz="914400" rtl="0" eaLnBrk="1" latinLnBrk="0" hangingPunct="1">
              <a:defRPr kumimoji="1" sz="1400" kern="1200">
                <a:solidFill>
                  <a:schemeClr val="bg1"/>
                </a:solidFill>
                <a:latin typeface="Arial" charset="0"/>
                <a:ea typeface="ＭＳ Ｐゴシック" charset="-128"/>
                <a:cs typeface="+mn-cs"/>
              </a:defRPr>
            </a:lvl8pPr>
            <a:lvl9pPr marL="3657600" algn="l" defTabSz="914400" rtl="0" eaLnBrk="1" latinLnBrk="0" hangingPunct="1">
              <a:defRPr kumimoji="1" sz="1400" kern="1200">
                <a:solidFill>
                  <a:schemeClr val="bg1"/>
                </a:solidFill>
                <a:latin typeface="Arial" charset="0"/>
                <a:ea typeface="ＭＳ Ｐゴシック" charset="-128"/>
                <a:cs typeface="+mn-cs"/>
              </a:defRPr>
            </a:lvl9pPr>
          </a:lstStyle>
          <a:p>
            <a:pPr>
              <a:defRPr/>
            </a:pPr>
            <a:fld id="{B41ED6DE-3A14-4AEB-906A-5F7EF2945454}" type="slidenum">
              <a:rPr lang="ja-JP" altLang="en-US" sz="1600" b="1">
                <a:solidFill>
                  <a:schemeClr val="bg1"/>
                </a:solidFill>
                <a:latin typeface="ＭＳ Ｐゴシック"/>
              </a:rPr>
              <a:pPr>
                <a:defRPr/>
              </a:pPr>
              <a:t>‹#›</a:t>
            </a:fld>
            <a:endParaRPr lang="en-US" altLang="ja-JP" sz="1600" b="1" dirty="0">
              <a:solidFill>
                <a:schemeClr val="bg1"/>
              </a:solidFill>
              <a:latin typeface="ＭＳ Ｐゴシック"/>
            </a:endParaRPr>
          </a:p>
        </p:txBody>
      </p:sp>
      <p:sp>
        <p:nvSpPr>
          <p:cNvPr id="6" name="テキスト プレースホルダー 10"/>
          <p:cNvSpPr>
            <a:spLocks noGrp="1"/>
          </p:cNvSpPr>
          <p:nvPr>
            <p:ph type="body" sz="quarter" idx="12"/>
          </p:nvPr>
        </p:nvSpPr>
        <p:spPr>
          <a:xfrm>
            <a:off x="143339" y="123917"/>
            <a:ext cx="8832981" cy="424767"/>
          </a:xfrm>
          <a:prstGeom prst="rect">
            <a:avLst/>
          </a:prstGeom>
        </p:spPr>
        <p:txBody>
          <a:bodyPr/>
          <a:lstStyle>
            <a:lvl1pPr marL="457177" indent="-457177">
              <a:buClr>
                <a:schemeClr val="bg1"/>
              </a:buClr>
              <a:buFont typeface="Wingdings" panose="05000000000000000000" pitchFamily="2" charset="2"/>
              <a:buChar char="n"/>
              <a:defRPr sz="3200">
                <a:solidFill>
                  <a:schemeClr val="bg1"/>
                </a:solidFill>
                <a:latin typeface="+mj-ea"/>
                <a:ea typeface="+mj-ea"/>
              </a:defRPr>
            </a:lvl1pPr>
          </a:lstStyle>
          <a:p>
            <a:pPr lvl="0"/>
            <a:r>
              <a:rPr lang="ja-JP" altLang="en-US" dirty="0"/>
              <a:t>マスター テキストの書式設定</a:t>
            </a:r>
          </a:p>
        </p:txBody>
      </p:sp>
      <p:sp>
        <p:nvSpPr>
          <p:cNvPr id="12" name="コンテンツ プレースホルダー 2"/>
          <p:cNvSpPr>
            <a:spLocks noGrp="1"/>
          </p:cNvSpPr>
          <p:nvPr>
            <p:ph idx="1"/>
          </p:nvPr>
        </p:nvSpPr>
        <p:spPr>
          <a:xfrm>
            <a:off x="609600" y="1124745"/>
            <a:ext cx="10972800" cy="5001419"/>
          </a:xfrm>
          <a:prstGeom prst="rect">
            <a:avLst/>
          </a:prstGeom>
        </p:spPr>
        <p:txBody>
          <a:bodyPr/>
          <a:lstStyle>
            <a:lvl1pPr>
              <a:defRPr>
                <a:latin typeface="+mn-ea"/>
                <a:ea typeface="+mn-ea"/>
              </a:defRPr>
            </a:lvl1pPr>
            <a:lvl2pPr>
              <a:defRPr>
                <a:latin typeface="+mn-ea"/>
                <a:ea typeface="+mn-ea"/>
              </a:defRPr>
            </a:lvl2pPr>
            <a:lvl3pPr>
              <a:defRPr>
                <a:latin typeface="+mn-ea"/>
                <a:ea typeface="+mn-ea"/>
              </a:defRPr>
            </a:lvl3pPr>
            <a:lvl4pPr>
              <a:defRPr>
                <a:latin typeface="+mn-ea"/>
                <a:ea typeface="+mn-ea"/>
              </a:defRPr>
            </a:lvl4pPr>
            <a:lvl5pPr>
              <a:defRPr>
                <a:latin typeface="+mn-ea"/>
                <a:ea typeface="+mn-ea"/>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23821906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表紙（BrandPromis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91195-F120-BCB2-5EE3-723E70C1FCC0}"/>
              </a:ext>
            </a:extLst>
          </p:cNvPr>
          <p:cNvSpPr>
            <a:spLocks noGrp="1"/>
          </p:cNvSpPr>
          <p:nvPr>
            <p:ph type="ctrTitle"/>
          </p:nvPr>
        </p:nvSpPr>
        <p:spPr>
          <a:xfrm>
            <a:off x="5207426" y="1989088"/>
            <a:ext cx="6170292" cy="1371445"/>
          </a:xfrm>
          <a:prstGeom prst="rect">
            <a:avLst/>
          </a:prstGeom>
        </p:spPr>
        <p:txBody>
          <a:bodyPr lIns="0" tIns="0" rIns="0" bIns="0" anchor="b">
            <a:normAutofit/>
          </a:bodyPr>
          <a:lstStyle>
            <a:lvl1pPr algn="l">
              <a:defRPr sz="3600" b="1" i="0" baseline="0">
                <a:solidFill>
                  <a:schemeClr val="bg2"/>
                </a:solidFill>
                <a:latin typeface="游ゴシック" panose="020B0400000000000000" pitchFamily="50" charset="-128"/>
                <a:ea typeface="游ゴシック" panose="020B0400000000000000" pitchFamily="50" charset="-128"/>
              </a:defRPr>
            </a:lvl1pPr>
          </a:lstStyle>
          <a:p>
            <a:r>
              <a:rPr lang="ja-JP" altLang="en-US" dirty="0"/>
              <a:t>マスター タイトルの書式設定</a:t>
            </a:r>
            <a:endParaRPr lang="en-US" dirty="0"/>
          </a:p>
        </p:txBody>
      </p:sp>
      <p:sp>
        <p:nvSpPr>
          <p:cNvPr id="4" name="テキスト プレースホルダー 12">
            <a:extLst>
              <a:ext uri="{FF2B5EF4-FFF2-40B4-BE49-F238E27FC236}">
                <a16:creationId xmlns:a16="http://schemas.microsoft.com/office/drawing/2014/main" id="{62214ACD-D9BE-40F6-D231-9138B52159B5}"/>
              </a:ext>
            </a:extLst>
          </p:cNvPr>
          <p:cNvSpPr>
            <a:spLocks noGrp="1"/>
          </p:cNvSpPr>
          <p:nvPr>
            <p:ph type="body" sz="quarter" idx="13"/>
          </p:nvPr>
        </p:nvSpPr>
        <p:spPr>
          <a:xfrm>
            <a:off x="5205306" y="5470206"/>
            <a:ext cx="6172412" cy="360000"/>
          </a:xfrm>
          <a:prstGeom prst="rect">
            <a:avLst/>
          </a:prstGeom>
        </p:spPr>
        <p:txBody>
          <a:bodyPr lIns="0" tIns="0" rIns="0" bIns="0">
            <a:noAutofit/>
          </a:bodyPr>
          <a:lstStyle>
            <a:lvl1pPr marL="0" indent="0">
              <a:buNone/>
              <a:defRPr kumimoji="1" lang="ja-JP" altLang="en-US" sz="2400" b="0" i="0" kern="1200" dirty="0">
                <a:solidFill>
                  <a:schemeClr val="bg1"/>
                </a:solidFill>
                <a:latin typeface="Yu Gothic Medium" panose="020B0400000000000000" pitchFamily="34" charset="-128"/>
                <a:ea typeface="Yu Gothic Medium" panose="020B0400000000000000" pitchFamily="34" charset="-128"/>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kumimoji="1" lang="ja-JP" altLang="en-US" dirty="0"/>
              <a:t>マスター テキストの書式設定</a:t>
            </a:r>
          </a:p>
        </p:txBody>
      </p:sp>
      <p:sp>
        <p:nvSpPr>
          <p:cNvPr id="5" name="テキスト プレースホルダー 12">
            <a:extLst>
              <a:ext uri="{FF2B5EF4-FFF2-40B4-BE49-F238E27FC236}">
                <a16:creationId xmlns:a16="http://schemas.microsoft.com/office/drawing/2014/main" id="{8FC9C3C0-2F9D-131F-910E-8008929D8480}"/>
              </a:ext>
            </a:extLst>
          </p:cNvPr>
          <p:cNvSpPr>
            <a:spLocks noGrp="1"/>
          </p:cNvSpPr>
          <p:nvPr>
            <p:ph type="body" sz="quarter" idx="14"/>
          </p:nvPr>
        </p:nvSpPr>
        <p:spPr>
          <a:xfrm>
            <a:off x="5205306" y="5930984"/>
            <a:ext cx="6172412" cy="360000"/>
          </a:xfrm>
          <a:prstGeom prst="rect">
            <a:avLst/>
          </a:prstGeom>
        </p:spPr>
        <p:txBody>
          <a:bodyPr lIns="0" tIns="0" rIns="0" bIns="0">
            <a:noAutofit/>
          </a:bodyPr>
          <a:lstStyle>
            <a:lvl1pPr marL="0" indent="0">
              <a:buNone/>
              <a:defRPr kumimoji="1" lang="ja-JP" altLang="en-US" sz="2400" b="0" i="0" kern="1200" dirty="0">
                <a:solidFill>
                  <a:schemeClr val="bg1"/>
                </a:solidFill>
                <a:latin typeface="Yu Gothic Medium" panose="020B0400000000000000" pitchFamily="34" charset="-128"/>
                <a:ea typeface="Yu Gothic Medium" panose="020B0400000000000000" pitchFamily="34" charset="-128"/>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kumimoji="1" lang="ja-JP" altLang="en-US" dirty="0"/>
              <a:t>マスター テキストの書式設定</a:t>
            </a:r>
          </a:p>
        </p:txBody>
      </p:sp>
      <p:sp>
        <p:nvSpPr>
          <p:cNvPr id="6" name="テキスト プレースホルダー 12">
            <a:extLst>
              <a:ext uri="{FF2B5EF4-FFF2-40B4-BE49-F238E27FC236}">
                <a16:creationId xmlns:a16="http://schemas.microsoft.com/office/drawing/2014/main" id="{6B053CD4-F3BD-5F69-E59C-A597A09B6F56}"/>
              </a:ext>
            </a:extLst>
          </p:cNvPr>
          <p:cNvSpPr>
            <a:spLocks noGrp="1"/>
          </p:cNvSpPr>
          <p:nvPr>
            <p:ph type="body" sz="quarter" idx="15"/>
          </p:nvPr>
        </p:nvSpPr>
        <p:spPr>
          <a:xfrm>
            <a:off x="5205306" y="3453206"/>
            <a:ext cx="6172412" cy="947344"/>
          </a:xfrm>
          <a:prstGeom prst="rect">
            <a:avLst/>
          </a:prstGeom>
        </p:spPr>
        <p:txBody>
          <a:bodyPr lIns="0" tIns="0" rIns="0" bIns="0">
            <a:noAutofit/>
          </a:bodyPr>
          <a:lstStyle>
            <a:lvl1pPr marL="0" indent="0">
              <a:buNone/>
              <a:defRPr sz="2400" b="0" i="0" baseline="0">
                <a:solidFill>
                  <a:schemeClr val="bg2"/>
                </a:solidFill>
                <a:latin typeface="+mj-lt"/>
                <a:ea typeface="游ゴシック" panose="020B0400000000000000" pitchFamily="50" charset="-128"/>
              </a:defRPr>
            </a:lvl1pPr>
          </a:lstStyle>
          <a:p>
            <a:pPr lvl="0"/>
            <a:r>
              <a:rPr kumimoji="1" lang="ja-JP" altLang="en-US" dirty="0"/>
              <a:t>マスター テキストの書式設定</a:t>
            </a:r>
          </a:p>
        </p:txBody>
      </p:sp>
      <p:sp>
        <p:nvSpPr>
          <p:cNvPr id="7" name="テキスト プレースホルダー 12">
            <a:extLst>
              <a:ext uri="{FF2B5EF4-FFF2-40B4-BE49-F238E27FC236}">
                <a16:creationId xmlns:a16="http://schemas.microsoft.com/office/drawing/2014/main" id="{62007915-F4F5-B5F4-7D86-F096B722CDD5}"/>
              </a:ext>
            </a:extLst>
          </p:cNvPr>
          <p:cNvSpPr>
            <a:spLocks noGrp="1"/>
          </p:cNvSpPr>
          <p:nvPr>
            <p:ph type="body" sz="quarter" idx="16"/>
          </p:nvPr>
        </p:nvSpPr>
        <p:spPr>
          <a:xfrm>
            <a:off x="5205306" y="5021958"/>
            <a:ext cx="6172412" cy="360000"/>
          </a:xfrm>
          <a:prstGeom prst="rect">
            <a:avLst/>
          </a:prstGeom>
        </p:spPr>
        <p:txBody>
          <a:bodyPr lIns="0" tIns="0" rIns="0" bIns="0">
            <a:noAutofit/>
          </a:bodyPr>
          <a:lstStyle>
            <a:lvl1pPr marL="0" indent="0">
              <a:buNone/>
              <a:defRPr kumimoji="1" lang="ja-JP" altLang="en-US" sz="2400" b="0" i="0" kern="1200" dirty="0">
                <a:solidFill>
                  <a:schemeClr val="bg1"/>
                </a:solidFill>
                <a:latin typeface="Yu Gothic Medium" panose="020B0400000000000000" pitchFamily="34" charset="-128"/>
                <a:ea typeface="Yu Gothic Medium" panose="020B0400000000000000" pitchFamily="34" charset="-128"/>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kumimoji="1" lang="ja-JP" altLang="en-US" dirty="0"/>
              <a:t>マスター テキストの書式設定</a:t>
            </a:r>
          </a:p>
        </p:txBody>
      </p:sp>
      <p:sp>
        <p:nvSpPr>
          <p:cNvPr id="3" name="テキスト プレースホルダー 12">
            <a:extLst>
              <a:ext uri="{FF2B5EF4-FFF2-40B4-BE49-F238E27FC236}">
                <a16:creationId xmlns:a16="http://schemas.microsoft.com/office/drawing/2014/main" id="{EC5E5A87-055B-CC48-B155-1E58CEE1FD6B}"/>
              </a:ext>
            </a:extLst>
          </p:cNvPr>
          <p:cNvSpPr>
            <a:spLocks noGrp="1"/>
          </p:cNvSpPr>
          <p:nvPr>
            <p:ph type="body" sz="quarter" idx="17"/>
          </p:nvPr>
        </p:nvSpPr>
        <p:spPr>
          <a:xfrm>
            <a:off x="5205306" y="561890"/>
            <a:ext cx="4248976" cy="432000"/>
          </a:xfrm>
          <a:prstGeom prst="rect">
            <a:avLst/>
          </a:prstGeom>
        </p:spPr>
        <p:txBody>
          <a:bodyPr lIns="0" tIns="0" rIns="0" bIns="0">
            <a:noAutofit/>
          </a:bodyPr>
          <a:lstStyle>
            <a:lvl1pPr marL="0" indent="0">
              <a:buNone/>
              <a:defRPr kumimoji="1" lang="ja-JP" altLang="en-US" sz="2400" b="1" i="0" kern="1200" dirty="0">
                <a:solidFill>
                  <a:schemeClr val="bg1"/>
                </a:solidFill>
                <a:latin typeface="Yu Gothic Medium" panose="020B0400000000000000" pitchFamily="34" charset="-128"/>
                <a:ea typeface="Yu Gothic Medium" panose="020B0400000000000000" pitchFamily="34" charset="-128"/>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kumimoji="1" lang="ja-JP" altLang="en-US" dirty="0"/>
              <a:t>マスター テキストの書式設定</a:t>
            </a:r>
          </a:p>
        </p:txBody>
      </p:sp>
    </p:spTree>
    <p:extLst>
      <p:ext uri="{BB962C8B-B14F-4D97-AF65-F5344CB8AC3E}">
        <p14:creationId xmlns:p14="http://schemas.microsoft.com/office/powerpoint/2010/main" val="3310723862"/>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目次（BrandPromise）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834B65B-0338-7BEC-DB85-C77E40F3B3AE}"/>
              </a:ext>
            </a:extLst>
          </p:cNvPr>
          <p:cNvSpPr>
            <a:spLocks noGrp="1"/>
          </p:cNvSpPr>
          <p:nvPr>
            <p:ph type="title" hasCustomPrompt="1"/>
          </p:nvPr>
        </p:nvSpPr>
        <p:spPr>
          <a:xfrm>
            <a:off x="396000" y="345600"/>
            <a:ext cx="9360000" cy="364947"/>
          </a:xfrm>
          <a:prstGeom prst="rect">
            <a:avLst/>
          </a:prstGeom>
        </p:spPr>
        <p:txBody>
          <a:bodyPr lIns="0" tIns="0" rIns="0" bIns="0"/>
          <a:lstStyle>
            <a:lvl1pPr>
              <a:defRPr kumimoji="1" lang="ja-JP" altLang="en-US" sz="2800" b="1" i="0" kern="1200" baseline="0" dirty="0">
                <a:solidFill>
                  <a:schemeClr val="bg2"/>
                </a:solidFill>
                <a:latin typeface="游ゴシック" panose="020B0400000000000000" pitchFamily="50" charset="-128"/>
                <a:ea typeface="游ゴシック" panose="020B0400000000000000" pitchFamily="50" charset="-128"/>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kumimoji="1" lang="ja-JP" altLang="en-US" dirty="0"/>
              <a:t>目次</a:t>
            </a:r>
          </a:p>
        </p:txBody>
      </p:sp>
      <p:sp>
        <p:nvSpPr>
          <p:cNvPr id="7" name="Date Placeholder 3">
            <a:extLst>
              <a:ext uri="{FF2B5EF4-FFF2-40B4-BE49-F238E27FC236}">
                <a16:creationId xmlns:a16="http://schemas.microsoft.com/office/drawing/2014/main" id="{8AE19E5A-C399-4861-2D7D-879AA1F0C84F}"/>
              </a:ext>
            </a:extLst>
          </p:cNvPr>
          <p:cNvSpPr txBox="1">
            <a:spLocks/>
          </p:cNvSpPr>
          <p:nvPr userDrawn="1"/>
        </p:nvSpPr>
        <p:spPr>
          <a:xfrm>
            <a:off x="325402" y="6394865"/>
            <a:ext cx="2743200" cy="331932"/>
          </a:xfrm>
          <a:prstGeom prst="rect">
            <a:avLst/>
          </a:prstGeom>
        </p:spPr>
        <p:txBody>
          <a:bodyPr/>
          <a:lstStyle>
            <a:defPPr>
              <a:defRPr lang="en-US"/>
            </a:defPPr>
            <a:lvl1pPr marL="0" algn="l" defTabSz="304670" rtl="0" eaLnBrk="1" latinLnBrk="0" hangingPunct="1">
              <a:defRPr sz="20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pPr algn="l"/>
            <a:r>
              <a:rPr kumimoji="1" lang="en" altLang="ja-JP" sz="700" baseline="0" dirty="0">
                <a:solidFill>
                  <a:schemeClr val="bg2"/>
                </a:solidFill>
                <a:latin typeface="游ゴシック" panose="020B0400000000000000" pitchFamily="50" charset="-128"/>
                <a:ea typeface="游ゴシック" panose="020B0400000000000000" pitchFamily="50" charset="-128"/>
              </a:rPr>
              <a:t>ⓒ ITOCHU Techno-Solutions Corporation</a:t>
            </a:r>
            <a:endParaRPr kumimoji="1" lang="ja-JP" altLang="en-US" sz="700" baseline="0">
              <a:solidFill>
                <a:schemeClr val="bg2"/>
              </a:solidFill>
              <a:latin typeface="游ゴシック" panose="020B0400000000000000" pitchFamily="50" charset="-128"/>
              <a:ea typeface="游ゴシック" panose="020B0400000000000000" pitchFamily="50" charset="-128"/>
            </a:endParaRPr>
          </a:p>
        </p:txBody>
      </p:sp>
      <p:sp>
        <p:nvSpPr>
          <p:cNvPr id="8" name="Slide Number Placeholder 5">
            <a:extLst>
              <a:ext uri="{FF2B5EF4-FFF2-40B4-BE49-F238E27FC236}">
                <a16:creationId xmlns:a16="http://schemas.microsoft.com/office/drawing/2014/main" id="{5B88EED6-B583-2F6F-A5EB-452C22B7FA9E}"/>
              </a:ext>
            </a:extLst>
          </p:cNvPr>
          <p:cNvSpPr txBox="1">
            <a:spLocks/>
          </p:cNvSpPr>
          <p:nvPr userDrawn="1"/>
        </p:nvSpPr>
        <p:spPr>
          <a:xfrm>
            <a:off x="9133618" y="6326799"/>
            <a:ext cx="2743200" cy="299462"/>
          </a:xfrm>
          <a:prstGeom prst="rect">
            <a:avLst/>
          </a:prstGeom>
        </p:spPr>
        <p:txBody>
          <a:bodyPr anchor="b"/>
          <a:lstStyle>
            <a:defPPr>
              <a:defRPr lang="en-US"/>
            </a:defPPr>
            <a:lvl1pPr marL="0" algn="r" defTabSz="304670" rtl="0" eaLnBrk="1" latinLnBrk="0" hangingPunct="1">
              <a:defRPr sz="16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fld id="{F61D7DA0-AA9A-8342-BE3E-6EB34F8DE2BC}" type="slidenum">
              <a:rPr kumimoji="1" lang="ja-JP" altLang="en-US" sz="1600" baseline="0" smtClean="0">
                <a:solidFill>
                  <a:schemeClr val="bg2"/>
                </a:solidFill>
                <a:latin typeface="游ゴシック" panose="020B0400000000000000" pitchFamily="50" charset="-128"/>
                <a:ea typeface="游ゴシック" panose="020B0400000000000000" pitchFamily="50" charset="-128"/>
              </a:rPr>
              <a:pPr/>
              <a:t>‹#›</a:t>
            </a:fld>
            <a:endParaRPr kumimoji="1" lang="ja-JP" altLang="en-US" sz="1600" baseline="0">
              <a:solidFill>
                <a:schemeClr val="bg2"/>
              </a:solidFill>
              <a:latin typeface="游ゴシック" panose="020B0400000000000000" pitchFamily="50" charset="-128"/>
              <a:ea typeface="游ゴシック" panose="020B0400000000000000" pitchFamily="50" charset="-128"/>
            </a:endParaRPr>
          </a:p>
        </p:txBody>
      </p:sp>
      <p:sp>
        <p:nvSpPr>
          <p:cNvPr id="3" name="テキスト プレースホルダー 12">
            <a:extLst>
              <a:ext uri="{FF2B5EF4-FFF2-40B4-BE49-F238E27FC236}">
                <a16:creationId xmlns:a16="http://schemas.microsoft.com/office/drawing/2014/main" id="{BFF33CFC-0549-1543-73EC-446B3C671DD5}"/>
              </a:ext>
            </a:extLst>
          </p:cNvPr>
          <p:cNvSpPr>
            <a:spLocks noGrp="1"/>
          </p:cNvSpPr>
          <p:nvPr>
            <p:ph type="body" sz="quarter" idx="17" hasCustomPrompt="1"/>
          </p:nvPr>
        </p:nvSpPr>
        <p:spPr>
          <a:xfrm>
            <a:off x="814282" y="1736726"/>
            <a:ext cx="468000" cy="663575"/>
          </a:xfrm>
          <a:prstGeom prst="rect">
            <a:avLst/>
          </a:prstGeom>
        </p:spPr>
        <p:txBody>
          <a:bodyPr lIns="0" tIns="0" rIns="0" bIns="0">
            <a:noAutofit/>
          </a:bodyPr>
          <a:lstStyle>
            <a:lvl1pPr marL="0" indent="0" defTabSz="479968">
              <a:buNone/>
              <a:defRPr sz="2400" b="1" i="0" baseline="0">
                <a:solidFill>
                  <a:schemeClr val="bg2"/>
                </a:solidFill>
                <a:latin typeface="游ゴシック" panose="020B0400000000000000" pitchFamily="50" charset="-128"/>
                <a:ea typeface="游ゴシック" panose="020B0400000000000000" pitchFamily="50" charset="-128"/>
              </a:defRPr>
            </a:lvl1pPr>
          </a:lstStyle>
          <a:p>
            <a:pPr lvl="0"/>
            <a:r>
              <a:rPr kumimoji="1" lang="en-US" altLang="ja-JP" dirty="0"/>
              <a:t>00</a:t>
            </a:r>
          </a:p>
        </p:txBody>
      </p:sp>
      <p:sp>
        <p:nvSpPr>
          <p:cNvPr id="5" name="テキスト プレースホルダー 12">
            <a:extLst>
              <a:ext uri="{FF2B5EF4-FFF2-40B4-BE49-F238E27FC236}">
                <a16:creationId xmlns:a16="http://schemas.microsoft.com/office/drawing/2014/main" id="{C2D53A55-D2D1-2FC9-17CB-D037E0C36CDA}"/>
              </a:ext>
            </a:extLst>
          </p:cNvPr>
          <p:cNvSpPr>
            <a:spLocks noGrp="1"/>
          </p:cNvSpPr>
          <p:nvPr>
            <p:ph type="body" sz="quarter" idx="19" hasCustomPrompt="1"/>
          </p:nvPr>
        </p:nvSpPr>
        <p:spPr>
          <a:xfrm>
            <a:off x="1301001" y="1736726"/>
            <a:ext cx="4571687" cy="663575"/>
          </a:xfrm>
          <a:prstGeom prst="rect">
            <a:avLst/>
          </a:prstGeom>
        </p:spPr>
        <p:txBody>
          <a:bodyPr lIns="0" tIns="0" rIns="0" bIns="0">
            <a:noAutofit/>
          </a:bodyPr>
          <a:lstStyle>
            <a:lvl1pPr marL="0" indent="0" defTabSz="479968">
              <a:buFont typeface="Arial" panose="020B0604020202020204" pitchFamily="34" charset="0"/>
              <a:buNone/>
              <a:defRPr kumimoji="1" lang="en-US" altLang="ja-JP" sz="2400" b="0" i="0" kern="1200" dirty="0">
                <a:solidFill>
                  <a:schemeClr val="bg1"/>
                </a:solidFill>
                <a:latin typeface="Yu Gothic Medium" panose="020B0400000000000000" pitchFamily="34" charset="-128"/>
                <a:ea typeface="Yu Gothic Medium" panose="020B0400000000000000" pitchFamily="34" charset="-128"/>
                <a:cs typeface="+mn-cs"/>
              </a:defRPr>
            </a:lvl1pPr>
            <a:lvl2pPr marL="457170" indent="0">
              <a:buNone/>
              <a:defRPr>
                <a:solidFill>
                  <a:schemeClr val="bg1"/>
                </a:solidFill>
              </a:defRPr>
            </a:lvl2pPr>
          </a:lstStyle>
          <a:p>
            <a:pPr marL="0" lvl="0" indent="0" algn="l" defTabSz="479968" rtl="0" eaLnBrk="1" latinLnBrk="0" hangingPunct="1">
              <a:lnSpc>
                <a:spcPct val="90000"/>
              </a:lnSpc>
              <a:spcBef>
                <a:spcPts val="1000"/>
              </a:spcBef>
              <a:buFont typeface="Arial" panose="020B0604020202020204" pitchFamily="34" charset="0"/>
              <a:buNone/>
            </a:pPr>
            <a:r>
              <a:rPr kumimoji="1" lang="ja-JP" altLang="en-US" dirty="0"/>
              <a:t>マスター テキストの書式設定</a:t>
            </a:r>
            <a:endParaRPr kumimoji="1" lang="en-US" altLang="ja-JP" dirty="0"/>
          </a:p>
        </p:txBody>
      </p:sp>
      <p:sp>
        <p:nvSpPr>
          <p:cNvPr id="9" name="テキスト プレースホルダー 12">
            <a:extLst>
              <a:ext uri="{FF2B5EF4-FFF2-40B4-BE49-F238E27FC236}">
                <a16:creationId xmlns:a16="http://schemas.microsoft.com/office/drawing/2014/main" id="{5BBBF76E-4B32-365C-5F2B-2ED1F2568EED}"/>
              </a:ext>
            </a:extLst>
          </p:cNvPr>
          <p:cNvSpPr>
            <a:spLocks noGrp="1"/>
          </p:cNvSpPr>
          <p:nvPr>
            <p:ph type="body" sz="quarter" idx="20" hasCustomPrompt="1"/>
          </p:nvPr>
        </p:nvSpPr>
        <p:spPr>
          <a:xfrm>
            <a:off x="814282" y="2659773"/>
            <a:ext cx="468000" cy="663575"/>
          </a:xfrm>
          <a:prstGeom prst="rect">
            <a:avLst/>
          </a:prstGeom>
        </p:spPr>
        <p:txBody>
          <a:bodyPr lIns="0" tIns="0" rIns="0" bIns="0">
            <a:noAutofit/>
          </a:bodyPr>
          <a:lstStyle>
            <a:lvl1pPr marL="0" indent="0" defTabSz="479968">
              <a:buNone/>
              <a:defRPr sz="2400" b="1" i="0" baseline="0">
                <a:solidFill>
                  <a:schemeClr val="bg2"/>
                </a:solidFill>
                <a:latin typeface="游ゴシック" panose="020B0400000000000000" pitchFamily="50" charset="-128"/>
                <a:ea typeface="游ゴシック" panose="020B0400000000000000" pitchFamily="50" charset="-128"/>
              </a:defRPr>
            </a:lvl1pPr>
          </a:lstStyle>
          <a:p>
            <a:pPr lvl="0"/>
            <a:r>
              <a:rPr kumimoji="1" lang="en-US" altLang="ja-JP" dirty="0"/>
              <a:t>00</a:t>
            </a:r>
          </a:p>
        </p:txBody>
      </p:sp>
      <p:sp>
        <p:nvSpPr>
          <p:cNvPr id="10" name="テキスト プレースホルダー 12">
            <a:extLst>
              <a:ext uri="{FF2B5EF4-FFF2-40B4-BE49-F238E27FC236}">
                <a16:creationId xmlns:a16="http://schemas.microsoft.com/office/drawing/2014/main" id="{72219218-2BF5-6F59-A39D-2D14AA64DB44}"/>
              </a:ext>
            </a:extLst>
          </p:cNvPr>
          <p:cNvSpPr>
            <a:spLocks noGrp="1"/>
          </p:cNvSpPr>
          <p:nvPr>
            <p:ph type="body" sz="quarter" idx="21"/>
          </p:nvPr>
        </p:nvSpPr>
        <p:spPr>
          <a:xfrm>
            <a:off x="1301001" y="2659773"/>
            <a:ext cx="4571687" cy="663575"/>
          </a:xfrm>
          <a:prstGeom prst="rect">
            <a:avLst/>
          </a:prstGeom>
        </p:spPr>
        <p:txBody>
          <a:bodyPr lIns="0" tIns="0" rIns="0" bIns="0">
            <a:noAutofit/>
          </a:bodyPr>
          <a:lstStyle>
            <a:lvl1pPr marL="0" indent="0" defTabSz="479968">
              <a:buNone/>
              <a:defRPr kumimoji="1" lang="en-US" altLang="ja-JP" sz="2400" b="0" i="0" kern="1200" dirty="0">
                <a:solidFill>
                  <a:schemeClr val="bg1"/>
                </a:solidFill>
                <a:latin typeface="Yu Gothic Medium" panose="020B0400000000000000" pitchFamily="34" charset="-128"/>
                <a:ea typeface="Yu Gothic Medium" panose="020B0400000000000000" pitchFamily="34" charset="-128"/>
                <a:cs typeface="+mn-cs"/>
              </a:defRPr>
            </a:lvl1pPr>
          </a:lstStyle>
          <a:p>
            <a:pPr marL="0" lvl="0" indent="0" algn="l" defTabSz="479968" rtl="0" eaLnBrk="1" latinLnBrk="0" hangingPunct="1">
              <a:lnSpc>
                <a:spcPct val="90000"/>
              </a:lnSpc>
              <a:spcBef>
                <a:spcPts val="1000"/>
              </a:spcBef>
              <a:buFont typeface="Arial" panose="020B0604020202020204" pitchFamily="34" charset="0"/>
              <a:buNone/>
            </a:pPr>
            <a:r>
              <a:rPr kumimoji="1" lang="ja-JP" altLang="en-US" dirty="0"/>
              <a:t>マスター テキストの書式設定</a:t>
            </a:r>
            <a:endParaRPr kumimoji="1" lang="en-US" altLang="ja-JP" dirty="0"/>
          </a:p>
        </p:txBody>
      </p:sp>
      <p:sp>
        <p:nvSpPr>
          <p:cNvPr id="11" name="テキスト プレースホルダー 12">
            <a:extLst>
              <a:ext uri="{FF2B5EF4-FFF2-40B4-BE49-F238E27FC236}">
                <a16:creationId xmlns:a16="http://schemas.microsoft.com/office/drawing/2014/main" id="{EE512878-A966-CEA2-FC3B-8C9E8A1CB1ED}"/>
              </a:ext>
            </a:extLst>
          </p:cNvPr>
          <p:cNvSpPr>
            <a:spLocks noGrp="1"/>
          </p:cNvSpPr>
          <p:nvPr>
            <p:ph type="body" sz="quarter" idx="22" hasCustomPrompt="1"/>
          </p:nvPr>
        </p:nvSpPr>
        <p:spPr>
          <a:xfrm>
            <a:off x="814282" y="3569588"/>
            <a:ext cx="468000" cy="663575"/>
          </a:xfrm>
          <a:prstGeom prst="rect">
            <a:avLst/>
          </a:prstGeom>
        </p:spPr>
        <p:txBody>
          <a:bodyPr lIns="0" tIns="0" rIns="0" bIns="0">
            <a:noAutofit/>
          </a:bodyPr>
          <a:lstStyle>
            <a:lvl1pPr marL="0" indent="0" defTabSz="479968">
              <a:buNone/>
              <a:defRPr sz="2400" b="1" i="0" baseline="0">
                <a:solidFill>
                  <a:schemeClr val="bg2"/>
                </a:solidFill>
                <a:latin typeface="游ゴシック" panose="020B0400000000000000" pitchFamily="50" charset="-128"/>
                <a:ea typeface="游ゴシック" panose="020B0400000000000000" pitchFamily="50" charset="-128"/>
              </a:defRPr>
            </a:lvl1pPr>
          </a:lstStyle>
          <a:p>
            <a:pPr lvl="0"/>
            <a:r>
              <a:rPr kumimoji="1" lang="en-US" altLang="ja-JP" dirty="0"/>
              <a:t>00</a:t>
            </a:r>
          </a:p>
        </p:txBody>
      </p:sp>
      <p:sp>
        <p:nvSpPr>
          <p:cNvPr id="12" name="テキスト プレースホルダー 12">
            <a:extLst>
              <a:ext uri="{FF2B5EF4-FFF2-40B4-BE49-F238E27FC236}">
                <a16:creationId xmlns:a16="http://schemas.microsoft.com/office/drawing/2014/main" id="{F7FAB665-AC8F-2C72-C947-3AB07CC1FA94}"/>
              </a:ext>
            </a:extLst>
          </p:cNvPr>
          <p:cNvSpPr>
            <a:spLocks noGrp="1"/>
          </p:cNvSpPr>
          <p:nvPr>
            <p:ph type="body" sz="quarter" idx="23"/>
          </p:nvPr>
        </p:nvSpPr>
        <p:spPr>
          <a:xfrm>
            <a:off x="1301001" y="3569588"/>
            <a:ext cx="4571687" cy="663575"/>
          </a:xfrm>
          <a:prstGeom prst="rect">
            <a:avLst/>
          </a:prstGeom>
        </p:spPr>
        <p:txBody>
          <a:bodyPr lIns="0" tIns="0" rIns="0" bIns="0">
            <a:noAutofit/>
          </a:bodyPr>
          <a:lstStyle>
            <a:lvl1pPr marL="0" indent="0" defTabSz="479968">
              <a:buNone/>
              <a:defRPr kumimoji="1" lang="en-US" altLang="ja-JP" sz="2400" b="0" i="0" kern="1200" dirty="0">
                <a:solidFill>
                  <a:schemeClr val="bg1"/>
                </a:solidFill>
                <a:latin typeface="Yu Gothic Medium" panose="020B0400000000000000" pitchFamily="34" charset="-128"/>
                <a:ea typeface="Yu Gothic Medium" panose="020B0400000000000000" pitchFamily="34" charset="-128"/>
                <a:cs typeface="+mn-cs"/>
              </a:defRPr>
            </a:lvl1pPr>
          </a:lstStyle>
          <a:p>
            <a:pPr marL="0" lvl="0" indent="0" algn="l" defTabSz="479968" rtl="0" eaLnBrk="1" latinLnBrk="0" hangingPunct="1">
              <a:lnSpc>
                <a:spcPct val="90000"/>
              </a:lnSpc>
              <a:spcBef>
                <a:spcPts val="1000"/>
              </a:spcBef>
              <a:buFont typeface="Arial" panose="020B0604020202020204" pitchFamily="34" charset="0"/>
              <a:buNone/>
            </a:pPr>
            <a:r>
              <a:rPr kumimoji="1" lang="ja-JP" altLang="en-US" dirty="0"/>
              <a:t>マスター テキストの書式設定</a:t>
            </a:r>
            <a:endParaRPr kumimoji="1" lang="en-US" altLang="ja-JP" dirty="0"/>
          </a:p>
        </p:txBody>
      </p:sp>
      <p:sp>
        <p:nvSpPr>
          <p:cNvPr id="13" name="テキスト プレースホルダー 12">
            <a:extLst>
              <a:ext uri="{FF2B5EF4-FFF2-40B4-BE49-F238E27FC236}">
                <a16:creationId xmlns:a16="http://schemas.microsoft.com/office/drawing/2014/main" id="{8B6417D6-654D-3B96-1007-DEAECEFD0C52}"/>
              </a:ext>
            </a:extLst>
          </p:cNvPr>
          <p:cNvSpPr>
            <a:spLocks noGrp="1"/>
          </p:cNvSpPr>
          <p:nvPr>
            <p:ph type="body" sz="quarter" idx="24" hasCustomPrompt="1"/>
          </p:nvPr>
        </p:nvSpPr>
        <p:spPr>
          <a:xfrm>
            <a:off x="814282" y="4482833"/>
            <a:ext cx="468000" cy="663575"/>
          </a:xfrm>
          <a:prstGeom prst="rect">
            <a:avLst/>
          </a:prstGeom>
        </p:spPr>
        <p:txBody>
          <a:bodyPr lIns="0" tIns="0" rIns="0" bIns="0">
            <a:noAutofit/>
          </a:bodyPr>
          <a:lstStyle>
            <a:lvl1pPr marL="0" indent="0" defTabSz="479968">
              <a:buNone/>
              <a:defRPr sz="2400" b="1" i="0" baseline="0">
                <a:solidFill>
                  <a:schemeClr val="bg2"/>
                </a:solidFill>
                <a:latin typeface="游ゴシック" panose="020B0400000000000000" pitchFamily="50" charset="-128"/>
                <a:ea typeface="游ゴシック" panose="020B0400000000000000" pitchFamily="50" charset="-128"/>
              </a:defRPr>
            </a:lvl1pPr>
          </a:lstStyle>
          <a:p>
            <a:pPr lvl="0"/>
            <a:r>
              <a:rPr kumimoji="1" lang="en-US" altLang="ja-JP" dirty="0"/>
              <a:t>00</a:t>
            </a:r>
          </a:p>
        </p:txBody>
      </p:sp>
      <p:sp>
        <p:nvSpPr>
          <p:cNvPr id="14" name="テキスト プレースホルダー 12">
            <a:extLst>
              <a:ext uri="{FF2B5EF4-FFF2-40B4-BE49-F238E27FC236}">
                <a16:creationId xmlns:a16="http://schemas.microsoft.com/office/drawing/2014/main" id="{5B1B1BFE-AB5A-3082-779B-03D370242C9B}"/>
              </a:ext>
            </a:extLst>
          </p:cNvPr>
          <p:cNvSpPr>
            <a:spLocks noGrp="1"/>
          </p:cNvSpPr>
          <p:nvPr>
            <p:ph type="body" sz="quarter" idx="25"/>
          </p:nvPr>
        </p:nvSpPr>
        <p:spPr>
          <a:xfrm>
            <a:off x="1301001" y="4482833"/>
            <a:ext cx="4571687" cy="663575"/>
          </a:xfrm>
          <a:prstGeom prst="rect">
            <a:avLst/>
          </a:prstGeom>
        </p:spPr>
        <p:txBody>
          <a:bodyPr lIns="0" tIns="0" rIns="0" bIns="0">
            <a:noAutofit/>
          </a:bodyPr>
          <a:lstStyle>
            <a:lvl1pPr marL="0" indent="0" defTabSz="479968">
              <a:buNone/>
              <a:defRPr kumimoji="1" lang="en-US" altLang="ja-JP" sz="2400" b="0" i="0" kern="1200" dirty="0">
                <a:solidFill>
                  <a:schemeClr val="bg1"/>
                </a:solidFill>
                <a:latin typeface="Yu Gothic Medium" panose="020B0400000000000000" pitchFamily="34" charset="-128"/>
                <a:ea typeface="Yu Gothic Medium" panose="020B0400000000000000" pitchFamily="34" charset="-128"/>
                <a:cs typeface="+mn-cs"/>
              </a:defRPr>
            </a:lvl1pPr>
          </a:lstStyle>
          <a:p>
            <a:pPr marL="0" lvl="0" indent="0" algn="l" defTabSz="479968" rtl="0" eaLnBrk="1" latinLnBrk="0" hangingPunct="1">
              <a:lnSpc>
                <a:spcPct val="90000"/>
              </a:lnSpc>
              <a:spcBef>
                <a:spcPts val="1000"/>
              </a:spcBef>
              <a:buFont typeface="Arial" panose="020B0604020202020204" pitchFamily="34" charset="0"/>
              <a:buNone/>
            </a:pPr>
            <a:r>
              <a:rPr kumimoji="1" lang="ja-JP" altLang="en-US" dirty="0"/>
              <a:t>マスター テキストの書式設定</a:t>
            </a:r>
            <a:endParaRPr kumimoji="1" lang="en-US" altLang="ja-JP" dirty="0"/>
          </a:p>
        </p:txBody>
      </p:sp>
      <p:sp>
        <p:nvSpPr>
          <p:cNvPr id="15" name="テキスト プレースホルダー 12">
            <a:extLst>
              <a:ext uri="{FF2B5EF4-FFF2-40B4-BE49-F238E27FC236}">
                <a16:creationId xmlns:a16="http://schemas.microsoft.com/office/drawing/2014/main" id="{79263F1A-F880-AF75-7AC3-3F6C23F71974}"/>
              </a:ext>
            </a:extLst>
          </p:cNvPr>
          <p:cNvSpPr>
            <a:spLocks noGrp="1"/>
          </p:cNvSpPr>
          <p:nvPr>
            <p:ph type="body" sz="quarter" idx="26" hasCustomPrompt="1"/>
          </p:nvPr>
        </p:nvSpPr>
        <p:spPr>
          <a:xfrm>
            <a:off x="6233990" y="1736726"/>
            <a:ext cx="468000" cy="663575"/>
          </a:xfrm>
          <a:prstGeom prst="rect">
            <a:avLst/>
          </a:prstGeom>
        </p:spPr>
        <p:txBody>
          <a:bodyPr lIns="0" tIns="0" rIns="0" bIns="0">
            <a:noAutofit/>
          </a:bodyPr>
          <a:lstStyle>
            <a:lvl1pPr marL="0" indent="0" defTabSz="479968">
              <a:buNone/>
              <a:defRPr sz="2400" b="1" i="0" baseline="0">
                <a:solidFill>
                  <a:schemeClr val="bg2"/>
                </a:solidFill>
                <a:latin typeface="游ゴシック" panose="020B0400000000000000" pitchFamily="50" charset="-128"/>
                <a:ea typeface="游ゴシック" panose="020B0400000000000000" pitchFamily="50" charset="-128"/>
              </a:defRPr>
            </a:lvl1pPr>
          </a:lstStyle>
          <a:p>
            <a:pPr lvl="0"/>
            <a:r>
              <a:rPr kumimoji="1" lang="en-US" altLang="ja-JP" dirty="0"/>
              <a:t>00</a:t>
            </a:r>
          </a:p>
        </p:txBody>
      </p:sp>
      <p:sp>
        <p:nvSpPr>
          <p:cNvPr id="16" name="テキスト プレースホルダー 12">
            <a:extLst>
              <a:ext uri="{FF2B5EF4-FFF2-40B4-BE49-F238E27FC236}">
                <a16:creationId xmlns:a16="http://schemas.microsoft.com/office/drawing/2014/main" id="{C6202829-8413-3616-0EEE-5C30E27A25CD}"/>
              </a:ext>
            </a:extLst>
          </p:cNvPr>
          <p:cNvSpPr>
            <a:spLocks noGrp="1"/>
          </p:cNvSpPr>
          <p:nvPr>
            <p:ph type="body" sz="quarter" idx="27"/>
          </p:nvPr>
        </p:nvSpPr>
        <p:spPr>
          <a:xfrm>
            <a:off x="6720709" y="1736726"/>
            <a:ext cx="4571687" cy="663575"/>
          </a:xfrm>
          <a:prstGeom prst="rect">
            <a:avLst/>
          </a:prstGeom>
        </p:spPr>
        <p:txBody>
          <a:bodyPr lIns="0" tIns="0" rIns="0" bIns="0">
            <a:noAutofit/>
          </a:bodyPr>
          <a:lstStyle>
            <a:lvl1pPr marL="0" indent="0" defTabSz="479968">
              <a:buNone/>
              <a:defRPr kumimoji="1" lang="en-US" altLang="ja-JP" sz="2400" b="0" i="0" kern="1200" dirty="0">
                <a:solidFill>
                  <a:schemeClr val="bg1"/>
                </a:solidFill>
                <a:latin typeface="Yu Gothic Medium" panose="020B0400000000000000" pitchFamily="34" charset="-128"/>
                <a:ea typeface="Yu Gothic Medium" panose="020B0400000000000000" pitchFamily="34" charset="-128"/>
                <a:cs typeface="+mn-cs"/>
              </a:defRPr>
            </a:lvl1pPr>
          </a:lstStyle>
          <a:p>
            <a:pPr marL="0" lvl="0" indent="0" algn="l" defTabSz="479968" rtl="0" eaLnBrk="1" latinLnBrk="0" hangingPunct="1">
              <a:lnSpc>
                <a:spcPct val="90000"/>
              </a:lnSpc>
              <a:spcBef>
                <a:spcPts val="1000"/>
              </a:spcBef>
              <a:buFont typeface="Arial" panose="020B0604020202020204" pitchFamily="34" charset="0"/>
              <a:buNone/>
            </a:pPr>
            <a:r>
              <a:rPr kumimoji="1" lang="ja-JP" altLang="en-US" dirty="0"/>
              <a:t>マスター テキストの書式設定</a:t>
            </a:r>
            <a:endParaRPr kumimoji="1" lang="en-US" altLang="ja-JP" dirty="0"/>
          </a:p>
        </p:txBody>
      </p:sp>
      <p:sp>
        <p:nvSpPr>
          <p:cNvPr id="17" name="テキスト プレースホルダー 12">
            <a:extLst>
              <a:ext uri="{FF2B5EF4-FFF2-40B4-BE49-F238E27FC236}">
                <a16:creationId xmlns:a16="http://schemas.microsoft.com/office/drawing/2014/main" id="{44A1FB7E-AF88-C752-6C70-639109338AE7}"/>
              </a:ext>
            </a:extLst>
          </p:cNvPr>
          <p:cNvSpPr>
            <a:spLocks noGrp="1"/>
          </p:cNvSpPr>
          <p:nvPr>
            <p:ph type="body" sz="quarter" idx="28" hasCustomPrompt="1"/>
          </p:nvPr>
        </p:nvSpPr>
        <p:spPr>
          <a:xfrm>
            <a:off x="6233990" y="2659773"/>
            <a:ext cx="468000" cy="663575"/>
          </a:xfrm>
          <a:prstGeom prst="rect">
            <a:avLst/>
          </a:prstGeom>
        </p:spPr>
        <p:txBody>
          <a:bodyPr lIns="0" tIns="0" rIns="0" bIns="0">
            <a:noAutofit/>
          </a:bodyPr>
          <a:lstStyle>
            <a:lvl1pPr marL="0" indent="0" defTabSz="479968">
              <a:buNone/>
              <a:defRPr sz="2400" b="1" i="0" baseline="0">
                <a:solidFill>
                  <a:schemeClr val="bg2"/>
                </a:solidFill>
                <a:latin typeface="游ゴシック" panose="020B0400000000000000" pitchFamily="50" charset="-128"/>
                <a:ea typeface="游ゴシック" panose="020B0400000000000000" pitchFamily="50" charset="-128"/>
              </a:defRPr>
            </a:lvl1pPr>
          </a:lstStyle>
          <a:p>
            <a:pPr lvl="0"/>
            <a:r>
              <a:rPr kumimoji="1" lang="en-US" altLang="ja-JP" dirty="0"/>
              <a:t>00</a:t>
            </a:r>
          </a:p>
        </p:txBody>
      </p:sp>
      <p:sp>
        <p:nvSpPr>
          <p:cNvPr id="18" name="テキスト プレースホルダー 12">
            <a:extLst>
              <a:ext uri="{FF2B5EF4-FFF2-40B4-BE49-F238E27FC236}">
                <a16:creationId xmlns:a16="http://schemas.microsoft.com/office/drawing/2014/main" id="{C05BF193-6E26-AC8C-89E9-EFD28A7B291A}"/>
              </a:ext>
            </a:extLst>
          </p:cNvPr>
          <p:cNvSpPr>
            <a:spLocks noGrp="1"/>
          </p:cNvSpPr>
          <p:nvPr>
            <p:ph type="body" sz="quarter" idx="29"/>
          </p:nvPr>
        </p:nvSpPr>
        <p:spPr>
          <a:xfrm>
            <a:off x="6720709" y="2659773"/>
            <a:ext cx="4571687" cy="663575"/>
          </a:xfrm>
          <a:prstGeom prst="rect">
            <a:avLst/>
          </a:prstGeom>
        </p:spPr>
        <p:txBody>
          <a:bodyPr lIns="0" tIns="0" rIns="0" bIns="0">
            <a:noAutofit/>
          </a:bodyPr>
          <a:lstStyle>
            <a:lvl1pPr marL="0" indent="0" defTabSz="479968">
              <a:buNone/>
              <a:defRPr kumimoji="1" lang="en-US" altLang="ja-JP" sz="2400" b="0" i="0" kern="1200" dirty="0">
                <a:solidFill>
                  <a:schemeClr val="bg1"/>
                </a:solidFill>
                <a:latin typeface="Yu Gothic Medium" panose="020B0400000000000000" pitchFamily="34" charset="-128"/>
                <a:ea typeface="Yu Gothic Medium" panose="020B0400000000000000" pitchFamily="34" charset="-128"/>
                <a:cs typeface="+mn-cs"/>
              </a:defRPr>
            </a:lvl1pPr>
          </a:lstStyle>
          <a:p>
            <a:pPr marL="0" lvl="0" indent="0" algn="l" defTabSz="479968" rtl="0" eaLnBrk="1" latinLnBrk="0" hangingPunct="1">
              <a:lnSpc>
                <a:spcPct val="90000"/>
              </a:lnSpc>
              <a:spcBef>
                <a:spcPts val="1000"/>
              </a:spcBef>
              <a:buFont typeface="Arial" panose="020B0604020202020204" pitchFamily="34" charset="0"/>
              <a:buNone/>
            </a:pPr>
            <a:r>
              <a:rPr kumimoji="1" lang="ja-JP" altLang="en-US" dirty="0"/>
              <a:t>マスター テキストの書式設定</a:t>
            </a:r>
            <a:endParaRPr kumimoji="1" lang="en-US" altLang="ja-JP" dirty="0"/>
          </a:p>
        </p:txBody>
      </p:sp>
      <p:sp>
        <p:nvSpPr>
          <p:cNvPr id="19" name="テキスト プレースホルダー 12">
            <a:extLst>
              <a:ext uri="{FF2B5EF4-FFF2-40B4-BE49-F238E27FC236}">
                <a16:creationId xmlns:a16="http://schemas.microsoft.com/office/drawing/2014/main" id="{96D897ED-6C29-32CC-9E0C-A98B237197E4}"/>
              </a:ext>
            </a:extLst>
          </p:cNvPr>
          <p:cNvSpPr>
            <a:spLocks noGrp="1"/>
          </p:cNvSpPr>
          <p:nvPr>
            <p:ph type="body" sz="quarter" idx="30" hasCustomPrompt="1"/>
          </p:nvPr>
        </p:nvSpPr>
        <p:spPr>
          <a:xfrm>
            <a:off x="6233990" y="3569588"/>
            <a:ext cx="468000" cy="663575"/>
          </a:xfrm>
          <a:prstGeom prst="rect">
            <a:avLst/>
          </a:prstGeom>
        </p:spPr>
        <p:txBody>
          <a:bodyPr lIns="0" tIns="0" rIns="0" bIns="0">
            <a:noAutofit/>
          </a:bodyPr>
          <a:lstStyle>
            <a:lvl1pPr marL="0" indent="0" defTabSz="479968">
              <a:buNone/>
              <a:defRPr sz="2400" b="1" i="0" baseline="0">
                <a:solidFill>
                  <a:schemeClr val="bg2"/>
                </a:solidFill>
                <a:latin typeface="游ゴシック" panose="020B0400000000000000" pitchFamily="50" charset="-128"/>
                <a:ea typeface="游ゴシック" panose="020B0400000000000000" pitchFamily="50" charset="-128"/>
              </a:defRPr>
            </a:lvl1pPr>
          </a:lstStyle>
          <a:p>
            <a:pPr lvl="0"/>
            <a:r>
              <a:rPr kumimoji="1" lang="en-US" altLang="ja-JP" dirty="0"/>
              <a:t>00</a:t>
            </a:r>
          </a:p>
        </p:txBody>
      </p:sp>
      <p:sp>
        <p:nvSpPr>
          <p:cNvPr id="20" name="テキスト プレースホルダー 12">
            <a:extLst>
              <a:ext uri="{FF2B5EF4-FFF2-40B4-BE49-F238E27FC236}">
                <a16:creationId xmlns:a16="http://schemas.microsoft.com/office/drawing/2014/main" id="{9E7B7369-4B53-4C54-006E-CB7B544D3422}"/>
              </a:ext>
            </a:extLst>
          </p:cNvPr>
          <p:cNvSpPr>
            <a:spLocks noGrp="1"/>
          </p:cNvSpPr>
          <p:nvPr>
            <p:ph type="body" sz="quarter" idx="31"/>
          </p:nvPr>
        </p:nvSpPr>
        <p:spPr>
          <a:xfrm>
            <a:off x="6720709" y="3569588"/>
            <a:ext cx="4571687" cy="663575"/>
          </a:xfrm>
          <a:prstGeom prst="rect">
            <a:avLst/>
          </a:prstGeom>
        </p:spPr>
        <p:txBody>
          <a:bodyPr lIns="0" tIns="0" rIns="0" bIns="0">
            <a:noAutofit/>
          </a:bodyPr>
          <a:lstStyle>
            <a:lvl1pPr marL="0" indent="0" defTabSz="479968">
              <a:buNone/>
              <a:defRPr kumimoji="1" lang="en-US" altLang="ja-JP" sz="2400" b="0" i="0" kern="1200" dirty="0">
                <a:solidFill>
                  <a:schemeClr val="bg1"/>
                </a:solidFill>
                <a:latin typeface="Yu Gothic Medium" panose="020B0400000000000000" pitchFamily="34" charset="-128"/>
                <a:ea typeface="Yu Gothic Medium" panose="020B0400000000000000" pitchFamily="34" charset="-128"/>
                <a:cs typeface="+mn-cs"/>
              </a:defRPr>
            </a:lvl1pPr>
          </a:lstStyle>
          <a:p>
            <a:pPr marL="0" lvl="0" indent="0" algn="l" defTabSz="479968" rtl="0" eaLnBrk="1" latinLnBrk="0" hangingPunct="1">
              <a:lnSpc>
                <a:spcPct val="90000"/>
              </a:lnSpc>
              <a:spcBef>
                <a:spcPts val="1000"/>
              </a:spcBef>
              <a:buFont typeface="Arial" panose="020B0604020202020204" pitchFamily="34" charset="0"/>
              <a:buNone/>
            </a:pPr>
            <a:r>
              <a:rPr kumimoji="1" lang="ja-JP" altLang="en-US" dirty="0"/>
              <a:t>マスター テキストの書式設定</a:t>
            </a:r>
            <a:endParaRPr kumimoji="1" lang="en-US" altLang="ja-JP" dirty="0"/>
          </a:p>
        </p:txBody>
      </p:sp>
      <p:sp>
        <p:nvSpPr>
          <p:cNvPr id="21" name="テキスト プレースホルダー 12">
            <a:extLst>
              <a:ext uri="{FF2B5EF4-FFF2-40B4-BE49-F238E27FC236}">
                <a16:creationId xmlns:a16="http://schemas.microsoft.com/office/drawing/2014/main" id="{0DBEA6BB-E5A1-EACF-2B35-FD0DEC242151}"/>
              </a:ext>
            </a:extLst>
          </p:cNvPr>
          <p:cNvSpPr>
            <a:spLocks noGrp="1"/>
          </p:cNvSpPr>
          <p:nvPr>
            <p:ph type="body" sz="quarter" idx="32" hasCustomPrompt="1"/>
          </p:nvPr>
        </p:nvSpPr>
        <p:spPr>
          <a:xfrm>
            <a:off x="6233990" y="4482833"/>
            <a:ext cx="468000" cy="663575"/>
          </a:xfrm>
          <a:prstGeom prst="rect">
            <a:avLst/>
          </a:prstGeom>
        </p:spPr>
        <p:txBody>
          <a:bodyPr lIns="0" tIns="0" rIns="0" bIns="0">
            <a:noAutofit/>
          </a:bodyPr>
          <a:lstStyle>
            <a:lvl1pPr marL="0" indent="0" defTabSz="479968">
              <a:buNone/>
              <a:defRPr sz="2400" b="1" i="0" baseline="0">
                <a:solidFill>
                  <a:schemeClr val="bg2"/>
                </a:solidFill>
                <a:latin typeface="游ゴシック" panose="020B0400000000000000" pitchFamily="50" charset="-128"/>
                <a:ea typeface="游ゴシック" panose="020B0400000000000000" pitchFamily="50" charset="-128"/>
              </a:defRPr>
            </a:lvl1pPr>
          </a:lstStyle>
          <a:p>
            <a:pPr lvl="0"/>
            <a:r>
              <a:rPr kumimoji="1" lang="en-US" altLang="ja-JP" dirty="0"/>
              <a:t>00</a:t>
            </a:r>
          </a:p>
        </p:txBody>
      </p:sp>
      <p:sp>
        <p:nvSpPr>
          <p:cNvPr id="22" name="テキスト プレースホルダー 12">
            <a:extLst>
              <a:ext uri="{FF2B5EF4-FFF2-40B4-BE49-F238E27FC236}">
                <a16:creationId xmlns:a16="http://schemas.microsoft.com/office/drawing/2014/main" id="{12D47016-60C8-2B2D-D9C9-E5162F8B9D95}"/>
              </a:ext>
            </a:extLst>
          </p:cNvPr>
          <p:cNvSpPr>
            <a:spLocks noGrp="1"/>
          </p:cNvSpPr>
          <p:nvPr>
            <p:ph type="body" sz="quarter" idx="33"/>
          </p:nvPr>
        </p:nvSpPr>
        <p:spPr>
          <a:xfrm>
            <a:off x="6720709" y="4482833"/>
            <a:ext cx="4571687" cy="663575"/>
          </a:xfrm>
          <a:prstGeom prst="rect">
            <a:avLst/>
          </a:prstGeom>
        </p:spPr>
        <p:txBody>
          <a:bodyPr lIns="0" tIns="0" rIns="0" bIns="0">
            <a:noAutofit/>
          </a:bodyPr>
          <a:lstStyle>
            <a:lvl1pPr marL="0" indent="0" defTabSz="479968">
              <a:buNone/>
              <a:defRPr kumimoji="1" lang="en-US" altLang="ja-JP" sz="2400" b="0" i="0" kern="1200" dirty="0">
                <a:solidFill>
                  <a:schemeClr val="bg1"/>
                </a:solidFill>
                <a:latin typeface="Yu Gothic Medium" panose="020B0400000000000000" pitchFamily="34" charset="-128"/>
                <a:ea typeface="Yu Gothic Medium" panose="020B0400000000000000" pitchFamily="34" charset="-128"/>
                <a:cs typeface="+mn-cs"/>
              </a:defRPr>
            </a:lvl1pPr>
          </a:lstStyle>
          <a:p>
            <a:pPr marL="0" lvl="0" indent="0" algn="l" defTabSz="479968" rtl="0" eaLnBrk="1" latinLnBrk="0" hangingPunct="1">
              <a:lnSpc>
                <a:spcPct val="90000"/>
              </a:lnSpc>
              <a:spcBef>
                <a:spcPts val="1000"/>
              </a:spcBef>
              <a:buFont typeface="Arial" panose="020B0604020202020204" pitchFamily="34" charset="0"/>
              <a:buNone/>
            </a:pPr>
            <a:r>
              <a:rPr kumimoji="1" lang="ja-JP" altLang="en-US" dirty="0"/>
              <a:t>マスター テキストの書式設定</a:t>
            </a:r>
            <a:endParaRPr kumimoji="1" lang="en-US" altLang="ja-JP" dirty="0"/>
          </a:p>
        </p:txBody>
      </p:sp>
    </p:spTree>
    <p:extLst>
      <p:ext uri="{BB962C8B-B14F-4D97-AF65-F5344CB8AC3E}">
        <p14:creationId xmlns:p14="http://schemas.microsoft.com/office/powerpoint/2010/main" val="520402082"/>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目次（BrandPromise）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Date Placeholder 3">
            <a:extLst>
              <a:ext uri="{FF2B5EF4-FFF2-40B4-BE49-F238E27FC236}">
                <a16:creationId xmlns:a16="http://schemas.microsoft.com/office/drawing/2014/main" id="{A3ADD520-9AEF-F30E-D910-19A35551EA38}"/>
              </a:ext>
            </a:extLst>
          </p:cNvPr>
          <p:cNvSpPr txBox="1">
            <a:spLocks/>
          </p:cNvSpPr>
          <p:nvPr userDrawn="1"/>
        </p:nvSpPr>
        <p:spPr>
          <a:xfrm>
            <a:off x="325402" y="6394865"/>
            <a:ext cx="2743200" cy="331932"/>
          </a:xfrm>
          <a:prstGeom prst="rect">
            <a:avLst/>
          </a:prstGeom>
        </p:spPr>
        <p:txBody>
          <a:bodyPr/>
          <a:lstStyle>
            <a:defPPr>
              <a:defRPr lang="en-US"/>
            </a:defPPr>
            <a:lvl1pPr marL="0" algn="l" defTabSz="304670" rtl="0" eaLnBrk="1" latinLnBrk="0" hangingPunct="1">
              <a:defRPr sz="20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pPr algn="l"/>
            <a:r>
              <a:rPr kumimoji="1" lang="en" altLang="ja-JP" sz="700" baseline="0" dirty="0">
                <a:solidFill>
                  <a:schemeClr val="bg2"/>
                </a:solidFill>
                <a:latin typeface="游ゴシック" panose="020B0400000000000000" pitchFamily="50" charset="-128"/>
                <a:ea typeface="游ゴシック" panose="020B0400000000000000" pitchFamily="50" charset="-128"/>
              </a:rPr>
              <a:t>ⓒ ITOCHU Techno-Solutions Corporation</a:t>
            </a:r>
            <a:endParaRPr kumimoji="1" lang="ja-JP" altLang="en-US" sz="700" baseline="0">
              <a:solidFill>
                <a:schemeClr val="bg2"/>
              </a:solidFill>
              <a:latin typeface="游ゴシック" panose="020B0400000000000000" pitchFamily="50" charset="-128"/>
              <a:ea typeface="游ゴシック" panose="020B0400000000000000" pitchFamily="50" charset="-128"/>
            </a:endParaRPr>
          </a:p>
        </p:txBody>
      </p:sp>
      <p:sp>
        <p:nvSpPr>
          <p:cNvPr id="10" name="Slide Number Placeholder 5">
            <a:extLst>
              <a:ext uri="{FF2B5EF4-FFF2-40B4-BE49-F238E27FC236}">
                <a16:creationId xmlns:a16="http://schemas.microsoft.com/office/drawing/2014/main" id="{C4B143FC-CABC-9641-1F86-03195F7275A0}"/>
              </a:ext>
            </a:extLst>
          </p:cNvPr>
          <p:cNvSpPr txBox="1">
            <a:spLocks/>
          </p:cNvSpPr>
          <p:nvPr userDrawn="1"/>
        </p:nvSpPr>
        <p:spPr>
          <a:xfrm>
            <a:off x="9133618" y="6326799"/>
            <a:ext cx="2743200" cy="299462"/>
          </a:xfrm>
          <a:prstGeom prst="rect">
            <a:avLst/>
          </a:prstGeom>
        </p:spPr>
        <p:txBody>
          <a:bodyPr anchor="b"/>
          <a:lstStyle>
            <a:defPPr>
              <a:defRPr lang="en-US"/>
            </a:defPPr>
            <a:lvl1pPr marL="0" algn="r" defTabSz="304670" rtl="0" eaLnBrk="1" latinLnBrk="0" hangingPunct="1">
              <a:defRPr sz="16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fld id="{F61D7DA0-AA9A-8342-BE3E-6EB34F8DE2BC}" type="slidenum">
              <a:rPr kumimoji="1" lang="ja-JP" altLang="en-US" sz="1600" baseline="0" smtClean="0">
                <a:solidFill>
                  <a:schemeClr val="bg2"/>
                </a:solidFill>
                <a:latin typeface="游ゴシック" panose="020B0400000000000000" pitchFamily="50" charset="-128"/>
                <a:ea typeface="游ゴシック" panose="020B0400000000000000" pitchFamily="50" charset="-128"/>
              </a:rPr>
              <a:pPr/>
              <a:t>‹#›</a:t>
            </a:fld>
            <a:endParaRPr kumimoji="1" lang="ja-JP" altLang="en-US" sz="1600" baseline="0">
              <a:solidFill>
                <a:schemeClr val="bg2"/>
              </a:solidFill>
              <a:latin typeface="游ゴシック" panose="020B0400000000000000" pitchFamily="50" charset="-128"/>
              <a:ea typeface="游ゴシック" panose="020B0400000000000000" pitchFamily="50" charset="-128"/>
            </a:endParaRPr>
          </a:p>
        </p:txBody>
      </p:sp>
      <p:sp>
        <p:nvSpPr>
          <p:cNvPr id="3" name="テキスト プレースホルダー 12">
            <a:extLst>
              <a:ext uri="{FF2B5EF4-FFF2-40B4-BE49-F238E27FC236}">
                <a16:creationId xmlns:a16="http://schemas.microsoft.com/office/drawing/2014/main" id="{999A443F-732A-B472-701F-E3FCA360DEE2}"/>
              </a:ext>
            </a:extLst>
          </p:cNvPr>
          <p:cNvSpPr>
            <a:spLocks noGrp="1"/>
          </p:cNvSpPr>
          <p:nvPr>
            <p:ph type="body" sz="quarter" idx="15" hasCustomPrompt="1"/>
          </p:nvPr>
        </p:nvSpPr>
        <p:spPr>
          <a:xfrm>
            <a:off x="5215021" y="1736725"/>
            <a:ext cx="540000" cy="3125834"/>
          </a:xfrm>
          <a:prstGeom prst="rect">
            <a:avLst/>
          </a:prstGeom>
        </p:spPr>
        <p:txBody>
          <a:bodyPr lIns="0" tIns="0" rIns="0" bIns="0">
            <a:noAutofit/>
          </a:bodyPr>
          <a:lstStyle>
            <a:lvl1pPr marL="0" indent="0" defTabSz="479968">
              <a:buNone/>
              <a:defRPr sz="2400" b="1" i="0" baseline="0">
                <a:solidFill>
                  <a:schemeClr val="bg2"/>
                </a:solidFill>
                <a:latin typeface="游ゴシック" panose="020B0400000000000000" pitchFamily="50" charset="-128"/>
                <a:ea typeface="游ゴシック" panose="020B0400000000000000" pitchFamily="50" charset="-128"/>
              </a:defRPr>
            </a:lvl1pPr>
          </a:lstStyle>
          <a:p>
            <a:pPr lvl="0"/>
            <a:r>
              <a:rPr kumimoji="1" lang="en-US" altLang="ja-JP" dirty="0"/>
              <a:t>00</a:t>
            </a:r>
          </a:p>
          <a:p>
            <a:pPr lvl="0"/>
            <a:r>
              <a:rPr kumimoji="1" lang="en-US" altLang="ja-JP" dirty="0"/>
              <a:t>00</a:t>
            </a:r>
          </a:p>
          <a:p>
            <a:pPr lvl="0"/>
            <a:r>
              <a:rPr kumimoji="1" lang="en-US" altLang="ja-JP" dirty="0"/>
              <a:t>00</a:t>
            </a:r>
          </a:p>
          <a:p>
            <a:pPr lvl="0"/>
            <a:r>
              <a:rPr kumimoji="1" lang="en-US" altLang="ja-JP" dirty="0"/>
              <a:t>00</a:t>
            </a:r>
          </a:p>
          <a:p>
            <a:pPr lvl="0"/>
            <a:r>
              <a:rPr kumimoji="1" lang="en-US" altLang="ja-JP" dirty="0"/>
              <a:t>00</a:t>
            </a:r>
          </a:p>
          <a:p>
            <a:pPr lvl="0"/>
            <a:r>
              <a:rPr kumimoji="1" lang="en-US" altLang="ja-JP" dirty="0"/>
              <a:t>00</a:t>
            </a:r>
          </a:p>
        </p:txBody>
      </p:sp>
      <p:sp>
        <p:nvSpPr>
          <p:cNvPr id="4" name="テキスト プレースホルダー 12">
            <a:extLst>
              <a:ext uri="{FF2B5EF4-FFF2-40B4-BE49-F238E27FC236}">
                <a16:creationId xmlns:a16="http://schemas.microsoft.com/office/drawing/2014/main" id="{F23E55FC-F091-22F3-23B3-53139762959B}"/>
              </a:ext>
            </a:extLst>
          </p:cNvPr>
          <p:cNvSpPr>
            <a:spLocks noGrp="1"/>
          </p:cNvSpPr>
          <p:nvPr>
            <p:ph type="body" sz="quarter" idx="17"/>
          </p:nvPr>
        </p:nvSpPr>
        <p:spPr>
          <a:xfrm>
            <a:off x="5797530" y="1736725"/>
            <a:ext cx="5580188" cy="3125834"/>
          </a:xfrm>
          <a:prstGeom prst="rect">
            <a:avLst/>
          </a:prstGeom>
        </p:spPr>
        <p:txBody>
          <a:bodyPr lIns="0" tIns="0" rIns="0" bIns="0">
            <a:noAutofit/>
          </a:bodyPr>
          <a:lstStyle>
            <a:lvl1pPr marL="0" indent="0" defTabSz="479968">
              <a:buClr>
                <a:schemeClr val="bg1"/>
              </a:buClr>
              <a:buFontTx/>
              <a:buNone/>
              <a:defRPr sz="2400" b="0" i="0" baseline="0">
                <a:solidFill>
                  <a:schemeClr val="bg2"/>
                </a:solidFill>
                <a:latin typeface="游ゴシック" panose="020B0400000000000000" pitchFamily="50" charset="-128"/>
                <a:ea typeface="游ゴシック" panose="020B0400000000000000" pitchFamily="50" charset="-128"/>
              </a:defRPr>
            </a:lvl1pPr>
          </a:lstStyle>
          <a:p>
            <a:pPr lvl="0"/>
            <a:r>
              <a:rPr kumimoji="1" lang="ja-JP" altLang="en-US" dirty="0"/>
              <a:t>マスター テキストの書式設定</a:t>
            </a:r>
            <a:endParaRPr kumimoji="1" lang="en-US" altLang="ja-JP" dirty="0"/>
          </a:p>
          <a:p>
            <a:pPr lvl="0"/>
            <a:r>
              <a:rPr kumimoji="1" lang="ja-JP" altLang="en-US" dirty="0"/>
              <a:t>マスター テキストの書式設定</a:t>
            </a:r>
            <a:endParaRPr kumimoji="1" lang="en-US" altLang="ja-JP" dirty="0"/>
          </a:p>
          <a:p>
            <a:pPr lvl="0"/>
            <a:r>
              <a:rPr kumimoji="1" lang="ja-JP" altLang="en-US" dirty="0"/>
              <a:t>マスター テキストの書式設定</a:t>
            </a:r>
            <a:endParaRPr kumimoji="1" lang="en-US" altLang="ja-JP" dirty="0"/>
          </a:p>
          <a:p>
            <a:pPr lvl="0"/>
            <a:r>
              <a:rPr kumimoji="1" lang="ja-JP" altLang="en-US" dirty="0"/>
              <a:t>マスター テキストの書式設定</a:t>
            </a:r>
            <a:endParaRPr kumimoji="1" lang="en-US" altLang="ja-JP" dirty="0"/>
          </a:p>
          <a:p>
            <a:pPr lvl="0"/>
            <a:r>
              <a:rPr kumimoji="1" lang="ja-JP" altLang="en-US" dirty="0"/>
              <a:t>マスター テキストの書式設定</a:t>
            </a:r>
            <a:endParaRPr kumimoji="1" lang="en-US" altLang="ja-JP" dirty="0"/>
          </a:p>
          <a:p>
            <a:pPr lvl="0"/>
            <a:r>
              <a:rPr kumimoji="1" lang="ja-JP" altLang="en-US" dirty="0"/>
              <a:t>マスター テキストの書式設定</a:t>
            </a:r>
            <a:endParaRPr kumimoji="1" lang="en-US" altLang="ja-JP" dirty="0"/>
          </a:p>
        </p:txBody>
      </p:sp>
      <p:sp>
        <p:nvSpPr>
          <p:cNvPr id="6" name="タイトル 1">
            <a:extLst>
              <a:ext uri="{FF2B5EF4-FFF2-40B4-BE49-F238E27FC236}">
                <a16:creationId xmlns:a16="http://schemas.microsoft.com/office/drawing/2014/main" id="{7A730699-D02B-17D3-E676-0A461999EAF2}"/>
              </a:ext>
            </a:extLst>
          </p:cNvPr>
          <p:cNvSpPr>
            <a:spLocks noGrp="1"/>
          </p:cNvSpPr>
          <p:nvPr>
            <p:ph type="title" hasCustomPrompt="1"/>
          </p:nvPr>
        </p:nvSpPr>
        <p:spPr>
          <a:xfrm>
            <a:off x="396000" y="345600"/>
            <a:ext cx="9360000" cy="364947"/>
          </a:xfrm>
          <a:prstGeom prst="rect">
            <a:avLst/>
          </a:prstGeom>
        </p:spPr>
        <p:txBody>
          <a:bodyPr lIns="0" tIns="0" rIns="0" bIns="0"/>
          <a:lstStyle>
            <a:lvl1pPr>
              <a:defRPr kumimoji="1" lang="ja-JP" altLang="en-US" sz="2800" b="1" i="0" kern="1200" baseline="0" dirty="0">
                <a:solidFill>
                  <a:schemeClr val="bg2"/>
                </a:solidFill>
                <a:latin typeface="游ゴシック" panose="020B0400000000000000" pitchFamily="50" charset="-128"/>
                <a:ea typeface="游ゴシック" panose="020B0400000000000000" pitchFamily="50" charset="-128"/>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kumimoji="1" lang="ja-JP" altLang="en-US" dirty="0"/>
              <a:t>目次</a:t>
            </a:r>
          </a:p>
        </p:txBody>
      </p:sp>
    </p:spTree>
    <p:extLst>
      <p:ext uri="{BB962C8B-B14F-4D97-AF65-F5344CB8AC3E}">
        <p14:creationId xmlns:p14="http://schemas.microsoft.com/office/powerpoint/2010/main" val="23638151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タイトルページ（BrandPromise）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8AE19E5A-C399-4861-2D7D-879AA1F0C84F}"/>
              </a:ext>
            </a:extLst>
          </p:cNvPr>
          <p:cNvSpPr txBox="1">
            <a:spLocks/>
          </p:cNvSpPr>
          <p:nvPr userDrawn="1"/>
        </p:nvSpPr>
        <p:spPr>
          <a:xfrm>
            <a:off x="325402" y="6394865"/>
            <a:ext cx="2743200" cy="331932"/>
          </a:xfrm>
          <a:prstGeom prst="rect">
            <a:avLst/>
          </a:prstGeom>
        </p:spPr>
        <p:txBody>
          <a:bodyPr/>
          <a:lstStyle>
            <a:defPPr>
              <a:defRPr lang="en-US"/>
            </a:defPPr>
            <a:lvl1pPr marL="0" algn="l" defTabSz="304670" rtl="0" eaLnBrk="1" latinLnBrk="0" hangingPunct="1">
              <a:defRPr sz="20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pPr algn="l"/>
            <a:r>
              <a:rPr kumimoji="1" lang="en" altLang="ja-JP" sz="700" baseline="0" dirty="0">
                <a:solidFill>
                  <a:schemeClr val="bg2"/>
                </a:solidFill>
                <a:latin typeface="游ゴシック" panose="020B0400000000000000" pitchFamily="50" charset="-128"/>
                <a:ea typeface="游ゴシック" panose="020B0400000000000000" pitchFamily="50" charset="-128"/>
              </a:rPr>
              <a:t>ⓒ ITOCHU Techno-Solutions Corporation</a:t>
            </a:r>
            <a:endParaRPr kumimoji="1" lang="ja-JP" altLang="en-US" sz="700" baseline="0">
              <a:solidFill>
                <a:schemeClr val="bg2"/>
              </a:solidFill>
              <a:latin typeface="游ゴシック" panose="020B0400000000000000" pitchFamily="50" charset="-128"/>
              <a:ea typeface="游ゴシック" panose="020B0400000000000000" pitchFamily="50" charset="-128"/>
            </a:endParaRPr>
          </a:p>
        </p:txBody>
      </p:sp>
      <p:sp>
        <p:nvSpPr>
          <p:cNvPr id="8" name="Slide Number Placeholder 5">
            <a:extLst>
              <a:ext uri="{FF2B5EF4-FFF2-40B4-BE49-F238E27FC236}">
                <a16:creationId xmlns:a16="http://schemas.microsoft.com/office/drawing/2014/main" id="{5B88EED6-B583-2F6F-A5EB-452C22B7FA9E}"/>
              </a:ext>
            </a:extLst>
          </p:cNvPr>
          <p:cNvSpPr txBox="1">
            <a:spLocks/>
          </p:cNvSpPr>
          <p:nvPr userDrawn="1"/>
        </p:nvSpPr>
        <p:spPr>
          <a:xfrm>
            <a:off x="9133618" y="6326799"/>
            <a:ext cx="2743200" cy="299462"/>
          </a:xfrm>
          <a:prstGeom prst="rect">
            <a:avLst/>
          </a:prstGeom>
        </p:spPr>
        <p:txBody>
          <a:bodyPr anchor="b"/>
          <a:lstStyle>
            <a:defPPr>
              <a:defRPr lang="en-US"/>
            </a:defPPr>
            <a:lvl1pPr marL="0" algn="r" defTabSz="304670" rtl="0" eaLnBrk="1" latinLnBrk="0" hangingPunct="1">
              <a:defRPr sz="16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fld id="{F61D7DA0-AA9A-8342-BE3E-6EB34F8DE2BC}" type="slidenum">
              <a:rPr kumimoji="1" lang="ja-JP" altLang="en-US" sz="1600" baseline="0" smtClean="0">
                <a:solidFill>
                  <a:schemeClr val="bg2"/>
                </a:solidFill>
                <a:latin typeface="游ゴシック" panose="020B0400000000000000" pitchFamily="50" charset="-128"/>
                <a:ea typeface="游ゴシック" panose="020B0400000000000000" pitchFamily="50" charset="-128"/>
              </a:rPr>
              <a:pPr/>
              <a:t>‹#›</a:t>
            </a:fld>
            <a:endParaRPr kumimoji="1" lang="ja-JP" altLang="en-US" sz="1600" baseline="0">
              <a:solidFill>
                <a:schemeClr val="bg2"/>
              </a:solidFill>
              <a:latin typeface="游ゴシック" panose="020B0400000000000000" pitchFamily="50" charset="-128"/>
              <a:ea typeface="游ゴシック" panose="020B0400000000000000" pitchFamily="50" charset="-128"/>
            </a:endParaRPr>
          </a:p>
        </p:txBody>
      </p:sp>
      <p:sp>
        <p:nvSpPr>
          <p:cNvPr id="3" name="Title 1">
            <a:extLst>
              <a:ext uri="{FF2B5EF4-FFF2-40B4-BE49-F238E27FC236}">
                <a16:creationId xmlns:a16="http://schemas.microsoft.com/office/drawing/2014/main" id="{FEF48B94-E222-7D77-2CFF-9E2FB718F00A}"/>
              </a:ext>
            </a:extLst>
          </p:cNvPr>
          <p:cNvSpPr>
            <a:spLocks noGrp="1"/>
          </p:cNvSpPr>
          <p:nvPr>
            <p:ph type="ctrTitle"/>
          </p:nvPr>
        </p:nvSpPr>
        <p:spPr>
          <a:xfrm>
            <a:off x="814282" y="1921292"/>
            <a:ext cx="10563436" cy="1371445"/>
          </a:xfrm>
          <a:prstGeom prst="rect">
            <a:avLst/>
          </a:prstGeom>
        </p:spPr>
        <p:txBody>
          <a:bodyPr lIns="0" tIns="0" rIns="0" bIns="0" anchor="b">
            <a:normAutofit/>
          </a:bodyPr>
          <a:lstStyle>
            <a:lvl1pPr algn="l">
              <a:defRPr sz="3000" b="1" i="0" baseline="0">
                <a:solidFill>
                  <a:schemeClr val="bg2"/>
                </a:solidFill>
                <a:latin typeface="游ゴシック" panose="020B0400000000000000" pitchFamily="50" charset="-128"/>
                <a:ea typeface="游ゴシック" panose="020B0400000000000000" pitchFamily="50" charset="-128"/>
              </a:defRPr>
            </a:lvl1pPr>
          </a:lstStyle>
          <a:p>
            <a:r>
              <a:rPr lang="ja-JP" altLang="en-US" dirty="0"/>
              <a:t>マスター タイトルの書式設定</a:t>
            </a:r>
            <a:endParaRPr lang="en-US" dirty="0"/>
          </a:p>
        </p:txBody>
      </p:sp>
      <p:sp>
        <p:nvSpPr>
          <p:cNvPr id="5" name="テキスト プレースホルダー 12">
            <a:extLst>
              <a:ext uri="{FF2B5EF4-FFF2-40B4-BE49-F238E27FC236}">
                <a16:creationId xmlns:a16="http://schemas.microsoft.com/office/drawing/2014/main" id="{8F53CC41-86F1-5FEB-59ED-3C83DAC49FB2}"/>
              </a:ext>
            </a:extLst>
          </p:cNvPr>
          <p:cNvSpPr>
            <a:spLocks noGrp="1"/>
          </p:cNvSpPr>
          <p:nvPr>
            <p:ph type="body" sz="quarter" idx="15"/>
          </p:nvPr>
        </p:nvSpPr>
        <p:spPr>
          <a:xfrm>
            <a:off x="814282" y="3471448"/>
            <a:ext cx="10563436" cy="1481924"/>
          </a:xfrm>
          <a:prstGeom prst="rect">
            <a:avLst/>
          </a:prstGeom>
        </p:spPr>
        <p:txBody>
          <a:bodyPr lIns="0" tIns="0" rIns="0" bIns="0">
            <a:noAutofit/>
          </a:bodyPr>
          <a:lstStyle>
            <a:lvl1pPr marL="0" indent="0">
              <a:buNone/>
              <a:defRPr kumimoji="1" lang="ja-JP" altLang="en-US" sz="2400" kern="1200" dirty="0">
                <a:solidFill>
                  <a:schemeClr val="bg1"/>
                </a:solidFill>
                <a:latin typeface="+mn-lt"/>
                <a:ea typeface="+mn-ea"/>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kumimoji="1" lang="ja-JP" altLang="en-US" dirty="0"/>
              <a:t>マスター テキストの書式設定</a:t>
            </a:r>
          </a:p>
        </p:txBody>
      </p:sp>
    </p:spTree>
    <p:extLst>
      <p:ext uri="{BB962C8B-B14F-4D97-AF65-F5344CB8AC3E}">
        <p14:creationId xmlns:p14="http://schemas.microsoft.com/office/powerpoint/2010/main" val="709238264"/>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タイトルページ（BrandPromise）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テキスト プレースホルダー 12">
            <a:extLst>
              <a:ext uri="{FF2B5EF4-FFF2-40B4-BE49-F238E27FC236}">
                <a16:creationId xmlns:a16="http://schemas.microsoft.com/office/drawing/2014/main" id="{B49D2075-5F46-8658-D08C-83AAD1EE03E9}"/>
              </a:ext>
            </a:extLst>
          </p:cNvPr>
          <p:cNvSpPr>
            <a:spLocks noGrp="1"/>
          </p:cNvSpPr>
          <p:nvPr>
            <p:ph type="body" sz="quarter" idx="16"/>
          </p:nvPr>
        </p:nvSpPr>
        <p:spPr>
          <a:xfrm>
            <a:off x="5205924" y="3471448"/>
            <a:ext cx="6171794" cy="1481924"/>
          </a:xfrm>
          <a:prstGeom prst="rect">
            <a:avLst/>
          </a:prstGeom>
        </p:spPr>
        <p:txBody>
          <a:bodyPr lIns="0" tIns="0" rIns="0" bIns="0">
            <a:noAutofit/>
          </a:bodyPr>
          <a:lstStyle>
            <a:lvl1pPr marL="0" indent="0">
              <a:buNone/>
              <a:defRPr kumimoji="1" lang="ja-JP" altLang="en-US" sz="2400" kern="1200" dirty="0">
                <a:solidFill>
                  <a:schemeClr val="bg1"/>
                </a:solidFill>
                <a:latin typeface="+mn-lt"/>
                <a:ea typeface="+mn-ea"/>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kumimoji="1" lang="ja-JP" altLang="en-US" dirty="0"/>
              <a:t>マスター テキストの書式設定</a:t>
            </a:r>
          </a:p>
        </p:txBody>
      </p:sp>
      <p:sp>
        <p:nvSpPr>
          <p:cNvPr id="8" name="Title 1">
            <a:extLst>
              <a:ext uri="{FF2B5EF4-FFF2-40B4-BE49-F238E27FC236}">
                <a16:creationId xmlns:a16="http://schemas.microsoft.com/office/drawing/2014/main" id="{4B3C6615-4460-A918-DCD4-E3A933B13474}"/>
              </a:ext>
            </a:extLst>
          </p:cNvPr>
          <p:cNvSpPr>
            <a:spLocks noGrp="1"/>
          </p:cNvSpPr>
          <p:nvPr>
            <p:ph type="ctrTitle"/>
          </p:nvPr>
        </p:nvSpPr>
        <p:spPr>
          <a:xfrm>
            <a:off x="5205924" y="1921292"/>
            <a:ext cx="6171794" cy="1371445"/>
          </a:xfrm>
          <a:prstGeom prst="rect">
            <a:avLst/>
          </a:prstGeom>
        </p:spPr>
        <p:txBody>
          <a:bodyPr lIns="0" tIns="0" rIns="0" bIns="0" anchor="b">
            <a:normAutofit/>
          </a:bodyPr>
          <a:lstStyle>
            <a:lvl1pPr algn="l">
              <a:defRPr sz="3000" b="1" i="0" baseline="0">
                <a:solidFill>
                  <a:schemeClr val="bg2"/>
                </a:solidFill>
                <a:latin typeface="游ゴシック" panose="020B0400000000000000" pitchFamily="50" charset="-128"/>
                <a:ea typeface="游ゴシック" panose="020B0400000000000000" pitchFamily="50" charset="-128"/>
              </a:defRPr>
            </a:lvl1pPr>
          </a:lstStyle>
          <a:p>
            <a:r>
              <a:rPr lang="ja-JP" altLang="en-US" dirty="0"/>
              <a:t>マスター タイトルの書式設定</a:t>
            </a:r>
            <a:endParaRPr lang="en-US" dirty="0"/>
          </a:p>
        </p:txBody>
      </p:sp>
      <p:sp>
        <p:nvSpPr>
          <p:cNvPr id="2" name="Slide Number Placeholder 5">
            <a:extLst>
              <a:ext uri="{FF2B5EF4-FFF2-40B4-BE49-F238E27FC236}">
                <a16:creationId xmlns:a16="http://schemas.microsoft.com/office/drawing/2014/main" id="{8A4F962E-989C-44C8-D7C4-364E76AA8CE8}"/>
              </a:ext>
            </a:extLst>
          </p:cNvPr>
          <p:cNvSpPr txBox="1">
            <a:spLocks/>
          </p:cNvSpPr>
          <p:nvPr userDrawn="1"/>
        </p:nvSpPr>
        <p:spPr>
          <a:xfrm>
            <a:off x="9133618" y="6326799"/>
            <a:ext cx="2743200" cy="299462"/>
          </a:xfrm>
          <a:prstGeom prst="rect">
            <a:avLst/>
          </a:prstGeom>
        </p:spPr>
        <p:txBody>
          <a:bodyPr anchor="b"/>
          <a:lstStyle>
            <a:defPPr>
              <a:defRPr lang="en-US"/>
            </a:defPPr>
            <a:lvl1pPr marL="0" algn="r" defTabSz="304670" rtl="0" eaLnBrk="1" latinLnBrk="0" hangingPunct="1">
              <a:defRPr sz="16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fld id="{F61D7DA0-AA9A-8342-BE3E-6EB34F8DE2BC}" type="slidenum">
              <a:rPr kumimoji="1" lang="ja-JP" altLang="en-US" sz="1600" baseline="0" smtClean="0">
                <a:solidFill>
                  <a:schemeClr val="bg2"/>
                </a:solidFill>
                <a:latin typeface="游ゴシック" panose="020B0400000000000000" pitchFamily="50" charset="-128"/>
                <a:ea typeface="游ゴシック" panose="020B0400000000000000" pitchFamily="50" charset="-128"/>
              </a:rPr>
              <a:pPr/>
              <a:t>‹#›</a:t>
            </a:fld>
            <a:endParaRPr kumimoji="1" lang="ja-JP" altLang="en-US" sz="1600" baseline="0">
              <a:solidFill>
                <a:schemeClr val="bg2"/>
              </a:solidFill>
              <a:latin typeface="游ゴシック" panose="020B0400000000000000" pitchFamily="50" charset="-128"/>
              <a:ea typeface="游ゴシック" panose="020B0400000000000000" pitchFamily="50" charset="-128"/>
            </a:endParaRPr>
          </a:p>
        </p:txBody>
      </p:sp>
      <p:sp>
        <p:nvSpPr>
          <p:cNvPr id="3" name="Date Placeholder 3">
            <a:extLst>
              <a:ext uri="{FF2B5EF4-FFF2-40B4-BE49-F238E27FC236}">
                <a16:creationId xmlns:a16="http://schemas.microsoft.com/office/drawing/2014/main" id="{59873948-0703-919A-CCC3-D30E5E5D2DAB}"/>
              </a:ext>
            </a:extLst>
          </p:cNvPr>
          <p:cNvSpPr txBox="1">
            <a:spLocks/>
          </p:cNvSpPr>
          <p:nvPr userDrawn="1"/>
        </p:nvSpPr>
        <p:spPr>
          <a:xfrm>
            <a:off x="325402" y="6394865"/>
            <a:ext cx="2743200" cy="331932"/>
          </a:xfrm>
          <a:prstGeom prst="rect">
            <a:avLst/>
          </a:prstGeom>
        </p:spPr>
        <p:txBody>
          <a:bodyPr/>
          <a:lstStyle>
            <a:defPPr>
              <a:defRPr lang="en-US"/>
            </a:defPPr>
            <a:lvl1pPr marL="0" algn="l" defTabSz="304670" rtl="0" eaLnBrk="1" latinLnBrk="0" hangingPunct="1">
              <a:defRPr sz="20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pPr algn="l"/>
            <a:r>
              <a:rPr kumimoji="1" lang="en" altLang="ja-JP" sz="700" baseline="0" dirty="0">
                <a:solidFill>
                  <a:schemeClr val="bg2"/>
                </a:solidFill>
                <a:latin typeface="游ゴシック" panose="020B0400000000000000" pitchFamily="50" charset="-128"/>
                <a:ea typeface="游ゴシック" panose="020B0400000000000000" pitchFamily="50" charset="-128"/>
              </a:rPr>
              <a:t>ⓒ ITOCHU Techno-Solutions Corporation</a:t>
            </a:r>
            <a:endParaRPr kumimoji="1" lang="ja-JP" altLang="en-US" sz="700" baseline="0">
              <a:solidFill>
                <a:schemeClr val="bg2"/>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1914783360"/>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本文ページ（BrandPromise）1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B675AF0F-7B87-9248-402A-36410A0B8967}"/>
              </a:ext>
            </a:extLst>
          </p:cNvPr>
          <p:cNvSpPr>
            <a:spLocks noGrp="1"/>
          </p:cNvSpPr>
          <p:nvPr>
            <p:ph type="title" hasCustomPrompt="1"/>
          </p:nvPr>
        </p:nvSpPr>
        <p:spPr>
          <a:xfrm>
            <a:off x="399600" y="349200"/>
            <a:ext cx="9358425" cy="430371"/>
          </a:xfrm>
          <a:prstGeom prst="rect">
            <a:avLst/>
          </a:prstGeom>
        </p:spPr>
        <p:txBody>
          <a:bodyPr lIns="0" tIns="0" rIns="0"/>
          <a:lstStyle>
            <a:lvl1pPr>
              <a:defRPr kumimoji="1" lang="ja-JP" altLang="en-US" sz="2800" b="1" i="0" kern="1200" dirty="0">
                <a:solidFill>
                  <a:schemeClr val="bg2"/>
                </a:solidFill>
                <a:latin typeface="Yu Gothic" panose="020B0400000000000000" pitchFamily="34" charset="-128"/>
                <a:ea typeface="Yu Gothic" panose="020B0400000000000000" pitchFamily="34" charset="-128"/>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kumimoji="1" lang="ja-JP" altLang="en-US" dirty="0"/>
              <a:t>タイトルの書式設定</a:t>
            </a:r>
          </a:p>
        </p:txBody>
      </p:sp>
      <p:sp>
        <p:nvSpPr>
          <p:cNvPr id="2" name="Date Placeholder 3">
            <a:extLst>
              <a:ext uri="{FF2B5EF4-FFF2-40B4-BE49-F238E27FC236}">
                <a16:creationId xmlns:a16="http://schemas.microsoft.com/office/drawing/2014/main" id="{2D05F00B-A01F-4E34-DFB1-FFDA344A1B1F}"/>
              </a:ext>
            </a:extLst>
          </p:cNvPr>
          <p:cNvSpPr txBox="1">
            <a:spLocks/>
          </p:cNvSpPr>
          <p:nvPr userDrawn="1"/>
        </p:nvSpPr>
        <p:spPr>
          <a:xfrm>
            <a:off x="325402" y="6394865"/>
            <a:ext cx="2743200" cy="331932"/>
          </a:xfrm>
          <a:prstGeom prst="rect">
            <a:avLst/>
          </a:prstGeom>
        </p:spPr>
        <p:txBody>
          <a:bodyPr/>
          <a:lstStyle>
            <a:defPPr>
              <a:defRPr lang="en-US"/>
            </a:defPPr>
            <a:lvl1pPr marL="0" algn="l" defTabSz="304670" rtl="0" eaLnBrk="1" latinLnBrk="0" hangingPunct="1">
              <a:defRPr sz="20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pPr algn="l"/>
            <a:r>
              <a:rPr kumimoji="1" lang="en" altLang="ja-JP" sz="700" dirty="0">
                <a:solidFill>
                  <a:schemeClr val="bg2"/>
                </a:solidFill>
              </a:rPr>
              <a:t>ⓒ ITOCHU Techno-Solutions Corporation</a:t>
            </a:r>
            <a:endParaRPr kumimoji="1" lang="ja-JP" altLang="en-US" sz="700">
              <a:solidFill>
                <a:schemeClr val="bg2"/>
              </a:solidFill>
            </a:endParaRPr>
          </a:p>
        </p:txBody>
      </p:sp>
      <p:sp>
        <p:nvSpPr>
          <p:cNvPr id="5" name="Slide Number Placeholder 5">
            <a:extLst>
              <a:ext uri="{FF2B5EF4-FFF2-40B4-BE49-F238E27FC236}">
                <a16:creationId xmlns:a16="http://schemas.microsoft.com/office/drawing/2014/main" id="{88415C5B-2E93-D069-B675-2017D40F5759}"/>
              </a:ext>
            </a:extLst>
          </p:cNvPr>
          <p:cNvSpPr txBox="1">
            <a:spLocks/>
          </p:cNvSpPr>
          <p:nvPr userDrawn="1"/>
        </p:nvSpPr>
        <p:spPr>
          <a:xfrm>
            <a:off x="9133618" y="6326799"/>
            <a:ext cx="2743200" cy="299462"/>
          </a:xfrm>
          <a:prstGeom prst="rect">
            <a:avLst/>
          </a:prstGeom>
        </p:spPr>
        <p:txBody>
          <a:bodyPr anchor="b"/>
          <a:lstStyle>
            <a:defPPr>
              <a:defRPr lang="en-US"/>
            </a:defPPr>
            <a:lvl1pPr marL="0" algn="r" defTabSz="304670" rtl="0" eaLnBrk="1" latinLnBrk="0" hangingPunct="1">
              <a:defRPr sz="16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fld id="{F61D7DA0-AA9A-8342-BE3E-6EB34F8DE2BC}" type="slidenum">
              <a:rPr kumimoji="1" lang="ja-JP" altLang="en-US" sz="1600" smtClean="0">
                <a:solidFill>
                  <a:schemeClr val="bg2"/>
                </a:solidFill>
              </a:rPr>
              <a:pPr/>
              <a:t>‹#›</a:t>
            </a:fld>
            <a:endParaRPr kumimoji="1" lang="ja-JP" altLang="en-US" sz="1600">
              <a:solidFill>
                <a:schemeClr val="bg2"/>
              </a:solidFill>
            </a:endParaRPr>
          </a:p>
        </p:txBody>
      </p:sp>
      <p:sp>
        <p:nvSpPr>
          <p:cNvPr id="9" name="テキスト プレースホルダー 12">
            <a:extLst>
              <a:ext uri="{FF2B5EF4-FFF2-40B4-BE49-F238E27FC236}">
                <a16:creationId xmlns:a16="http://schemas.microsoft.com/office/drawing/2014/main" id="{595AE3B8-559D-4355-5E2D-72148584185D}"/>
              </a:ext>
            </a:extLst>
          </p:cNvPr>
          <p:cNvSpPr>
            <a:spLocks noGrp="1"/>
          </p:cNvSpPr>
          <p:nvPr>
            <p:ph type="body" sz="quarter" idx="15" hasCustomPrompt="1"/>
          </p:nvPr>
        </p:nvSpPr>
        <p:spPr>
          <a:xfrm>
            <a:off x="814918" y="1268414"/>
            <a:ext cx="10562800" cy="4944102"/>
          </a:xfrm>
          <a:prstGeom prst="rect">
            <a:avLst/>
          </a:prstGeom>
        </p:spPr>
        <p:txBody>
          <a:bodyPr lIns="0" tIns="0" rIns="0" bIns="0">
            <a:noAutofit/>
          </a:bodyPr>
          <a:lstStyle>
            <a:lvl1pPr marL="180975" indent="-180975" defTabSz="479968">
              <a:buFont typeface="Arial" panose="020B0604020202020204" pitchFamily="34" charset="0"/>
              <a:buChar char="•"/>
              <a:tabLst/>
              <a:defRPr sz="2800" b="0" i="0">
                <a:solidFill>
                  <a:schemeClr val="bg2"/>
                </a:solidFill>
                <a:latin typeface="Yu Gothic Medium" panose="020B0400000000000000" pitchFamily="34" charset="-128"/>
                <a:ea typeface="Yu Gothic Medium" panose="020B0400000000000000" pitchFamily="34" charset="-128"/>
              </a:defRPr>
            </a:lvl1pPr>
            <a:lvl2pPr marL="447675" indent="-180975">
              <a:defRPr b="0" i="0">
                <a:solidFill>
                  <a:schemeClr val="bg2"/>
                </a:solidFill>
                <a:latin typeface="Yu Gothic Medium" panose="020B0400000000000000" pitchFamily="34" charset="-128"/>
                <a:ea typeface="Yu Gothic Medium" panose="020B0400000000000000" pitchFamily="34" charset="-128"/>
              </a:defRPr>
            </a:lvl2pPr>
            <a:lvl3pPr marL="719138" indent="-180975">
              <a:defRPr b="0" i="0">
                <a:solidFill>
                  <a:schemeClr val="bg2"/>
                </a:solidFill>
                <a:latin typeface="Yu Gothic Medium" panose="020B0400000000000000" pitchFamily="34" charset="-128"/>
                <a:ea typeface="Yu Gothic Medium" panose="020B0400000000000000" pitchFamily="34" charset="-128"/>
              </a:defRPr>
            </a:lvl3pPr>
            <a:lvl4pPr marL="985838" indent="-180975">
              <a:defRPr b="0" i="0">
                <a:solidFill>
                  <a:schemeClr val="bg2"/>
                </a:solidFill>
                <a:latin typeface="Yu Gothic Medium" panose="020B0400000000000000" pitchFamily="34" charset="-128"/>
                <a:ea typeface="Yu Gothic Medium" panose="020B0400000000000000" pitchFamily="34" charset="-128"/>
              </a:defRPr>
            </a:lvl4pPr>
            <a:lvl5pPr marL="1257300" indent="-180975">
              <a:tabLst>
                <a:tab pos="1076325" algn="l"/>
              </a:tabLst>
              <a:defRPr b="0" i="0">
                <a:solidFill>
                  <a:schemeClr val="bg2"/>
                </a:solidFill>
                <a:latin typeface="Yu Gothic Medium" panose="020B0400000000000000" pitchFamily="34" charset="-128"/>
                <a:ea typeface="Yu Gothic Medium" panose="020B0400000000000000" pitchFamily="34" charset="-128"/>
              </a:defRPr>
            </a:lvl5pPr>
            <a:lvl6pPr>
              <a:defRPr b="0" i="0">
                <a:solidFill>
                  <a:schemeClr val="bg1"/>
                </a:solidFill>
                <a:latin typeface="Yu Gothic Medium" panose="020B0400000000000000" pitchFamily="34" charset="-128"/>
                <a:ea typeface="Yu Gothic Medium" panose="020B0400000000000000" pitchFamily="34" charset="-128"/>
              </a:defRPr>
            </a:lvl6pPr>
            <a:lvl7pPr>
              <a:defRPr b="0" i="0">
                <a:solidFill>
                  <a:schemeClr val="bg1"/>
                </a:solidFill>
              </a:defRPr>
            </a:lvl7pPr>
          </a:lstStyle>
          <a:p>
            <a:pPr lvl="0"/>
            <a:r>
              <a:rPr kumimoji="1" lang="ja-JP" altLang="en-US" dirty="0"/>
              <a:t>テキストの書式設定</a:t>
            </a:r>
            <a:endParaRPr kumimoji="1" lang="en-US" altLang="ja-JP" dirty="0"/>
          </a:p>
          <a:p>
            <a:pPr lvl="1"/>
            <a:r>
              <a:rPr kumimoji="1" lang="ja-JP" altLang="en-US" dirty="0"/>
              <a:t>テキスト</a:t>
            </a:r>
            <a:endParaRPr kumimoji="1" lang="en-US" altLang="ja-JP" dirty="0"/>
          </a:p>
          <a:p>
            <a:pPr lvl="2"/>
            <a:r>
              <a:rPr kumimoji="1" lang="ja-JP" altLang="en-US" dirty="0"/>
              <a:t>テキスト</a:t>
            </a:r>
            <a:endParaRPr kumimoji="1" lang="en-US" altLang="ja-JP" dirty="0"/>
          </a:p>
          <a:p>
            <a:pPr lvl="3"/>
            <a:r>
              <a:rPr kumimoji="1" lang="ja-JP" altLang="en-US" dirty="0"/>
              <a:t>テキスト</a:t>
            </a:r>
            <a:endParaRPr kumimoji="1" lang="en-US" altLang="ja-JP" dirty="0"/>
          </a:p>
          <a:p>
            <a:pPr lvl="4"/>
            <a:r>
              <a:rPr kumimoji="1" lang="ja-JP" altLang="en-US" dirty="0"/>
              <a:t>テキスト</a:t>
            </a:r>
            <a:endParaRPr kumimoji="1" lang="en-US" altLang="ja-JP" dirty="0"/>
          </a:p>
        </p:txBody>
      </p:sp>
    </p:spTree>
    <p:extLst>
      <p:ext uri="{BB962C8B-B14F-4D97-AF65-F5344CB8AC3E}">
        <p14:creationId xmlns:p14="http://schemas.microsoft.com/office/powerpoint/2010/main" val="2712536970"/>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本文ページ（BrandPromise）1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テキスト プレースホルダー 12">
            <a:extLst>
              <a:ext uri="{FF2B5EF4-FFF2-40B4-BE49-F238E27FC236}">
                <a16:creationId xmlns:a16="http://schemas.microsoft.com/office/drawing/2014/main" id="{DBD829DC-0049-3F39-DBDB-7DA5131862B2}"/>
              </a:ext>
            </a:extLst>
          </p:cNvPr>
          <p:cNvSpPr>
            <a:spLocks noGrp="1"/>
          </p:cNvSpPr>
          <p:nvPr>
            <p:ph type="body" sz="quarter" idx="15" hasCustomPrompt="1"/>
          </p:nvPr>
        </p:nvSpPr>
        <p:spPr>
          <a:xfrm>
            <a:off x="816856" y="1270414"/>
            <a:ext cx="4948042" cy="4944102"/>
          </a:xfrm>
          <a:prstGeom prst="rect">
            <a:avLst/>
          </a:prstGeom>
        </p:spPr>
        <p:txBody>
          <a:bodyPr lIns="0" tIns="0" rIns="0" bIns="0">
            <a:noAutofit/>
          </a:bodyPr>
          <a:lstStyle>
            <a:lvl1pPr marL="179388" indent="-179388" defTabSz="479968">
              <a:buFont typeface="Arial" panose="020B0604020202020204" pitchFamily="34" charset="0"/>
              <a:buChar char="•"/>
              <a:defRPr sz="2800" b="0" i="0">
                <a:solidFill>
                  <a:schemeClr val="bg2"/>
                </a:solidFill>
                <a:latin typeface="Yu Gothic Medium" panose="020B0400000000000000" pitchFamily="34" charset="-128"/>
                <a:ea typeface="Yu Gothic Medium" panose="020B0400000000000000" pitchFamily="34" charset="-128"/>
              </a:defRPr>
            </a:lvl1pPr>
            <a:lvl2pPr marL="447675" indent="-180975">
              <a:defRPr b="0" i="0">
                <a:solidFill>
                  <a:schemeClr val="bg2"/>
                </a:solidFill>
                <a:latin typeface="Yu Gothic Medium" panose="020B0400000000000000" pitchFamily="34" charset="-128"/>
                <a:ea typeface="Yu Gothic Medium" panose="020B0400000000000000" pitchFamily="34" charset="-128"/>
              </a:defRPr>
            </a:lvl2pPr>
            <a:lvl3pPr marL="719138" indent="-180975">
              <a:defRPr b="0" i="0">
                <a:solidFill>
                  <a:schemeClr val="bg2"/>
                </a:solidFill>
                <a:latin typeface="Yu Gothic Medium" panose="020B0400000000000000" pitchFamily="34" charset="-128"/>
                <a:ea typeface="Yu Gothic Medium" panose="020B0400000000000000" pitchFamily="34" charset="-128"/>
              </a:defRPr>
            </a:lvl3pPr>
            <a:lvl4pPr marL="985838" indent="-180975">
              <a:defRPr b="0" i="0">
                <a:solidFill>
                  <a:schemeClr val="bg2"/>
                </a:solidFill>
                <a:latin typeface="Yu Gothic Medium" panose="020B0400000000000000" pitchFamily="34" charset="-128"/>
                <a:ea typeface="Yu Gothic Medium" panose="020B0400000000000000" pitchFamily="34" charset="-128"/>
              </a:defRPr>
            </a:lvl4pPr>
            <a:lvl5pPr marL="1257300" indent="-180975">
              <a:tabLst>
                <a:tab pos="1076325" algn="l"/>
              </a:tabLst>
              <a:defRPr b="0" i="0">
                <a:solidFill>
                  <a:schemeClr val="bg2"/>
                </a:solidFill>
                <a:latin typeface="Yu Gothic Medium" panose="020B0400000000000000" pitchFamily="34" charset="-128"/>
                <a:ea typeface="Yu Gothic Medium" panose="020B0400000000000000" pitchFamily="34" charset="-128"/>
              </a:defRPr>
            </a:lvl5pPr>
            <a:lvl6pPr>
              <a:defRPr b="0" i="0">
                <a:solidFill>
                  <a:schemeClr val="bg1"/>
                </a:solidFill>
                <a:latin typeface="Yu Gothic Medium" panose="020B0400000000000000" pitchFamily="34" charset="-128"/>
                <a:ea typeface="Yu Gothic Medium" panose="020B0400000000000000" pitchFamily="34" charset="-128"/>
              </a:defRPr>
            </a:lvl6pPr>
            <a:lvl7pPr>
              <a:defRPr b="0" i="0">
                <a:solidFill>
                  <a:schemeClr val="bg1"/>
                </a:solidFill>
              </a:defRPr>
            </a:lvl7pPr>
          </a:lstStyle>
          <a:p>
            <a:pPr lvl="0"/>
            <a:r>
              <a:rPr kumimoji="1" lang="ja-JP" altLang="en-US" dirty="0"/>
              <a:t>テキストの書式設定</a:t>
            </a:r>
            <a:endParaRPr kumimoji="1" lang="en-US" altLang="ja-JP" dirty="0"/>
          </a:p>
          <a:p>
            <a:pPr lvl="1"/>
            <a:r>
              <a:rPr kumimoji="1" lang="ja-JP" altLang="en-US" dirty="0"/>
              <a:t>テキスト</a:t>
            </a:r>
            <a:endParaRPr kumimoji="1" lang="en-US" altLang="ja-JP" dirty="0"/>
          </a:p>
          <a:p>
            <a:pPr lvl="2"/>
            <a:r>
              <a:rPr kumimoji="1" lang="ja-JP" altLang="en-US" dirty="0"/>
              <a:t>テキスト</a:t>
            </a:r>
            <a:endParaRPr kumimoji="1" lang="en-US" altLang="ja-JP" dirty="0"/>
          </a:p>
          <a:p>
            <a:pPr lvl="3"/>
            <a:r>
              <a:rPr kumimoji="1" lang="ja-JP" altLang="en-US" dirty="0"/>
              <a:t>テキスト</a:t>
            </a:r>
            <a:endParaRPr kumimoji="1" lang="en-US" altLang="ja-JP" dirty="0"/>
          </a:p>
          <a:p>
            <a:pPr lvl="4"/>
            <a:r>
              <a:rPr kumimoji="1" lang="ja-JP" altLang="en-US" dirty="0"/>
              <a:t>テキスト</a:t>
            </a:r>
            <a:endParaRPr kumimoji="1" lang="en-US" altLang="ja-JP" dirty="0"/>
          </a:p>
        </p:txBody>
      </p:sp>
      <p:sp>
        <p:nvSpPr>
          <p:cNvPr id="6" name="テキスト プレースホルダー 12">
            <a:extLst>
              <a:ext uri="{FF2B5EF4-FFF2-40B4-BE49-F238E27FC236}">
                <a16:creationId xmlns:a16="http://schemas.microsoft.com/office/drawing/2014/main" id="{310E6BF0-BCEE-7DAB-3F79-2F0B87294F08}"/>
              </a:ext>
            </a:extLst>
          </p:cNvPr>
          <p:cNvSpPr>
            <a:spLocks noGrp="1"/>
          </p:cNvSpPr>
          <p:nvPr>
            <p:ph type="body" sz="quarter" idx="18" hasCustomPrompt="1"/>
          </p:nvPr>
        </p:nvSpPr>
        <p:spPr>
          <a:xfrm>
            <a:off x="6424529" y="1270414"/>
            <a:ext cx="4950615" cy="4944102"/>
          </a:xfrm>
          <a:prstGeom prst="rect">
            <a:avLst/>
          </a:prstGeom>
        </p:spPr>
        <p:txBody>
          <a:bodyPr lIns="0" tIns="0" rIns="0" bIns="0">
            <a:noAutofit/>
          </a:bodyPr>
          <a:lstStyle>
            <a:lvl1pPr marL="179388" indent="-179388" defTabSz="479968">
              <a:buFont typeface="Arial" panose="020B0604020202020204" pitchFamily="34" charset="0"/>
              <a:buChar char="•"/>
              <a:defRPr sz="2800" b="0" i="0">
                <a:solidFill>
                  <a:schemeClr val="bg2"/>
                </a:solidFill>
                <a:latin typeface="Yu Gothic Medium" panose="020B0400000000000000" pitchFamily="34" charset="-128"/>
                <a:ea typeface="Yu Gothic Medium" panose="020B0400000000000000" pitchFamily="34" charset="-128"/>
              </a:defRPr>
            </a:lvl1pPr>
            <a:lvl2pPr marL="447675" indent="-180975">
              <a:defRPr b="0" i="0">
                <a:solidFill>
                  <a:schemeClr val="bg2"/>
                </a:solidFill>
                <a:latin typeface="Yu Gothic Medium" panose="020B0400000000000000" pitchFamily="34" charset="-128"/>
                <a:ea typeface="Yu Gothic Medium" panose="020B0400000000000000" pitchFamily="34" charset="-128"/>
              </a:defRPr>
            </a:lvl2pPr>
            <a:lvl3pPr marL="719138" indent="-180975">
              <a:defRPr b="0" i="0">
                <a:solidFill>
                  <a:schemeClr val="bg2"/>
                </a:solidFill>
                <a:latin typeface="Yu Gothic Medium" panose="020B0400000000000000" pitchFamily="34" charset="-128"/>
                <a:ea typeface="Yu Gothic Medium" panose="020B0400000000000000" pitchFamily="34" charset="-128"/>
              </a:defRPr>
            </a:lvl3pPr>
            <a:lvl4pPr marL="985838" indent="-180975">
              <a:defRPr b="0" i="0">
                <a:solidFill>
                  <a:schemeClr val="bg2"/>
                </a:solidFill>
                <a:latin typeface="Yu Gothic Medium" panose="020B0400000000000000" pitchFamily="34" charset="-128"/>
                <a:ea typeface="Yu Gothic Medium" panose="020B0400000000000000" pitchFamily="34" charset="-128"/>
              </a:defRPr>
            </a:lvl4pPr>
            <a:lvl5pPr marL="1257300" indent="-180975">
              <a:tabLst>
                <a:tab pos="1076325" algn="l"/>
              </a:tabLst>
              <a:defRPr b="0" i="0">
                <a:solidFill>
                  <a:schemeClr val="bg2"/>
                </a:solidFill>
                <a:latin typeface="Yu Gothic Medium" panose="020B0400000000000000" pitchFamily="34" charset="-128"/>
                <a:ea typeface="Yu Gothic Medium" panose="020B0400000000000000" pitchFamily="34" charset="-128"/>
              </a:defRPr>
            </a:lvl5pPr>
            <a:lvl6pPr>
              <a:defRPr b="0" i="0">
                <a:solidFill>
                  <a:schemeClr val="bg1"/>
                </a:solidFill>
                <a:latin typeface="Yu Gothic Medium" panose="020B0400000000000000" pitchFamily="34" charset="-128"/>
                <a:ea typeface="Yu Gothic Medium" panose="020B0400000000000000" pitchFamily="34" charset="-128"/>
              </a:defRPr>
            </a:lvl6pPr>
            <a:lvl7pPr>
              <a:defRPr b="0" i="0">
                <a:solidFill>
                  <a:schemeClr val="bg1"/>
                </a:solidFill>
              </a:defRPr>
            </a:lvl7pPr>
          </a:lstStyle>
          <a:p>
            <a:pPr lvl="0"/>
            <a:r>
              <a:rPr kumimoji="1" lang="ja-JP" altLang="en-US" dirty="0"/>
              <a:t>テキストの書式設定</a:t>
            </a:r>
            <a:endParaRPr kumimoji="1" lang="en-US" altLang="ja-JP" dirty="0"/>
          </a:p>
          <a:p>
            <a:pPr lvl="1"/>
            <a:r>
              <a:rPr kumimoji="1" lang="ja-JP" altLang="en-US" dirty="0"/>
              <a:t>テキスト</a:t>
            </a:r>
            <a:endParaRPr kumimoji="1" lang="en-US" altLang="ja-JP" dirty="0"/>
          </a:p>
          <a:p>
            <a:pPr lvl="2"/>
            <a:r>
              <a:rPr kumimoji="1" lang="ja-JP" altLang="en-US" dirty="0"/>
              <a:t>テキスト</a:t>
            </a:r>
            <a:endParaRPr kumimoji="1" lang="en-US" altLang="ja-JP" dirty="0"/>
          </a:p>
          <a:p>
            <a:pPr lvl="3"/>
            <a:r>
              <a:rPr kumimoji="1" lang="ja-JP" altLang="en-US" dirty="0"/>
              <a:t>テキスト</a:t>
            </a:r>
            <a:endParaRPr kumimoji="1" lang="en-US" altLang="ja-JP" dirty="0"/>
          </a:p>
          <a:p>
            <a:pPr lvl="4"/>
            <a:r>
              <a:rPr kumimoji="1" lang="ja-JP" altLang="en-US" dirty="0"/>
              <a:t>テキスト</a:t>
            </a:r>
            <a:endParaRPr kumimoji="1" lang="en-US" altLang="ja-JP" dirty="0"/>
          </a:p>
        </p:txBody>
      </p:sp>
      <p:sp>
        <p:nvSpPr>
          <p:cNvPr id="9" name="Date Placeholder 3">
            <a:extLst>
              <a:ext uri="{FF2B5EF4-FFF2-40B4-BE49-F238E27FC236}">
                <a16:creationId xmlns:a16="http://schemas.microsoft.com/office/drawing/2014/main" id="{2EFA939F-E277-912C-B89E-E2784FE7CCE1}"/>
              </a:ext>
            </a:extLst>
          </p:cNvPr>
          <p:cNvSpPr txBox="1">
            <a:spLocks/>
          </p:cNvSpPr>
          <p:nvPr userDrawn="1"/>
        </p:nvSpPr>
        <p:spPr>
          <a:xfrm>
            <a:off x="325402" y="6394865"/>
            <a:ext cx="2743200" cy="331932"/>
          </a:xfrm>
          <a:prstGeom prst="rect">
            <a:avLst/>
          </a:prstGeom>
        </p:spPr>
        <p:txBody>
          <a:bodyPr/>
          <a:lstStyle>
            <a:defPPr>
              <a:defRPr lang="en-US"/>
            </a:defPPr>
            <a:lvl1pPr marL="0" algn="l" defTabSz="304670" rtl="0" eaLnBrk="1" latinLnBrk="0" hangingPunct="1">
              <a:defRPr sz="20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pPr algn="l"/>
            <a:r>
              <a:rPr kumimoji="1" lang="en" altLang="ja-JP" sz="700" dirty="0">
                <a:solidFill>
                  <a:schemeClr val="bg2"/>
                </a:solidFill>
              </a:rPr>
              <a:t>ⓒ ITOCHU Techno-Solutions Corporation</a:t>
            </a:r>
            <a:endParaRPr kumimoji="1" lang="ja-JP" altLang="en-US" sz="700">
              <a:solidFill>
                <a:schemeClr val="bg2"/>
              </a:solidFill>
            </a:endParaRPr>
          </a:p>
        </p:txBody>
      </p:sp>
      <p:sp>
        <p:nvSpPr>
          <p:cNvPr id="10" name="Slide Number Placeholder 5">
            <a:extLst>
              <a:ext uri="{FF2B5EF4-FFF2-40B4-BE49-F238E27FC236}">
                <a16:creationId xmlns:a16="http://schemas.microsoft.com/office/drawing/2014/main" id="{9977001E-1F62-7C8A-1040-7F6370353716}"/>
              </a:ext>
            </a:extLst>
          </p:cNvPr>
          <p:cNvSpPr txBox="1">
            <a:spLocks/>
          </p:cNvSpPr>
          <p:nvPr userDrawn="1"/>
        </p:nvSpPr>
        <p:spPr>
          <a:xfrm>
            <a:off x="9133618" y="6326799"/>
            <a:ext cx="2743200" cy="299462"/>
          </a:xfrm>
          <a:prstGeom prst="rect">
            <a:avLst/>
          </a:prstGeom>
        </p:spPr>
        <p:txBody>
          <a:bodyPr anchor="b"/>
          <a:lstStyle>
            <a:defPPr>
              <a:defRPr lang="en-US"/>
            </a:defPPr>
            <a:lvl1pPr marL="0" algn="r" defTabSz="304670" rtl="0" eaLnBrk="1" latinLnBrk="0" hangingPunct="1">
              <a:defRPr sz="16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fld id="{F61D7DA0-AA9A-8342-BE3E-6EB34F8DE2BC}" type="slidenum">
              <a:rPr kumimoji="1" lang="ja-JP" altLang="en-US" sz="1600" smtClean="0">
                <a:solidFill>
                  <a:schemeClr val="bg2"/>
                </a:solidFill>
              </a:rPr>
              <a:pPr/>
              <a:t>‹#›</a:t>
            </a:fld>
            <a:endParaRPr kumimoji="1" lang="ja-JP" altLang="en-US" sz="1600">
              <a:solidFill>
                <a:schemeClr val="bg2"/>
              </a:solidFill>
            </a:endParaRPr>
          </a:p>
        </p:txBody>
      </p:sp>
      <p:sp>
        <p:nvSpPr>
          <p:cNvPr id="3" name="タイトル 2">
            <a:extLst>
              <a:ext uri="{FF2B5EF4-FFF2-40B4-BE49-F238E27FC236}">
                <a16:creationId xmlns:a16="http://schemas.microsoft.com/office/drawing/2014/main" id="{3CD246A4-20A9-4983-E3D8-F7845E4F5953}"/>
              </a:ext>
            </a:extLst>
          </p:cNvPr>
          <p:cNvSpPr>
            <a:spLocks noGrp="1"/>
          </p:cNvSpPr>
          <p:nvPr>
            <p:ph type="title" hasCustomPrompt="1"/>
          </p:nvPr>
        </p:nvSpPr>
        <p:spPr>
          <a:xfrm>
            <a:off x="399600" y="349200"/>
            <a:ext cx="9358425" cy="430371"/>
          </a:xfrm>
          <a:prstGeom prst="rect">
            <a:avLst/>
          </a:prstGeom>
        </p:spPr>
        <p:txBody>
          <a:bodyPr lIns="0" tIns="0" rIns="0"/>
          <a:lstStyle>
            <a:lvl1pPr>
              <a:defRPr kumimoji="1" lang="ja-JP" altLang="en-US" sz="2800" b="1" i="0" kern="1200" dirty="0">
                <a:solidFill>
                  <a:schemeClr val="bg2"/>
                </a:solidFill>
                <a:latin typeface="Yu Gothic" panose="020B0400000000000000" pitchFamily="34" charset="-128"/>
                <a:ea typeface="Yu Gothic" panose="020B0400000000000000" pitchFamily="34" charset="-128"/>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kumimoji="1" lang="ja-JP" altLang="en-US" dirty="0"/>
              <a:t>タイトルの書式設定</a:t>
            </a:r>
          </a:p>
        </p:txBody>
      </p:sp>
    </p:spTree>
    <p:extLst>
      <p:ext uri="{BB962C8B-B14F-4D97-AF65-F5344CB8AC3E}">
        <p14:creationId xmlns:p14="http://schemas.microsoft.com/office/powerpoint/2010/main" val="922117042"/>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本文ページ（BrandPromise）2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C039158A-9C9D-D34B-0201-33A03E4B1F2D}"/>
              </a:ext>
            </a:extLst>
          </p:cNvPr>
          <p:cNvSpPr txBox="1">
            <a:spLocks/>
          </p:cNvSpPr>
          <p:nvPr userDrawn="1"/>
        </p:nvSpPr>
        <p:spPr>
          <a:xfrm>
            <a:off x="325402" y="6394865"/>
            <a:ext cx="2743200" cy="331932"/>
          </a:xfrm>
          <a:prstGeom prst="rect">
            <a:avLst/>
          </a:prstGeom>
        </p:spPr>
        <p:txBody>
          <a:bodyPr/>
          <a:lstStyle>
            <a:defPPr>
              <a:defRPr lang="en-US"/>
            </a:defPPr>
            <a:lvl1pPr marL="0" algn="l" defTabSz="304670" rtl="0" eaLnBrk="1" latinLnBrk="0" hangingPunct="1">
              <a:defRPr sz="20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pPr algn="l"/>
            <a:r>
              <a:rPr kumimoji="1" lang="en" altLang="ja-JP" sz="700" dirty="0">
                <a:solidFill>
                  <a:schemeClr val="bg2"/>
                </a:solidFill>
              </a:rPr>
              <a:t>ⓒ ITOCHU Techno-Solutions Corporation</a:t>
            </a:r>
            <a:endParaRPr kumimoji="1" lang="ja-JP" altLang="en-US" sz="700">
              <a:solidFill>
                <a:schemeClr val="bg2"/>
              </a:solidFill>
            </a:endParaRPr>
          </a:p>
        </p:txBody>
      </p:sp>
      <p:sp>
        <p:nvSpPr>
          <p:cNvPr id="3" name="Slide Number Placeholder 5">
            <a:extLst>
              <a:ext uri="{FF2B5EF4-FFF2-40B4-BE49-F238E27FC236}">
                <a16:creationId xmlns:a16="http://schemas.microsoft.com/office/drawing/2014/main" id="{DD437AEB-C021-E2F2-EE89-620ED1D0A22F}"/>
              </a:ext>
            </a:extLst>
          </p:cNvPr>
          <p:cNvSpPr txBox="1">
            <a:spLocks/>
          </p:cNvSpPr>
          <p:nvPr userDrawn="1"/>
        </p:nvSpPr>
        <p:spPr>
          <a:xfrm>
            <a:off x="9133618" y="6326799"/>
            <a:ext cx="2743200" cy="299462"/>
          </a:xfrm>
          <a:prstGeom prst="rect">
            <a:avLst/>
          </a:prstGeom>
        </p:spPr>
        <p:txBody>
          <a:bodyPr anchor="b"/>
          <a:lstStyle>
            <a:defPPr>
              <a:defRPr lang="en-US"/>
            </a:defPPr>
            <a:lvl1pPr marL="0" algn="r" defTabSz="304670" rtl="0" eaLnBrk="1" latinLnBrk="0" hangingPunct="1">
              <a:defRPr sz="16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fld id="{F61D7DA0-AA9A-8342-BE3E-6EB34F8DE2BC}" type="slidenum">
              <a:rPr kumimoji="1" lang="ja-JP" altLang="en-US" sz="1600" smtClean="0">
                <a:solidFill>
                  <a:schemeClr val="bg2"/>
                </a:solidFill>
              </a:rPr>
              <a:pPr/>
              <a:t>‹#›</a:t>
            </a:fld>
            <a:endParaRPr kumimoji="1" lang="ja-JP" altLang="en-US" sz="1600">
              <a:solidFill>
                <a:schemeClr val="bg2"/>
              </a:solidFill>
            </a:endParaRPr>
          </a:p>
        </p:txBody>
      </p:sp>
      <p:sp>
        <p:nvSpPr>
          <p:cNvPr id="9" name="テキスト プレースホルダー 12">
            <a:extLst>
              <a:ext uri="{FF2B5EF4-FFF2-40B4-BE49-F238E27FC236}">
                <a16:creationId xmlns:a16="http://schemas.microsoft.com/office/drawing/2014/main" id="{85CF175B-6024-9305-048C-39B5542FA51D}"/>
              </a:ext>
            </a:extLst>
          </p:cNvPr>
          <p:cNvSpPr>
            <a:spLocks noGrp="1"/>
          </p:cNvSpPr>
          <p:nvPr>
            <p:ph type="body" sz="quarter" idx="15" hasCustomPrompt="1"/>
          </p:nvPr>
        </p:nvSpPr>
        <p:spPr>
          <a:xfrm>
            <a:off x="814918" y="1268414"/>
            <a:ext cx="10562800" cy="4944102"/>
          </a:xfrm>
          <a:prstGeom prst="rect">
            <a:avLst/>
          </a:prstGeom>
        </p:spPr>
        <p:txBody>
          <a:bodyPr lIns="0" tIns="0" rIns="0" bIns="0">
            <a:noAutofit/>
          </a:bodyPr>
          <a:lstStyle>
            <a:lvl1pPr marL="179388" indent="-179388" defTabSz="479968">
              <a:buFont typeface="Arial" panose="020B0604020202020204" pitchFamily="34" charset="0"/>
              <a:buChar char="•"/>
              <a:defRPr sz="2800" b="0" i="0">
                <a:solidFill>
                  <a:schemeClr val="bg2"/>
                </a:solidFill>
                <a:latin typeface="Yu Gothic Medium" panose="020B0400000000000000" pitchFamily="34" charset="-128"/>
                <a:ea typeface="Yu Gothic Medium" panose="020B0400000000000000" pitchFamily="34" charset="-128"/>
              </a:defRPr>
            </a:lvl1pPr>
            <a:lvl2pPr marL="447675" indent="-180975">
              <a:defRPr b="0" i="0">
                <a:solidFill>
                  <a:schemeClr val="bg2"/>
                </a:solidFill>
                <a:latin typeface="Yu Gothic Medium" panose="020B0400000000000000" pitchFamily="34" charset="-128"/>
                <a:ea typeface="Yu Gothic Medium" panose="020B0400000000000000" pitchFamily="34" charset="-128"/>
              </a:defRPr>
            </a:lvl2pPr>
            <a:lvl3pPr marL="719138" indent="-180975">
              <a:defRPr b="0" i="0">
                <a:solidFill>
                  <a:schemeClr val="bg2"/>
                </a:solidFill>
                <a:latin typeface="Yu Gothic Medium" panose="020B0400000000000000" pitchFamily="34" charset="-128"/>
                <a:ea typeface="Yu Gothic Medium" panose="020B0400000000000000" pitchFamily="34" charset="-128"/>
              </a:defRPr>
            </a:lvl3pPr>
            <a:lvl4pPr marL="985838" indent="-180975">
              <a:defRPr b="0" i="0">
                <a:solidFill>
                  <a:schemeClr val="bg2"/>
                </a:solidFill>
                <a:latin typeface="Yu Gothic Medium" panose="020B0400000000000000" pitchFamily="34" charset="-128"/>
                <a:ea typeface="Yu Gothic Medium" panose="020B0400000000000000" pitchFamily="34" charset="-128"/>
              </a:defRPr>
            </a:lvl4pPr>
            <a:lvl5pPr marL="1257300" indent="-180975">
              <a:tabLst>
                <a:tab pos="1076325" algn="l"/>
              </a:tabLst>
              <a:defRPr b="0" i="0">
                <a:solidFill>
                  <a:schemeClr val="bg2"/>
                </a:solidFill>
                <a:latin typeface="Yu Gothic Medium" panose="020B0400000000000000" pitchFamily="34" charset="-128"/>
                <a:ea typeface="Yu Gothic Medium" panose="020B0400000000000000" pitchFamily="34" charset="-128"/>
              </a:defRPr>
            </a:lvl5pPr>
            <a:lvl6pPr>
              <a:defRPr b="0" i="0">
                <a:solidFill>
                  <a:schemeClr val="bg1"/>
                </a:solidFill>
                <a:latin typeface="Yu Gothic Medium" panose="020B0400000000000000" pitchFamily="34" charset="-128"/>
                <a:ea typeface="Yu Gothic Medium" panose="020B0400000000000000" pitchFamily="34" charset="-128"/>
              </a:defRPr>
            </a:lvl6pPr>
            <a:lvl7pPr>
              <a:defRPr b="0" i="0">
                <a:solidFill>
                  <a:schemeClr val="bg1"/>
                </a:solidFill>
              </a:defRPr>
            </a:lvl7pPr>
          </a:lstStyle>
          <a:p>
            <a:pPr lvl="0"/>
            <a:r>
              <a:rPr kumimoji="1" lang="ja-JP" altLang="en-US" dirty="0"/>
              <a:t>テキストの書式設定</a:t>
            </a:r>
            <a:endParaRPr kumimoji="1" lang="en-US" altLang="ja-JP" dirty="0"/>
          </a:p>
          <a:p>
            <a:pPr lvl="1"/>
            <a:r>
              <a:rPr kumimoji="1" lang="ja-JP" altLang="en-US" dirty="0"/>
              <a:t>テキスト</a:t>
            </a:r>
            <a:endParaRPr kumimoji="1" lang="en-US" altLang="ja-JP" dirty="0"/>
          </a:p>
          <a:p>
            <a:pPr lvl="2"/>
            <a:r>
              <a:rPr kumimoji="1" lang="ja-JP" altLang="en-US" dirty="0"/>
              <a:t>テキスト</a:t>
            </a:r>
            <a:endParaRPr kumimoji="1" lang="en-US" altLang="ja-JP" dirty="0"/>
          </a:p>
          <a:p>
            <a:pPr lvl="3"/>
            <a:r>
              <a:rPr kumimoji="1" lang="ja-JP" altLang="en-US" dirty="0"/>
              <a:t>テキスト</a:t>
            </a:r>
            <a:endParaRPr kumimoji="1" lang="en-US" altLang="ja-JP" dirty="0"/>
          </a:p>
          <a:p>
            <a:pPr lvl="4"/>
            <a:r>
              <a:rPr kumimoji="1" lang="ja-JP" altLang="en-US" dirty="0"/>
              <a:t>テキスト</a:t>
            </a:r>
            <a:endParaRPr kumimoji="1" lang="en-US" altLang="ja-JP" dirty="0"/>
          </a:p>
        </p:txBody>
      </p:sp>
      <p:sp>
        <p:nvSpPr>
          <p:cNvPr id="4" name="タイトル 2">
            <a:extLst>
              <a:ext uri="{FF2B5EF4-FFF2-40B4-BE49-F238E27FC236}">
                <a16:creationId xmlns:a16="http://schemas.microsoft.com/office/drawing/2014/main" id="{DC4D89E1-6019-CD11-5098-6FDF8AC7601D}"/>
              </a:ext>
            </a:extLst>
          </p:cNvPr>
          <p:cNvSpPr>
            <a:spLocks noGrp="1"/>
          </p:cNvSpPr>
          <p:nvPr>
            <p:ph type="title" hasCustomPrompt="1"/>
          </p:nvPr>
        </p:nvSpPr>
        <p:spPr>
          <a:xfrm>
            <a:off x="399600" y="349200"/>
            <a:ext cx="9358425" cy="430371"/>
          </a:xfrm>
          <a:prstGeom prst="rect">
            <a:avLst/>
          </a:prstGeom>
        </p:spPr>
        <p:txBody>
          <a:bodyPr lIns="0" tIns="0" rIns="0"/>
          <a:lstStyle>
            <a:lvl1pPr>
              <a:defRPr kumimoji="1" lang="ja-JP" altLang="en-US" sz="2800" b="1" i="0" kern="1200" dirty="0">
                <a:solidFill>
                  <a:schemeClr val="bg2"/>
                </a:solidFill>
                <a:latin typeface="Yu Gothic" panose="020B0400000000000000" pitchFamily="34" charset="-128"/>
                <a:ea typeface="Yu Gothic" panose="020B0400000000000000" pitchFamily="34" charset="-128"/>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kumimoji="1" lang="ja-JP" altLang="en-US" dirty="0"/>
              <a:t>タイトルの書式設定</a:t>
            </a:r>
          </a:p>
        </p:txBody>
      </p:sp>
    </p:spTree>
    <p:extLst>
      <p:ext uri="{BB962C8B-B14F-4D97-AF65-F5344CB8AC3E}">
        <p14:creationId xmlns:p14="http://schemas.microsoft.com/office/powerpoint/2010/main" val="789644276"/>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本文ページ（BrandPromise）2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テキスト プレースホルダー 12">
            <a:extLst>
              <a:ext uri="{FF2B5EF4-FFF2-40B4-BE49-F238E27FC236}">
                <a16:creationId xmlns:a16="http://schemas.microsoft.com/office/drawing/2014/main" id="{5411DECF-C299-69A5-0451-143896502498}"/>
              </a:ext>
            </a:extLst>
          </p:cNvPr>
          <p:cNvSpPr>
            <a:spLocks noGrp="1"/>
          </p:cNvSpPr>
          <p:nvPr>
            <p:ph type="body" sz="quarter" idx="15" hasCustomPrompt="1"/>
          </p:nvPr>
        </p:nvSpPr>
        <p:spPr>
          <a:xfrm>
            <a:off x="817200" y="1270800"/>
            <a:ext cx="4948042" cy="4944102"/>
          </a:xfrm>
          <a:prstGeom prst="rect">
            <a:avLst/>
          </a:prstGeom>
        </p:spPr>
        <p:txBody>
          <a:bodyPr lIns="0" tIns="0" rIns="0" bIns="0">
            <a:noAutofit/>
          </a:bodyPr>
          <a:lstStyle>
            <a:lvl1pPr marL="179388" indent="-179388" defTabSz="479968">
              <a:buFont typeface="Arial" panose="020B0604020202020204" pitchFamily="34" charset="0"/>
              <a:buChar char="•"/>
              <a:defRPr sz="2800" b="0" i="0">
                <a:solidFill>
                  <a:schemeClr val="bg2"/>
                </a:solidFill>
                <a:latin typeface="Yu Gothic Medium" panose="020B0400000000000000" pitchFamily="34" charset="-128"/>
                <a:ea typeface="Yu Gothic Medium" panose="020B0400000000000000" pitchFamily="34" charset="-128"/>
              </a:defRPr>
            </a:lvl1pPr>
            <a:lvl2pPr marL="447675" indent="-180975">
              <a:defRPr b="0" i="0">
                <a:solidFill>
                  <a:schemeClr val="bg2"/>
                </a:solidFill>
                <a:latin typeface="Yu Gothic Medium" panose="020B0400000000000000" pitchFamily="34" charset="-128"/>
                <a:ea typeface="Yu Gothic Medium" panose="020B0400000000000000" pitchFamily="34" charset="-128"/>
              </a:defRPr>
            </a:lvl2pPr>
            <a:lvl3pPr marL="719138" indent="-180975">
              <a:defRPr b="0" i="0">
                <a:solidFill>
                  <a:schemeClr val="bg2"/>
                </a:solidFill>
                <a:latin typeface="Yu Gothic Medium" panose="020B0400000000000000" pitchFamily="34" charset="-128"/>
                <a:ea typeface="Yu Gothic Medium" panose="020B0400000000000000" pitchFamily="34" charset="-128"/>
              </a:defRPr>
            </a:lvl3pPr>
            <a:lvl4pPr marL="985838" indent="-180975">
              <a:defRPr b="0" i="0">
                <a:solidFill>
                  <a:schemeClr val="bg2"/>
                </a:solidFill>
                <a:latin typeface="Yu Gothic Medium" panose="020B0400000000000000" pitchFamily="34" charset="-128"/>
                <a:ea typeface="Yu Gothic Medium" panose="020B0400000000000000" pitchFamily="34" charset="-128"/>
              </a:defRPr>
            </a:lvl4pPr>
            <a:lvl5pPr marL="1257300" indent="-180975">
              <a:tabLst>
                <a:tab pos="1076325" algn="l"/>
              </a:tabLst>
              <a:defRPr b="0" i="0">
                <a:solidFill>
                  <a:schemeClr val="bg2"/>
                </a:solidFill>
                <a:latin typeface="Yu Gothic Medium" panose="020B0400000000000000" pitchFamily="34" charset="-128"/>
                <a:ea typeface="Yu Gothic Medium" panose="020B0400000000000000" pitchFamily="34" charset="-128"/>
              </a:defRPr>
            </a:lvl5pPr>
            <a:lvl6pPr>
              <a:defRPr b="0" i="0">
                <a:solidFill>
                  <a:schemeClr val="bg1"/>
                </a:solidFill>
                <a:latin typeface="Yu Gothic Medium" panose="020B0400000000000000" pitchFamily="34" charset="-128"/>
                <a:ea typeface="Yu Gothic Medium" panose="020B0400000000000000" pitchFamily="34" charset="-128"/>
              </a:defRPr>
            </a:lvl6pPr>
            <a:lvl7pPr>
              <a:defRPr b="0" i="0">
                <a:solidFill>
                  <a:schemeClr val="bg1"/>
                </a:solidFill>
              </a:defRPr>
            </a:lvl7pPr>
          </a:lstStyle>
          <a:p>
            <a:pPr lvl="0"/>
            <a:r>
              <a:rPr kumimoji="1" lang="ja-JP" altLang="en-US" dirty="0"/>
              <a:t>テキストの書式設定</a:t>
            </a:r>
            <a:endParaRPr kumimoji="1" lang="en-US" altLang="ja-JP" dirty="0"/>
          </a:p>
          <a:p>
            <a:pPr lvl="1"/>
            <a:r>
              <a:rPr kumimoji="1" lang="ja-JP" altLang="en-US" dirty="0"/>
              <a:t>テキスト</a:t>
            </a:r>
            <a:endParaRPr kumimoji="1" lang="en-US" altLang="ja-JP" dirty="0"/>
          </a:p>
          <a:p>
            <a:pPr lvl="2"/>
            <a:r>
              <a:rPr kumimoji="1" lang="ja-JP" altLang="en-US" dirty="0"/>
              <a:t>テキスト</a:t>
            </a:r>
            <a:endParaRPr kumimoji="1" lang="en-US" altLang="ja-JP" dirty="0"/>
          </a:p>
          <a:p>
            <a:pPr lvl="3"/>
            <a:r>
              <a:rPr kumimoji="1" lang="ja-JP" altLang="en-US" dirty="0"/>
              <a:t>テキスト</a:t>
            </a:r>
            <a:endParaRPr kumimoji="1" lang="en-US" altLang="ja-JP" dirty="0"/>
          </a:p>
          <a:p>
            <a:pPr lvl="4"/>
            <a:r>
              <a:rPr kumimoji="1" lang="ja-JP" altLang="en-US" dirty="0"/>
              <a:t>テキスト</a:t>
            </a:r>
            <a:endParaRPr kumimoji="1" lang="en-US" altLang="ja-JP" dirty="0"/>
          </a:p>
        </p:txBody>
      </p:sp>
      <p:sp>
        <p:nvSpPr>
          <p:cNvPr id="3" name="テキスト プレースホルダー 12">
            <a:extLst>
              <a:ext uri="{FF2B5EF4-FFF2-40B4-BE49-F238E27FC236}">
                <a16:creationId xmlns:a16="http://schemas.microsoft.com/office/drawing/2014/main" id="{8F4F74A1-4514-B98B-404D-67FD74B13826}"/>
              </a:ext>
            </a:extLst>
          </p:cNvPr>
          <p:cNvSpPr>
            <a:spLocks noGrp="1"/>
          </p:cNvSpPr>
          <p:nvPr>
            <p:ph type="body" sz="quarter" idx="18" hasCustomPrompt="1"/>
          </p:nvPr>
        </p:nvSpPr>
        <p:spPr>
          <a:xfrm>
            <a:off x="6428585" y="1282919"/>
            <a:ext cx="4950615" cy="4944102"/>
          </a:xfrm>
          <a:prstGeom prst="rect">
            <a:avLst/>
          </a:prstGeom>
        </p:spPr>
        <p:txBody>
          <a:bodyPr lIns="0" tIns="0" rIns="0" bIns="0">
            <a:noAutofit/>
          </a:bodyPr>
          <a:lstStyle>
            <a:lvl1pPr marL="179388" indent="-179388" defTabSz="479968">
              <a:buFont typeface="Arial" panose="020B0604020202020204" pitchFamily="34" charset="0"/>
              <a:buChar char="•"/>
              <a:defRPr sz="2800" b="0" i="0">
                <a:solidFill>
                  <a:schemeClr val="bg2"/>
                </a:solidFill>
                <a:latin typeface="Yu Gothic Medium" panose="020B0400000000000000" pitchFamily="34" charset="-128"/>
                <a:ea typeface="Yu Gothic Medium" panose="020B0400000000000000" pitchFamily="34" charset="-128"/>
              </a:defRPr>
            </a:lvl1pPr>
            <a:lvl2pPr marL="447675" indent="-180975">
              <a:defRPr b="0" i="0">
                <a:solidFill>
                  <a:schemeClr val="bg2"/>
                </a:solidFill>
                <a:latin typeface="Yu Gothic Medium" panose="020B0400000000000000" pitchFamily="34" charset="-128"/>
                <a:ea typeface="Yu Gothic Medium" panose="020B0400000000000000" pitchFamily="34" charset="-128"/>
              </a:defRPr>
            </a:lvl2pPr>
            <a:lvl3pPr marL="719138" indent="-180975">
              <a:defRPr b="0" i="0">
                <a:solidFill>
                  <a:schemeClr val="bg2"/>
                </a:solidFill>
                <a:latin typeface="Yu Gothic Medium" panose="020B0400000000000000" pitchFamily="34" charset="-128"/>
                <a:ea typeface="Yu Gothic Medium" panose="020B0400000000000000" pitchFamily="34" charset="-128"/>
              </a:defRPr>
            </a:lvl3pPr>
            <a:lvl4pPr marL="985838" indent="-180975">
              <a:defRPr b="0" i="0">
                <a:solidFill>
                  <a:schemeClr val="bg2"/>
                </a:solidFill>
                <a:latin typeface="Yu Gothic Medium" panose="020B0400000000000000" pitchFamily="34" charset="-128"/>
                <a:ea typeface="Yu Gothic Medium" panose="020B0400000000000000" pitchFamily="34" charset="-128"/>
              </a:defRPr>
            </a:lvl4pPr>
            <a:lvl5pPr marL="1257300" indent="-180975">
              <a:tabLst>
                <a:tab pos="1076325" algn="l"/>
              </a:tabLst>
              <a:defRPr b="0" i="0">
                <a:solidFill>
                  <a:schemeClr val="bg2"/>
                </a:solidFill>
                <a:latin typeface="Yu Gothic Medium" panose="020B0400000000000000" pitchFamily="34" charset="-128"/>
                <a:ea typeface="Yu Gothic Medium" panose="020B0400000000000000" pitchFamily="34" charset="-128"/>
              </a:defRPr>
            </a:lvl5pPr>
            <a:lvl6pPr>
              <a:defRPr b="0" i="0">
                <a:solidFill>
                  <a:schemeClr val="bg1"/>
                </a:solidFill>
                <a:latin typeface="Yu Gothic Medium" panose="020B0400000000000000" pitchFamily="34" charset="-128"/>
                <a:ea typeface="Yu Gothic Medium" panose="020B0400000000000000" pitchFamily="34" charset="-128"/>
              </a:defRPr>
            </a:lvl6pPr>
            <a:lvl7pPr>
              <a:defRPr b="0" i="0">
                <a:solidFill>
                  <a:schemeClr val="bg1"/>
                </a:solidFill>
              </a:defRPr>
            </a:lvl7pPr>
          </a:lstStyle>
          <a:p>
            <a:pPr lvl="0"/>
            <a:r>
              <a:rPr kumimoji="1" lang="ja-JP" altLang="en-US" dirty="0"/>
              <a:t>テキストの書式設定</a:t>
            </a:r>
            <a:endParaRPr kumimoji="1" lang="en-US" altLang="ja-JP" dirty="0"/>
          </a:p>
          <a:p>
            <a:pPr lvl="1"/>
            <a:r>
              <a:rPr kumimoji="1" lang="ja-JP" altLang="en-US" dirty="0"/>
              <a:t>テキスト</a:t>
            </a:r>
            <a:endParaRPr kumimoji="1" lang="en-US" altLang="ja-JP" dirty="0"/>
          </a:p>
          <a:p>
            <a:pPr lvl="2"/>
            <a:r>
              <a:rPr kumimoji="1" lang="ja-JP" altLang="en-US" dirty="0"/>
              <a:t>テキスト</a:t>
            </a:r>
            <a:endParaRPr kumimoji="1" lang="en-US" altLang="ja-JP" dirty="0"/>
          </a:p>
          <a:p>
            <a:pPr lvl="3"/>
            <a:r>
              <a:rPr kumimoji="1" lang="ja-JP" altLang="en-US" dirty="0"/>
              <a:t>テキスト</a:t>
            </a:r>
            <a:endParaRPr kumimoji="1" lang="en-US" altLang="ja-JP" dirty="0"/>
          </a:p>
          <a:p>
            <a:pPr lvl="4"/>
            <a:r>
              <a:rPr kumimoji="1" lang="ja-JP" altLang="en-US" dirty="0"/>
              <a:t>テキスト</a:t>
            </a:r>
            <a:endParaRPr kumimoji="1" lang="en-US" altLang="ja-JP" dirty="0"/>
          </a:p>
        </p:txBody>
      </p:sp>
      <p:sp>
        <p:nvSpPr>
          <p:cNvPr id="5" name="Date Placeholder 3">
            <a:extLst>
              <a:ext uri="{FF2B5EF4-FFF2-40B4-BE49-F238E27FC236}">
                <a16:creationId xmlns:a16="http://schemas.microsoft.com/office/drawing/2014/main" id="{A3D03859-B735-5B46-EA88-4FE6F7498165}"/>
              </a:ext>
            </a:extLst>
          </p:cNvPr>
          <p:cNvSpPr txBox="1">
            <a:spLocks/>
          </p:cNvSpPr>
          <p:nvPr userDrawn="1"/>
        </p:nvSpPr>
        <p:spPr>
          <a:xfrm>
            <a:off x="325402" y="6394865"/>
            <a:ext cx="2743200" cy="331932"/>
          </a:xfrm>
          <a:prstGeom prst="rect">
            <a:avLst/>
          </a:prstGeom>
        </p:spPr>
        <p:txBody>
          <a:bodyPr/>
          <a:lstStyle>
            <a:defPPr>
              <a:defRPr lang="en-US"/>
            </a:defPPr>
            <a:lvl1pPr marL="0" algn="l" defTabSz="304670" rtl="0" eaLnBrk="1" latinLnBrk="0" hangingPunct="1">
              <a:defRPr sz="20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pPr algn="l"/>
            <a:r>
              <a:rPr kumimoji="1" lang="en" altLang="ja-JP" sz="700" dirty="0">
                <a:solidFill>
                  <a:schemeClr val="bg2"/>
                </a:solidFill>
              </a:rPr>
              <a:t>ⓒ ITOCHU Techno-Solutions Corporation</a:t>
            </a:r>
            <a:endParaRPr kumimoji="1" lang="ja-JP" altLang="en-US" sz="700">
              <a:solidFill>
                <a:schemeClr val="bg2"/>
              </a:solidFill>
            </a:endParaRPr>
          </a:p>
        </p:txBody>
      </p:sp>
      <p:sp>
        <p:nvSpPr>
          <p:cNvPr id="6" name="Slide Number Placeholder 5">
            <a:extLst>
              <a:ext uri="{FF2B5EF4-FFF2-40B4-BE49-F238E27FC236}">
                <a16:creationId xmlns:a16="http://schemas.microsoft.com/office/drawing/2014/main" id="{DE052843-D2AD-DFE5-DECC-ED205632FF2D}"/>
              </a:ext>
            </a:extLst>
          </p:cNvPr>
          <p:cNvSpPr txBox="1">
            <a:spLocks/>
          </p:cNvSpPr>
          <p:nvPr userDrawn="1"/>
        </p:nvSpPr>
        <p:spPr>
          <a:xfrm>
            <a:off x="9133618" y="6326799"/>
            <a:ext cx="2743200" cy="299462"/>
          </a:xfrm>
          <a:prstGeom prst="rect">
            <a:avLst/>
          </a:prstGeom>
        </p:spPr>
        <p:txBody>
          <a:bodyPr anchor="b"/>
          <a:lstStyle>
            <a:defPPr>
              <a:defRPr lang="en-US"/>
            </a:defPPr>
            <a:lvl1pPr marL="0" algn="r" defTabSz="304670" rtl="0" eaLnBrk="1" latinLnBrk="0" hangingPunct="1">
              <a:defRPr sz="16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fld id="{F61D7DA0-AA9A-8342-BE3E-6EB34F8DE2BC}" type="slidenum">
              <a:rPr kumimoji="1" lang="ja-JP" altLang="en-US" sz="1600" smtClean="0">
                <a:solidFill>
                  <a:schemeClr val="bg2"/>
                </a:solidFill>
              </a:rPr>
              <a:pPr/>
              <a:t>‹#›</a:t>
            </a:fld>
            <a:endParaRPr kumimoji="1" lang="ja-JP" altLang="en-US" sz="1600">
              <a:solidFill>
                <a:schemeClr val="bg2"/>
              </a:solidFill>
            </a:endParaRPr>
          </a:p>
        </p:txBody>
      </p:sp>
      <p:sp>
        <p:nvSpPr>
          <p:cNvPr id="4" name="タイトル 2">
            <a:extLst>
              <a:ext uri="{FF2B5EF4-FFF2-40B4-BE49-F238E27FC236}">
                <a16:creationId xmlns:a16="http://schemas.microsoft.com/office/drawing/2014/main" id="{124C8BBD-F76E-BFF3-575B-EF57C8A464F2}"/>
              </a:ext>
            </a:extLst>
          </p:cNvPr>
          <p:cNvSpPr>
            <a:spLocks noGrp="1"/>
          </p:cNvSpPr>
          <p:nvPr>
            <p:ph type="title" hasCustomPrompt="1"/>
          </p:nvPr>
        </p:nvSpPr>
        <p:spPr>
          <a:xfrm>
            <a:off x="399600" y="349200"/>
            <a:ext cx="9358425" cy="430371"/>
          </a:xfrm>
          <a:prstGeom prst="rect">
            <a:avLst/>
          </a:prstGeom>
        </p:spPr>
        <p:txBody>
          <a:bodyPr lIns="0" tIns="0" rIns="0"/>
          <a:lstStyle>
            <a:lvl1pPr>
              <a:defRPr kumimoji="1" lang="ja-JP" altLang="en-US" sz="2800" b="1" i="0" kern="1200" dirty="0">
                <a:solidFill>
                  <a:schemeClr val="bg2"/>
                </a:solidFill>
                <a:latin typeface="Yu Gothic" panose="020B0400000000000000" pitchFamily="34" charset="-128"/>
                <a:ea typeface="Yu Gothic" panose="020B0400000000000000" pitchFamily="34" charset="-128"/>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kumimoji="1" lang="ja-JP" altLang="en-US" dirty="0"/>
              <a:t>タイトルの書式設定</a:t>
            </a:r>
          </a:p>
        </p:txBody>
      </p:sp>
    </p:spTree>
    <p:extLst>
      <p:ext uri="{BB962C8B-B14F-4D97-AF65-F5344CB8AC3E}">
        <p14:creationId xmlns:p14="http://schemas.microsoft.com/office/powerpoint/2010/main" val="2822937528"/>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裏表紙（BrandPromis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59596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theme" Target="../theme/theme2.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95801203"/>
      </p:ext>
    </p:extLst>
  </p:cSld>
  <p:clrMap bg1="lt1" tx1="dk1" bg2="lt2" tx2="dk2" accent1="accent1" accent2="accent2" accent3="accent3" accent4="accent4" accent5="accent5" accent6="accent6" hlink="hlink" folHlink="folHlink"/>
  <p:sldLayoutIdLst>
    <p:sldLayoutId id="2147483696" r:id="rId1"/>
    <p:sldLayoutId id="2147483721" r:id="rId2"/>
    <p:sldLayoutId id="2147483697" r:id="rId3"/>
    <p:sldLayoutId id="2147483698" r:id="rId4"/>
    <p:sldLayoutId id="2147483699" r:id="rId5"/>
    <p:sldLayoutId id="2147483700" r:id="rId6"/>
    <p:sldLayoutId id="2147483701" r:id="rId7"/>
    <p:sldLayoutId id="2147483702" r:id="rId8"/>
    <p:sldLayoutId id="2147483703" r:id="rId9"/>
    <p:sldLayoutId id="2147483717" r:id="rId10"/>
    <p:sldLayoutId id="2147483720" r:id="rId11"/>
    <p:sldLayoutId id="2147483733" r:id="rId12"/>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00">
          <p15:clr>
            <a:srgbClr val="F26B43"/>
          </p15:clr>
        </p15:guide>
        <p15:guide id="2" pos="512">
          <p15:clr>
            <a:srgbClr val="F26B43"/>
          </p15:clr>
        </p15:guide>
        <p15:guide id="3" pos="7168">
          <p15:clr>
            <a:srgbClr val="F26B43"/>
          </p15:clr>
        </p15:guide>
        <p15:guide id="4" orient="horz" pos="1093">
          <p15:clr>
            <a:srgbClr val="F26B43"/>
          </p15:clr>
        </p15:guide>
        <p15:guide id="5" orient="horz" pos="391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012548"/>
        </a:solidFill>
        <a:effectLst/>
      </p:bgPr>
    </p:bg>
    <p:spTree>
      <p:nvGrpSpPr>
        <p:cNvPr id="1" name=""/>
        <p:cNvGrpSpPr/>
        <p:nvPr/>
      </p:nvGrpSpPr>
      <p:grpSpPr>
        <a:xfrm>
          <a:off x="0" y="0"/>
          <a:ext cx="0" cy="0"/>
          <a:chOff x="0" y="0"/>
          <a:chExt cx="0" cy="0"/>
        </a:xfrm>
      </p:grpSpPr>
      <p:grpSp>
        <p:nvGrpSpPr>
          <p:cNvPr id="102" name="グループ化 101">
            <a:extLst>
              <a:ext uri="{FF2B5EF4-FFF2-40B4-BE49-F238E27FC236}">
                <a16:creationId xmlns:a16="http://schemas.microsoft.com/office/drawing/2014/main" id="{2A6515A1-C749-A0BC-346F-9E9C625C5863}"/>
              </a:ext>
            </a:extLst>
          </p:cNvPr>
          <p:cNvGrpSpPr/>
          <p:nvPr userDrawn="1"/>
        </p:nvGrpSpPr>
        <p:grpSpPr>
          <a:xfrm>
            <a:off x="-2646410" y="0"/>
            <a:ext cx="2427336" cy="3886563"/>
            <a:chOff x="-2646410" y="0"/>
            <a:chExt cx="2427336" cy="3886563"/>
          </a:xfrm>
        </p:grpSpPr>
        <p:grpSp>
          <p:nvGrpSpPr>
            <p:cNvPr id="103" name="グループ化 102">
              <a:extLst>
                <a:ext uri="{FF2B5EF4-FFF2-40B4-BE49-F238E27FC236}">
                  <a16:creationId xmlns:a16="http://schemas.microsoft.com/office/drawing/2014/main" id="{19C9587B-15BF-A9AB-0C96-71EB75119A11}"/>
                </a:ext>
              </a:extLst>
            </p:cNvPr>
            <p:cNvGrpSpPr/>
            <p:nvPr userDrawn="1"/>
          </p:nvGrpSpPr>
          <p:grpSpPr>
            <a:xfrm>
              <a:off x="-2646407" y="4228"/>
              <a:ext cx="377678" cy="1861107"/>
              <a:chOff x="-3408415" y="-29139"/>
              <a:chExt cx="452007" cy="2227368"/>
            </a:xfrm>
          </p:grpSpPr>
          <p:grpSp>
            <p:nvGrpSpPr>
              <p:cNvPr id="146" name="グループ化 145">
                <a:extLst>
                  <a:ext uri="{FF2B5EF4-FFF2-40B4-BE49-F238E27FC236}">
                    <a16:creationId xmlns:a16="http://schemas.microsoft.com/office/drawing/2014/main" id="{B6FE1A51-6305-DC4F-77C3-52DABE489F12}"/>
                  </a:ext>
                </a:extLst>
              </p:cNvPr>
              <p:cNvGrpSpPr/>
              <p:nvPr userDrawn="1"/>
            </p:nvGrpSpPr>
            <p:grpSpPr>
              <a:xfrm>
                <a:off x="-3408415" y="123410"/>
                <a:ext cx="452007" cy="2074819"/>
                <a:chOff x="-2709812" y="0"/>
                <a:chExt cx="763449" cy="3504430"/>
              </a:xfrm>
            </p:grpSpPr>
            <p:sp>
              <p:nvSpPr>
                <p:cNvPr id="148" name="正方形/長方形 147">
                  <a:extLst>
                    <a:ext uri="{FF2B5EF4-FFF2-40B4-BE49-F238E27FC236}">
                      <a16:creationId xmlns:a16="http://schemas.microsoft.com/office/drawing/2014/main" id="{C5DBBDCB-3CE3-30FC-A7B9-01E60F0D3B6B}"/>
                    </a:ext>
                  </a:extLst>
                </p:cNvPr>
                <p:cNvSpPr/>
                <p:nvPr userDrawn="1"/>
              </p:nvSpPr>
              <p:spPr>
                <a:xfrm>
                  <a:off x="-2709812" y="0"/>
                  <a:ext cx="763449" cy="71680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lang="ja-JP" altLang="en-US" b="0" i="0" u="none" strike="noStrike" cap="none" spc="0" normalizeH="0" baseline="0" noProof="0" dirty="0">
                    <a:ln>
                      <a:noFill/>
                    </a:ln>
                    <a:solidFill>
                      <a:srgbClr val="005CCA"/>
                    </a:solidFill>
                    <a:effectLst/>
                    <a:uLnTx/>
                    <a:uFillTx/>
                    <a:latin typeface="游ゴシック Medium"/>
                    <a:ea typeface="游ゴシック Medium"/>
                  </a:endParaRPr>
                </a:p>
              </p:txBody>
            </p:sp>
            <p:sp>
              <p:nvSpPr>
                <p:cNvPr id="149" name="正方形/長方形 148">
                  <a:extLst>
                    <a:ext uri="{FF2B5EF4-FFF2-40B4-BE49-F238E27FC236}">
                      <a16:creationId xmlns:a16="http://schemas.microsoft.com/office/drawing/2014/main" id="{B55946F3-4F27-B931-8272-0BE2CFD6E60E}"/>
                    </a:ext>
                  </a:extLst>
                </p:cNvPr>
                <p:cNvSpPr/>
                <p:nvPr userDrawn="1"/>
              </p:nvSpPr>
              <p:spPr>
                <a:xfrm>
                  <a:off x="-2709812" y="929207"/>
                  <a:ext cx="763449" cy="716809"/>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lang="ja-JP" altLang="en-US" b="0" i="0" u="none" strike="noStrike" cap="none" spc="0" normalizeH="0" baseline="0" noProof="0" dirty="0">
                    <a:ln>
                      <a:noFill/>
                    </a:ln>
                    <a:solidFill>
                      <a:srgbClr val="005CCA"/>
                    </a:solidFill>
                    <a:effectLst/>
                    <a:uLnTx/>
                    <a:uFillTx/>
                    <a:latin typeface="游ゴシック Medium"/>
                    <a:ea typeface="游ゴシック Medium"/>
                  </a:endParaRPr>
                </a:p>
              </p:txBody>
            </p:sp>
            <p:sp>
              <p:nvSpPr>
                <p:cNvPr id="150" name="正方形/長方形 149">
                  <a:extLst>
                    <a:ext uri="{FF2B5EF4-FFF2-40B4-BE49-F238E27FC236}">
                      <a16:creationId xmlns:a16="http://schemas.microsoft.com/office/drawing/2014/main" id="{236D03E7-F13E-9EBA-BD8C-AC69BCD60757}"/>
                    </a:ext>
                  </a:extLst>
                </p:cNvPr>
                <p:cNvSpPr/>
                <p:nvPr userDrawn="1"/>
              </p:nvSpPr>
              <p:spPr>
                <a:xfrm>
                  <a:off x="-2709812" y="1858417"/>
                  <a:ext cx="763449" cy="71680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lang="ja-JP" altLang="en-US" b="0" i="0" u="none" strike="noStrike" cap="none" spc="0" normalizeH="0" baseline="0" noProof="0">
                    <a:ln>
                      <a:noFill/>
                    </a:ln>
                    <a:solidFill>
                      <a:srgbClr val="005CCA"/>
                    </a:solidFill>
                    <a:effectLst/>
                    <a:uLnTx/>
                    <a:uFillTx/>
                    <a:latin typeface="游ゴシック Medium"/>
                    <a:ea typeface="游ゴシック Medium"/>
                  </a:endParaRPr>
                </a:p>
              </p:txBody>
            </p:sp>
            <p:sp>
              <p:nvSpPr>
                <p:cNvPr id="151" name="正方形/長方形 150">
                  <a:extLst>
                    <a:ext uri="{FF2B5EF4-FFF2-40B4-BE49-F238E27FC236}">
                      <a16:creationId xmlns:a16="http://schemas.microsoft.com/office/drawing/2014/main" id="{DA49A960-13EB-D5D9-8D00-6EFE7F3E2818}"/>
                    </a:ext>
                  </a:extLst>
                </p:cNvPr>
                <p:cNvSpPr/>
                <p:nvPr userDrawn="1"/>
              </p:nvSpPr>
              <p:spPr>
                <a:xfrm>
                  <a:off x="-2709812" y="2787621"/>
                  <a:ext cx="763449" cy="716809"/>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lang="ja-JP" altLang="en-US" b="0" i="0" u="none" strike="noStrike" cap="none" spc="0" normalizeH="0" baseline="0" noProof="0">
                    <a:ln>
                      <a:noFill/>
                    </a:ln>
                    <a:solidFill>
                      <a:srgbClr val="005CCA"/>
                    </a:solidFill>
                    <a:effectLst/>
                    <a:uLnTx/>
                    <a:uFillTx/>
                    <a:latin typeface="游ゴシック Medium"/>
                    <a:ea typeface="游ゴシック Medium"/>
                  </a:endParaRPr>
                </a:p>
              </p:txBody>
            </p:sp>
          </p:grpSp>
          <p:sp>
            <p:nvSpPr>
              <p:cNvPr id="147" name="正方形/長方形 146">
                <a:extLst>
                  <a:ext uri="{FF2B5EF4-FFF2-40B4-BE49-F238E27FC236}">
                    <a16:creationId xmlns:a16="http://schemas.microsoft.com/office/drawing/2014/main" id="{7A7151D1-90FE-BC82-CEDE-BC2863D2D256}"/>
                  </a:ext>
                </a:extLst>
              </p:cNvPr>
              <p:cNvSpPr/>
              <p:nvPr userDrawn="1"/>
            </p:nvSpPr>
            <p:spPr>
              <a:xfrm>
                <a:off x="-3333738" y="-29139"/>
                <a:ext cx="302661" cy="10657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游ゴシック Medium"/>
                    <a:ea typeface="游ゴシック Medium"/>
                    <a:cs typeface="+mn-cs"/>
                  </a:rPr>
                  <a:t>1</a:t>
                </a:r>
                <a:endParaRPr kumimoji="1" lang="ja-JP" altLang="en-US" sz="1200" b="0" i="0" u="none" strike="noStrike" kern="1200" cap="none" spc="0" normalizeH="0" baseline="0" noProof="0" dirty="0">
                  <a:ln>
                    <a:noFill/>
                  </a:ln>
                  <a:solidFill>
                    <a:srgbClr val="000000"/>
                  </a:solidFill>
                  <a:effectLst/>
                  <a:uLnTx/>
                  <a:uFillTx/>
                  <a:latin typeface="游ゴシック Medium"/>
                  <a:ea typeface="游ゴシック Medium"/>
                  <a:cs typeface="+mn-cs"/>
                </a:endParaRPr>
              </a:p>
            </p:txBody>
          </p:sp>
        </p:grpSp>
        <p:grpSp>
          <p:nvGrpSpPr>
            <p:cNvPr id="104" name="グループ化 103">
              <a:extLst>
                <a:ext uri="{FF2B5EF4-FFF2-40B4-BE49-F238E27FC236}">
                  <a16:creationId xmlns:a16="http://schemas.microsoft.com/office/drawing/2014/main" id="{BB3B4968-03F7-EFB5-9D05-1226DCE43BC3}"/>
                </a:ext>
              </a:extLst>
            </p:cNvPr>
            <p:cNvGrpSpPr/>
            <p:nvPr userDrawn="1"/>
          </p:nvGrpSpPr>
          <p:grpSpPr>
            <a:xfrm>
              <a:off x="-1963191" y="0"/>
              <a:ext cx="377678" cy="1865335"/>
              <a:chOff x="-2590733" y="-34199"/>
              <a:chExt cx="452006" cy="2232435"/>
            </a:xfrm>
          </p:grpSpPr>
          <p:grpSp>
            <p:nvGrpSpPr>
              <p:cNvPr id="140" name="グループ化 139">
                <a:extLst>
                  <a:ext uri="{FF2B5EF4-FFF2-40B4-BE49-F238E27FC236}">
                    <a16:creationId xmlns:a16="http://schemas.microsoft.com/office/drawing/2014/main" id="{40870C4B-4B8C-762F-1233-8CA263DD493D}"/>
                  </a:ext>
                </a:extLst>
              </p:cNvPr>
              <p:cNvGrpSpPr/>
              <p:nvPr userDrawn="1"/>
            </p:nvGrpSpPr>
            <p:grpSpPr>
              <a:xfrm>
                <a:off x="-2590733" y="123410"/>
                <a:ext cx="452006" cy="2074826"/>
                <a:chOff x="-1330808" y="19671"/>
                <a:chExt cx="763449" cy="3504430"/>
              </a:xfrm>
            </p:grpSpPr>
            <p:sp>
              <p:nvSpPr>
                <p:cNvPr id="142" name="正方形/長方形 141">
                  <a:extLst>
                    <a:ext uri="{FF2B5EF4-FFF2-40B4-BE49-F238E27FC236}">
                      <a16:creationId xmlns:a16="http://schemas.microsoft.com/office/drawing/2014/main" id="{07B4AAAF-C516-C67C-186D-AB136F2C776D}"/>
                    </a:ext>
                  </a:extLst>
                </p:cNvPr>
                <p:cNvSpPr/>
                <p:nvPr userDrawn="1"/>
              </p:nvSpPr>
              <p:spPr>
                <a:xfrm>
                  <a:off x="-1330808" y="19671"/>
                  <a:ext cx="763449" cy="7168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lang="ja-JP" altLang="en-US" b="0" i="0" u="none" strike="noStrike" cap="none" spc="0" normalizeH="0" baseline="0" noProof="0" dirty="0">
                    <a:ln>
                      <a:noFill/>
                    </a:ln>
                    <a:solidFill>
                      <a:srgbClr val="005CCA"/>
                    </a:solidFill>
                    <a:effectLst/>
                    <a:uLnTx/>
                    <a:uFillTx/>
                    <a:latin typeface="游ゴシック Medium"/>
                    <a:ea typeface="游ゴシック Medium"/>
                  </a:endParaRPr>
                </a:p>
              </p:txBody>
            </p:sp>
            <p:sp>
              <p:nvSpPr>
                <p:cNvPr id="143" name="正方形/長方形 142">
                  <a:extLst>
                    <a:ext uri="{FF2B5EF4-FFF2-40B4-BE49-F238E27FC236}">
                      <a16:creationId xmlns:a16="http://schemas.microsoft.com/office/drawing/2014/main" id="{AABC157E-89C4-C3A2-79E3-A95F9497C9D7}"/>
                    </a:ext>
                  </a:extLst>
                </p:cNvPr>
                <p:cNvSpPr/>
                <p:nvPr userDrawn="1"/>
              </p:nvSpPr>
              <p:spPr>
                <a:xfrm>
                  <a:off x="-1330808" y="948878"/>
                  <a:ext cx="763449" cy="716808"/>
                </a:xfrm>
                <a:prstGeom prst="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lang="ja-JP" altLang="en-US" b="0" i="0" u="none" strike="noStrike" cap="none" spc="0" normalizeH="0" baseline="0" noProof="0" dirty="0">
                    <a:ln>
                      <a:noFill/>
                    </a:ln>
                    <a:solidFill>
                      <a:srgbClr val="005CCA"/>
                    </a:solidFill>
                    <a:effectLst/>
                    <a:uLnTx/>
                    <a:uFillTx/>
                    <a:latin typeface="游ゴシック Medium"/>
                    <a:ea typeface="游ゴシック Medium"/>
                  </a:endParaRPr>
                </a:p>
              </p:txBody>
            </p:sp>
            <p:sp>
              <p:nvSpPr>
                <p:cNvPr id="144" name="正方形/長方形 143">
                  <a:extLst>
                    <a:ext uri="{FF2B5EF4-FFF2-40B4-BE49-F238E27FC236}">
                      <a16:creationId xmlns:a16="http://schemas.microsoft.com/office/drawing/2014/main" id="{3E8B0085-338C-84C0-240F-C5979C644520}"/>
                    </a:ext>
                  </a:extLst>
                </p:cNvPr>
                <p:cNvSpPr/>
                <p:nvPr userDrawn="1"/>
              </p:nvSpPr>
              <p:spPr>
                <a:xfrm>
                  <a:off x="-1330808" y="1878086"/>
                  <a:ext cx="763449" cy="716808"/>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lang="ja-JP" altLang="en-US" b="0" i="0" u="none" strike="noStrike" cap="none" spc="0" normalizeH="0" baseline="0" noProof="0">
                    <a:ln>
                      <a:noFill/>
                    </a:ln>
                    <a:solidFill>
                      <a:srgbClr val="005CCA"/>
                    </a:solidFill>
                    <a:effectLst/>
                    <a:uLnTx/>
                    <a:uFillTx/>
                    <a:latin typeface="游ゴシック Medium"/>
                    <a:ea typeface="游ゴシック Medium"/>
                  </a:endParaRPr>
                </a:p>
              </p:txBody>
            </p:sp>
            <p:sp>
              <p:nvSpPr>
                <p:cNvPr id="145" name="正方形/長方形 144">
                  <a:extLst>
                    <a:ext uri="{FF2B5EF4-FFF2-40B4-BE49-F238E27FC236}">
                      <a16:creationId xmlns:a16="http://schemas.microsoft.com/office/drawing/2014/main" id="{1EAE1E9D-4608-F208-B806-081AF05F2419}"/>
                    </a:ext>
                  </a:extLst>
                </p:cNvPr>
                <p:cNvSpPr/>
                <p:nvPr userDrawn="1"/>
              </p:nvSpPr>
              <p:spPr>
                <a:xfrm>
                  <a:off x="-1330808" y="2807293"/>
                  <a:ext cx="763449" cy="716808"/>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lang="ja-JP" altLang="en-US" b="0" i="0" u="none" strike="noStrike" cap="none" spc="0" normalizeH="0" baseline="0" noProof="0">
                    <a:ln>
                      <a:noFill/>
                    </a:ln>
                    <a:solidFill>
                      <a:srgbClr val="005CCA"/>
                    </a:solidFill>
                    <a:effectLst/>
                    <a:uLnTx/>
                    <a:uFillTx/>
                    <a:latin typeface="游ゴシック Medium"/>
                    <a:ea typeface="游ゴシック Medium"/>
                  </a:endParaRPr>
                </a:p>
              </p:txBody>
            </p:sp>
          </p:grpSp>
          <p:sp>
            <p:nvSpPr>
              <p:cNvPr id="141" name="正方形/長方形 140">
                <a:extLst>
                  <a:ext uri="{FF2B5EF4-FFF2-40B4-BE49-F238E27FC236}">
                    <a16:creationId xmlns:a16="http://schemas.microsoft.com/office/drawing/2014/main" id="{45281B4E-3FC9-2CAE-9D3A-531038B9295A}"/>
                  </a:ext>
                </a:extLst>
              </p:cNvPr>
              <p:cNvSpPr/>
              <p:nvPr userDrawn="1"/>
            </p:nvSpPr>
            <p:spPr>
              <a:xfrm>
                <a:off x="-2516059" y="-34199"/>
                <a:ext cx="302661" cy="10657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游ゴシック Medium"/>
                    <a:ea typeface="游ゴシック Medium"/>
                    <a:cs typeface="+mn-cs"/>
                  </a:rPr>
                  <a:t>2</a:t>
                </a:r>
              </a:p>
            </p:txBody>
          </p:sp>
        </p:grpSp>
        <p:grpSp>
          <p:nvGrpSpPr>
            <p:cNvPr id="105" name="グループ化 104">
              <a:extLst>
                <a:ext uri="{FF2B5EF4-FFF2-40B4-BE49-F238E27FC236}">
                  <a16:creationId xmlns:a16="http://schemas.microsoft.com/office/drawing/2014/main" id="{2E766990-C27E-EA55-1781-F033EDF09B32}"/>
                </a:ext>
              </a:extLst>
            </p:cNvPr>
            <p:cNvGrpSpPr/>
            <p:nvPr userDrawn="1"/>
          </p:nvGrpSpPr>
          <p:grpSpPr>
            <a:xfrm>
              <a:off x="-2646410" y="2018118"/>
              <a:ext cx="377678" cy="1868445"/>
              <a:chOff x="-3408411" y="2381088"/>
              <a:chExt cx="452006" cy="2236157"/>
            </a:xfrm>
          </p:grpSpPr>
          <p:grpSp>
            <p:nvGrpSpPr>
              <p:cNvPr id="134" name="グループ化 133">
                <a:extLst>
                  <a:ext uri="{FF2B5EF4-FFF2-40B4-BE49-F238E27FC236}">
                    <a16:creationId xmlns:a16="http://schemas.microsoft.com/office/drawing/2014/main" id="{F2683BAA-BB59-78DB-06E7-869C1221F5D6}"/>
                  </a:ext>
                </a:extLst>
              </p:cNvPr>
              <p:cNvGrpSpPr/>
              <p:nvPr userDrawn="1"/>
            </p:nvGrpSpPr>
            <p:grpSpPr>
              <a:xfrm>
                <a:off x="-3408411" y="2542419"/>
                <a:ext cx="452006" cy="2074826"/>
                <a:chOff x="-1330809" y="3775503"/>
                <a:chExt cx="763449" cy="3504430"/>
              </a:xfrm>
            </p:grpSpPr>
            <p:sp>
              <p:nvSpPr>
                <p:cNvPr id="136" name="正方形/長方形 135">
                  <a:extLst>
                    <a:ext uri="{FF2B5EF4-FFF2-40B4-BE49-F238E27FC236}">
                      <a16:creationId xmlns:a16="http://schemas.microsoft.com/office/drawing/2014/main" id="{7D1A4794-6B14-F565-B081-495B32B5C4FF}"/>
                    </a:ext>
                  </a:extLst>
                </p:cNvPr>
                <p:cNvSpPr/>
                <p:nvPr userDrawn="1"/>
              </p:nvSpPr>
              <p:spPr>
                <a:xfrm>
                  <a:off x="-1330809" y="3775503"/>
                  <a:ext cx="763449" cy="71680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srgbClr val="005CCA"/>
                    </a:solidFill>
                    <a:effectLst/>
                    <a:uLnTx/>
                    <a:uFillTx/>
                    <a:latin typeface="游ゴシック Medium"/>
                    <a:ea typeface="游ゴシック Medium"/>
                    <a:cs typeface="+mn-cs"/>
                  </a:endParaRPr>
                </a:p>
              </p:txBody>
            </p:sp>
            <p:sp>
              <p:nvSpPr>
                <p:cNvPr id="137" name="正方形/長方形 136">
                  <a:extLst>
                    <a:ext uri="{FF2B5EF4-FFF2-40B4-BE49-F238E27FC236}">
                      <a16:creationId xmlns:a16="http://schemas.microsoft.com/office/drawing/2014/main" id="{3DFEE7B0-E14B-4F30-E950-763555BBEE1F}"/>
                    </a:ext>
                  </a:extLst>
                </p:cNvPr>
                <p:cNvSpPr/>
                <p:nvPr userDrawn="1"/>
              </p:nvSpPr>
              <p:spPr>
                <a:xfrm>
                  <a:off x="-1330809" y="4704710"/>
                  <a:ext cx="763449" cy="716808"/>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srgbClr val="005CCA"/>
                    </a:solidFill>
                    <a:effectLst/>
                    <a:uLnTx/>
                    <a:uFillTx/>
                    <a:latin typeface="游ゴシック Medium"/>
                    <a:ea typeface="游ゴシック Medium"/>
                    <a:cs typeface="+mn-cs"/>
                  </a:endParaRPr>
                </a:p>
              </p:txBody>
            </p:sp>
            <p:sp>
              <p:nvSpPr>
                <p:cNvPr id="138" name="正方形/長方形 137">
                  <a:extLst>
                    <a:ext uri="{FF2B5EF4-FFF2-40B4-BE49-F238E27FC236}">
                      <a16:creationId xmlns:a16="http://schemas.microsoft.com/office/drawing/2014/main" id="{2FC9360E-B924-EA87-A03C-E03C9061289F}"/>
                    </a:ext>
                  </a:extLst>
                </p:cNvPr>
                <p:cNvSpPr/>
                <p:nvPr userDrawn="1"/>
              </p:nvSpPr>
              <p:spPr>
                <a:xfrm>
                  <a:off x="-1330809" y="5633918"/>
                  <a:ext cx="763449" cy="716808"/>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srgbClr val="005CCA"/>
                    </a:solidFill>
                    <a:effectLst/>
                    <a:uLnTx/>
                    <a:uFillTx/>
                    <a:latin typeface="游ゴシック Medium"/>
                    <a:ea typeface="游ゴシック Medium"/>
                    <a:cs typeface="+mn-cs"/>
                  </a:endParaRPr>
                </a:p>
              </p:txBody>
            </p:sp>
            <p:sp>
              <p:nvSpPr>
                <p:cNvPr id="139" name="正方形/長方形 138">
                  <a:extLst>
                    <a:ext uri="{FF2B5EF4-FFF2-40B4-BE49-F238E27FC236}">
                      <a16:creationId xmlns:a16="http://schemas.microsoft.com/office/drawing/2014/main" id="{8BD22451-53EC-469E-E205-88E7CA78C936}"/>
                    </a:ext>
                  </a:extLst>
                </p:cNvPr>
                <p:cNvSpPr/>
                <p:nvPr userDrawn="1"/>
              </p:nvSpPr>
              <p:spPr>
                <a:xfrm>
                  <a:off x="-1330809" y="6563125"/>
                  <a:ext cx="763449" cy="716808"/>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srgbClr val="005CCA"/>
                    </a:solidFill>
                    <a:effectLst/>
                    <a:uLnTx/>
                    <a:uFillTx/>
                    <a:latin typeface="游ゴシック Medium"/>
                    <a:ea typeface="游ゴシック Medium"/>
                    <a:cs typeface="+mn-cs"/>
                  </a:endParaRPr>
                </a:p>
              </p:txBody>
            </p:sp>
          </p:grpSp>
          <p:sp>
            <p:nvSpPr>
              <p:cNvPr id="135" name="正方形/長方形 134">
                <a:extLst>
                  <a:ext uri="{FF2B5EF4-FFF2-40B4-BE49-F238E27FC236}">
                    <a16:creationId xmlns:a16="http://schemas.microsoft.com/office/drawing/2014/main" id="{D582AC40-7A97-BBE5-3EE2-BA527C697A33}"/>
                  </a:ext>
                </a:extLst>
              </p:cNvPr>
              <p:cNvSpPr/>
              <p:nvPr userDrawn="1"/>
            </p:nvSpPr>
            <p:spPr>
              <a:xfrm>
                <a:off x="-3333738" y="2381088"/>
                <a:ext cx="302661" cy="10657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游ゴシック Medium"/>
                    <a:ea typeface="游ゴシック Medium"/>
                    <a:cs typeface="+mn-cs"/>
                  </a:rPr>
                  <a:t>5</a:t>
                </a:r>
                <a:endParaRPr kumimoji="1" lang="ja-JP" altLang="en-US" sz="1200" b="0" i="0" u="none" strike="noStrike" kern="1200" cap="none" spc="0" normalizeH="0" baseline="0" noProof="0" dirty="0">
                  <a:ln>
                    <a:noFill/>
                  </a:ln>
                  <a:solidFill>
                    <a:srgbClr val="000000"/>
                  </a:solidFill>
                  <a:effectLst/>
                  <a:uLnTx/>
                  <a:uFillTx/>
                  <a:latin typeface="游ゴシック Medium"/>
                  <a:ea typeface="游ゴシック Medium"/>
                  <a:cs typeface="+mn-cs"/>
                </a:endParaRPr>
              </a:p>
            </p:txBody>
          </p:sp>
        </p:grpSp>
        <p:grpSp>
          <p:nvGrpSpPr>
            <p:cNvPr id="106" name="グループ化 105">
              <a:extLst>
                <a:ext uri="{FF2B5EF4-FFF2-40B4-BE49-F238E27FC236}">
                  <a16:creationId xmlns:a16="http://schemas.microsoft.com/office/drawing/2014/main" id="{3066F049-37DA-95B9-6155-1BBB19F2BF45}"/>
                </a:ext>
              </a:extLst>
            </p:cNvPr>
            <p:cNvGrpSpPr/>
            <p:nvPr userDrawn="1"/>
          </p:nvGrpSpPr>
          <p:grpSpPr>
            <a:xfrm>
              <a:off x="-2061270" y="2018118"/>
              <a:ext cx="573838" cy="1868445"/>
              <a:chOff x="-2708115" y="2381088"/>
              <a:chExt cx="686770" cy="2236157"/>
            </a:xfrm>
          </p:grpSpPr>
          <p:grpSp>
            <p:nvGrpSpPr>
              <p:cNvPr id="128" name="グループ化 127">
                <a:extLst>
                  <a:ext uri="{FF2B5EF4-FFF2-40B4-BE49-F238E27FC236}">
                    <a16:creationId xmlns:a16="http://schemas.microsoft.com/office/drawing/2014/main" id="{AD7F60A5-E7D5-8761-B432-943E2E8E9F01}"/>
                  </a:ext>
                </a:extLst>
              </p:cNvPr>
              <p:cNvGrpSpPr/>
              <p:nvPr userDrawn="1"/>
            </p:nvGrpSpPr>
            <p:grpSpPr>
              <a:xfrm>
                <a:off x="-2590735" y="2542419"/>
                <a:ext cx="452006" cy="2074826"/>
                <a:chOff x="-2709812" y="3727359"/>
                <a:chExt cx="763449" cy="3504430"/>
              </a:xfrm>
            </p:grpSpPr>
            <p:sp>
              <p:nvSpPr>
                <p:cNvPr id="130" name="正方形/長方形 129">
                  <a:extLst>
                    <a:ext uri="{FF2B5EF4-FFF2-40B4-BE49-F238E27FC236}">
                      <a16:creationId xmlns:a16="http://schemas.microsoft.com/office/drawing/2014/main" id="{E2AF2B24-2F6F-FB67-BB2F-4247C0F08AB5}"/>
                    </a:ext>
                  </a:extLst>
                </p:cNvPr>
                <p:cNvSpPr/>
                <p:nvPr userDrawn="1"/>
              </p:nvSpPr>
              <p:spPr>
                <a:xfrm>
                  <a:off x="-2709812" y="3727359"/>
                  <a:ext cx="763449" cy="716808"/>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srgbClr val="005CCA"/>
                    </a:solidFill>
                    <a:effectLst/>
                    <a:uLnTx/>
                    <a:uFillTx/>
                    <a:latin typeface="游ゴシック Medium"/>
                    <a:ea typeface="游ゴシック Medium"/>
                    <a:cs typeface="+mn-cs"/>
                  </a:endParaRPr>
                </a:p>
              </p:txBody>
            </p:sp>
            <p:sp>
              <p:nvSpPr>
                <p:cNvPr id="131" name="正方形/長方形 130">
                  <a:extLst>
                    <a:ext uri="{FF2B5EF4-FFF2-40B4-BE49-F238E27FC236}">
                      <a16:creationId xmlns:a16="http://schemas.microsoft.com/office/drawing/2014/main" id="{6427A5AE-FA19-A10B-C2DE-2DEECBF4A238}"/>
                    </a:ext>
                  </a:extLst>
                </p:cNvPr>
                <p:cNvSpPr/>
                <p:nvPr userDrawn="1"/>
              </p:nvSpPr>
              <p:spPr>
                <a:xfrm>
                  <a:off x="-2709812" y="4656566"/>
                  <a:ext cx="763449" cy="716808"/>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srgbClr val="005CCA"/>
                    </a:solidFill>
                    <a:effectLst/>
                    <a:uLnTx/>
                    <a:uFillTx/>
                    <a:latin typeface="游ゴシック Medium"/>
                    <a:ea typeface="游ゴシック Medium"/>
                    <a:cs typeface="+mn-cs"/>
                  </a:endParaRPr>
                </a:p>
              </p:txBody>
            </p:sp>
            <p:sp>
              <p:nvSpPr>
                <p:cNvPr id="132" name="正方形/長方形 131">
                  <a:extLst>
                    <a:ext uri="{FF2B5EF4-FFF2-40B4-BE49-F238E27FC236}">
                      <a16:creationId xmlns:a16="http://schemas.microsoft.com/office/drawing/2014/main" id="{1CAF8E8D-D934-9FDF-C688-38672487728E}"/>
                    </a:ext>
                  </a:extLst>
                </p:cNvPr>
                <p:cNvSpPr/>
                <p:nvPr userDrawn="1"/>
              </p:nvSpPr>
              <p:spPr>
                <a:xfrm>
                  <a:off x="-2709812" y="5585774"/>
                  <a:ext cx="763449" cy="716808"/>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srgbClr val="005CCA"/>
                    </a:solidFill>
                    <a:effectLst/>
                    <a:uLnTx/>
                    <a:uFillTx/>
                    <a:latin typeface="游ゴシック Medium"/>
                    <a:ea typeface="游ゴシック Medium"/>
                    <a:cs typeface="+mn-cs"/>
                  </a:endParaRPr>
                </a:p>
              </p:txBody>
            </p:sp>
            <p:sp>
              <p:nvSpPr>
                <p:cNvPr id="133" name="正方形/長方形 132">
                  <a:extLst>
                    <a:ext uri="{FF2B5EF4-FFF2-40B4-BE49-F238E27FC236}">
                      <a16:creationId xmlns:a16="http://schemas.microsoft.com/office/drawing/2014/main" id="{D159FC81-2728-81BE-B71E-F6D3D3238539}"/>
                    </a:ext>
                  </a:extLst>
                </p:cNvPr>
                <p:cNvSpPr/>
                <p:nvPr userDrawn="1"/>
              </p:nvSpPr>
              <p:spPr>
                <a:xfrm>
                  <a:off x="-2709812" y="6514981"/>
                  <a:ext cx="763449" cy="716808"/>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srgbClr val="005CCA"/>
                    </a:solidFill>
                    <a:effectLst/>
                    <a:uLnTx/>
                    <a:uFillTx/>
                    <a:latin typeface="游ゴシック Medium"/>
                    <a:ea typeface="游ゴシック Medium"/>
                    <a:cs typeface="+mn-cs"/>
                  </a:endParaRPr>
                </a:p>
              </p:txBody>
            </p:sp>
          </p:grpSp>
          <p:sp>
            <p:nvSpPr>
              <p:cNvPr id="129" name="正方形/長方形 128">
                <a:extLst>
                  <a:ext uri="{FF2B5EF4-FFF2-40B4-BE49-F238E27FC236}">
                    <a16:creationId xmlns:a16="http://schemas.microsoft.com/office/drawing/2014/main" id="{DCF544CF-1A01-E6C7-05D6-57979C5646DF}"/>
                  </a:ext>
                </a:extLst>
              </p:cNvPr>
              <p:cNvSpPr/>
              <p:nvPr userDrawn="1"/>
            </p:nvSpPr>
            <p:spPr>
              <a:xfrm>
                <a:off x="-2708115" y="2381088"/>
                <a:ext cx="686770" cy="10657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游ゴシック Medium"/>
                    <a:ea typeface="游ゴシック Medium"/>
                    <a:cs typeface="+mn-cs"/>
                  </a:rPr>
                  <a:t>6</a:t>
                </a:r>
                <a:r>
                  <a:rPr kumimoji="1" lang="ja-JP" altLang="en-US" sz="1200" b="0" i="0" u="none" strike="noStrike" kern="1200" cap="none" spc="0" normalizeH="0" baseline="0" noProof="0" dirty="0">
                    <a:ln>
                      <a:noFill/>
                    </a:ln>
                    <a:solidFill>
                      <a:srgbClr val="000000"/>
                    </a:solidFill>
                    <a:effectLst/>
                    <a:uLnTx/>
                    <a:uFillTx/>
                    <a:latin typeface="游ゴシック Medium"/>
                    <a:ea typeface="游ゴシック Medium"/>
                    <a:cs typeface="+mn-cs"/>
                  </a:rPr>
                  <a:t>　</a:t>
                </a:r>
              </a:p>
            </p:txBody>
          </p:sp>
        </p:grpSp>
        <p:grpSp>
          <p:nvGrpSpPr>
            <p:cNvPr id="107" name="グループ化 106">
              <a:extLst>
                <a:ext uri="{FF2B5EF4-FFF2-40B4-BE49-F238E27FC236}">
                  <a16:creationId xmlns:a16="http://schemas.microsoft.com/office/drawing/2014/main" id="{0A5CED1E-AFBF-9F55-9F4C-69096769B199}"/>
                </a:ext>
              </a:extLst>
            </p:cNvPr>
            <p:cNvGrpSpPr/>
            <p:nvPr userDrawn="1"/>
          </p:nvGrpSpPr>
          <p:grpSpPr>
            <a:xfrm>
              <a:off x="-1279971" y="4228"/>
              <a:ext cx="377678" cy="1861107"/>
              <a:chOff x="-1773055" y="-29139"/>
              <a:chExt cx="452006" cy="2227375"/>
            </a:xfrm>
          </p:grpSpPr>
          <p:grpSp>
            <p:nvGrpSpPr>
              <p:cNvPr id="122" name="グループ化 121">
                <a:extLst>
                  <a:ext uri="{FF2B5EF4-FFF2-40B4-BE49-F238E27FC236}">
                    <a16:creationId xmlns:a16="http://schemas.microsoft.com/office/drawing/2014/main" id="{023E381B-5D05-3C14-DF2B-5BC258628EA8}"/>
                  </a:ext>
                </a:extLst>
              </p:cNvPr>
              <p:cNvGrpSpPr/>
              <p:nvPr userDrawn="1"/>
            </p:nvGrpSpPr>
            <p:grpSpPr>
              <a:xfrm>
                <a:off x="-1773055" y="123410"/>
                <a:ext cx="452006" cy="2074826"/>
                <a:chOff x="-2709812" y="0"/>
                <a:chExt cx="763449" cy="3504430"/>
              </a:xfrm>
            </p:grpSpPr>
            <p:sp>
              <p:nvSpPr>
                <p:cNvPr id="124" name="正方形/長方形 123">
                  <a:extLst>
                    <a:ext uri="{FF2B5EF4-FFF2-40B4-BE49-F238E27FC236}">
                      <a16:creationId xmlns:a16="http://schemas.microsoft.com/office/drawing/2014/main" id="{B7F1742F-83FF-F6CF-5E40-7F0AF56FCB09}"/>
                    </a:ext>
                  </a:extLst>
                </p:cNvPr>
                <p:cNvSpPr/>
                <p:nvPr userDrawn="1"/>
              </p:nvSpPr>
              <p:spPr>
                <a:xfrm>
                  <a:off x="-2709812" y="0"/>
                  <a:ext cx="763449" cy="71680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srgbClr val="005CCA"/>
                    </a:solidFill>
                    <a:effectLst/>
                    <a:uLnTx/>
                    <a:uFillTx/>
                    <a:latin typeface="游ゴシック Medium"/>
                    <a:ea typeface="游ゴシック Medium"/>
                    <a:cs typeface="+mn-cs"/>
                  </a:endParaRPr>
                </a:p>
              </p:txBody>
            </p:sp>
            <p:sp>
              <p:nvSpPr>
                <p:cNvPr id="125" name="正方形/長方形 124">
                  <a:extLst>
                    <a:ext uri="{FF2B5EF4-FFF2-40B4-BE49-F238E27FC236}">
                      <a16:creationId xmlns:a16="http://schemas.microsoft.com/office/drawing/2014/main" id="{A3272A49-1BCD-717D-0268-966D21623E22}"/>
                    </a:ext>
                  </a:extLst>
                </p:cNvPr>
                <p:cNvSpPr/>
                <p:nvPr userDrawn="1"/>
              </p:nvSpPr>
              <p:spPr>
                <a:xfrm>
                  <a:off x="-2709812" y="929207"/>
                  <a:ext cx="763449" cy="716809"/>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srgbClr val="005CCA"/>
                    </a:solidFill>
                    <a:effectLst/>
                    <a:uLnTx/>
                    <a:uFillTx/>
                    <a:latin typeface="游ゴシック Medium"/>
                    <a:ea typeface="游ゴシック Medium"/>
                    <a:cs typeface="+mn-cs"/>
                  </a:endParaRPr>
                </a:p>
              </p:txBody>
            </p:sp>
            <p:sp>
              <p:nvSpPr>
                <p:cNvPr id="126" name="正方形/長方形 125">
                  <a:extLst>
                    <a:ext uri="{FF2B5EF4-FFF2-40B4-BE49-F238E27FC236}">
                      <a16:creationId xmlns:a16="http://schemas.microsoft.com/office/drawing/2014/main" id="{DED85DD5-E50D-766F-8623-6B50C9CFA87A}"/>
                    </a:ext>
                  </a:extLst>
                </p:cNvPr>
                <p:cNvSpPr/>
                <p:nvPr userDrawn="1"/>
              </p:nvSpPr>
              <p:spPr>
                <a:xfrm>
                  <a:off x="-2709812" y="1858417"/>
                  <a:ext cx="763449" cy="71680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srgbClr val="005CCA"/>
                    </a:solidFill>
                    <a:effectLst/>
                    <a:uLnTx/>
                    <a:uFillTx/>
                    <a:latin typeface="游ゴシック Medium"/>
                    <a:ea typeface="游ゴシック Medium"/>
                    <a:cs typeface="+mn-cs"/>
                  </a:endParaRPr>
                </a:p>
              </p:txBody>
            </p:sp>
            <p:sp>
              <p:nvSpPr>
                <p:cNvPr id="127" name="正方形/長方形 126">
                  <a:extLst>
                    <a:ext uri="{FF2B5EF4-FFF2-40B4-BE49-F238E27FC236}">
                      <a16:creationId xmlns:a16="http://schemas.microsoft.com/office/drawing/2014/main" id="{1FE065B6-0F30-3D92-DD0E-7A91C29FF69E}"/>
                    </a:ext>
                  </a:extLst>
                </p:cNvPr>
                <p:cNvSpPr/>
                <p:nvPr userDrawn="1"/>
              </p:nvSpPr>
              <p:spPr>
                <a:xfrm>
                  <a:off x="-2709812" y="2787621"/>
                  <a:ext cx="763449" cy="716809"/>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srgbClr val="005CCA"/>
                    </a:solidFill>
                    <a:effectLst/>
                    <a:uLnTx/>
                    <a:uFillTx/>
                    <a:latin typeface="游ゴシック Medium"/>
                    <a:ea typeface="游ゴシック Medium"/>
                    <a:cs typeface="+mn-cs"/>
                  </a:endParaRPr>
                </a:p>
              </p:txBody>
            </p:sp>
          </p:grpSp>
          <p:sp>
            <p:nvSpPr>
              <p:cNvPr id="123" name="正方形/長方形 122">
                <a:extLst>
                  <a:ext uri="{FF2B5EF4-FFF2-40B4-BE49-F238E27FC236}">
                    <a16:creationId xmlns:a16="http://schemas.microsoft.com/office/drawing/2014/main" id="{4B82D84B-34A8-26AB-7924-585AF7B5A387}"/>
                  </a:ext>
                </a:extLst>
              </p:cNvPr>
              <p:cNvSpPr/>
              <p:nvPr userDrawn="1"/>
            </p:nvSpPr>
            <p:spPr>
              <a:xfrm>
                <a:off x="-1698382" y="-29139"/>
                <a:ext cx="302661" cy="10657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游ゴシック Medium"/>
                    <a:ea typeface="游ゴシック Medium"/>
                    <a:cs typeface="+mn-cs"/>
                  </a:rPr>
                  <a:t>3</a:t>
                </a:r>
                <a:endParaRPr kumimoji="1" lang="ja-JP" altLang="en-US" sz="1200" b="0" i="0" u="none" strike="noStrike" kern="1200" cap="none" spc="0" normalizeH="0" baseline="0" noProof="0" dirty="0">
                  <a:ln>
                    <a:noFill/>
                  </a:ln>
                  <a:solidFill>
                    <a:srgbClr val="000000"/>
                  </a:solidFill>
                  <a:effectLst/>
                  <a:uLnTx/>
                  <a:uFillTx/>
                  <a:latin typeface="游ゴシック Medium"/>
                  <a:ea typeface="游ゴシック Medium"/>
                  <a:cs typeface="+mn-cs"/>
                </a:endParaRPr>
              </a:p>
            </p:txBody>
          </p:sp>
        </p:grpSp>
        <p:grpSp>
          <p:nvGrpSpPr>
            <p:cNvPr id="108" name="グループ化 107">
              <a:extLst>
                <a:ext uri="{FF2B5EF4-FFF2-40B4-BE49-F238E27FC236}">
                  <a16:creationId xmlns:a16="http://schemas.microsoft.com/office/drawing/2014/main" id="{6B0EDBF4-D181-DB2B-3469-AB949D9B5BFD}"/>
                </a:ext>
              </a:extLst>
            </p:cNvPr>
            <p:cNvGrpSpPr/>
            <p:nvPr userDrawn="1"/>
          </p:nvGrpSpPr>
          <p:grpSpPr>
            <a:xfrm>
              <a:off x="-596752" y="0"/>
              <a:ext cx="377678" cy="1865335"/>
              <a:chOff x="-955378" y="-34199"/>
              <a:chExt cx="452006" cy="2232435"/>
            </a:xfrm>
          </p:grpSpPr>
          <p:grpSp>
            <p:nvGrpSpPr>
              <p:cNvPr id="116" name="グループ化 115">
                <a:extLst>
                  <a:ext uri="{FF2B5EF4-FFF2-40B4-BE49-F238E27FC236}">
                    <a16:creationId xmlns:a16="http://schemas.microsoft.com/office/drawing/2014/main" id="{40AAA9F9-DCF7-86B4-A99E-D7A5C0D8FED8}"/>
                  </a:ext>
                </a:extLst>
              </p:cNvPr>
              <p:cNvGrpSpPr/>
              <p:nvPr userDrawn="1"/>
            </p:nvGrpSpPr>
            <p:grpSpPr>
              <a:xfrm>
                <a:off x="-955378" y="123410"/>
                <a:ext cx="452006" cy="2074826"/>
                <a:chOff x="-1330808" y="19671"/>
                <a:chExt cx="763449" cy="3504430"/>
              </a:xfrm>
            </p:grpSpPr>
            <p:sp>
              <p:nvSpPr>
                <p:cNvPr id="118" name="正方形/長方形 117">
                  <a:extLst>
                    <a:ext uri="{FF2B5EF4-FFF2-40B4-BE49-F238E27FC236}">
                      <a16:creationId xmlns:a16="http://schemas.microsoft.com/office/drawing/2014/main" id="{95EE3A91-4193-4D56-20B6-8B0DC98830E6}"/>
                    </a:ext>
                  </a:extLst>
                </p:cNvPr>
                <p:cNvSpPr/>
                <p:nvPr userDrawn="1"/>
              </p:nvSpPr>
              <p:spPr>
                <a:xfrm>
                  <a:off x="-1330808" y="19671"/>
                  <a:ext cx="763449" cy="716808"/>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srgbClr val="005CCA"/>
                    </a:solidFill>
                    <a:effectLst/>
                    <a:uLnTx/>
                    <a:uFillTx/>
                    <a:latin typeface="游ゴシック Medium"/>
                    <a:ea typeface="游ゴシック Medium"/>
                    <a:cs typeface="+mn-cs"/>
                  </a:endParaRPr>
                </a:p>
              </p:txBody>
            </p:sp>
            <p:sp>
              <p:nvSpPr>
                <p:cNvPr id="119" name="正方形/長方形 118">
                  <a:extLst>
                    <a:ext uri="{FF2B5EF4-FFF2-40B4-BE49-F238E27FC236}">
                      <a16:creationId xmlns:a16="http://schemas.microsoft.com/office/drawing/2014/main" id="{04C6B256-A8A6-EFEE-A8B7-727ED1490A1D}"/>
                    </a:ext>
                  </a:extLst>
                </p:cNvPr>
                <p:cNvSpPr/>
                <p:nvPr userDrawn="1"/>
              </p:nvSpPr>
              <p:spPr>
                <a:xfrm>
                  <a:off x="-1330808" y="948878"/>
                  <a:ext cx="763449" cy="716808"/>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srgbClr val="005CCA"/>
                    </a:solidFill>
                    <a:effectLst/>
                    <a:uLnTx/>
                    <a:uFillTx/>
                    <a:latin typeface="游ゴシック Medium"/>
                    <a:ea typeface="游ゴシック Medium"/>
                    <a:cs typeface="+mn-cs"/>
                  </a:endParaRPr>
                </a:p>
              </p:txBody>
            </p:sp>
            <p:sp>
              <p:nvSpPr>
                <p:cNvPr id="120" name="正方形/長方形 119">
                  <a:extLst>
                    <a:ext uri="{FF2B5EF4-FFF2-40B4-BE49-F238E27FC236}">
                      <a16:creationId xmlns:a16="http://schemas.microsoft.com/office/drawing/2014/main" id="{5656D044-813D-8F3F-39AF-CCB0602F4EB6}"/>
                    </a:ext>
                  </a:extLst>
                </p:cNvPr>
                <p:cNvSpPr/>
                <p:nvPr userDrawn="1"/>
              </p:nvSpPr>
              <p:spPr>
                <a:xfrm>
                  <a:off x="-1330808" y="1878086"/>
                  <a:ext cx="763449" cy="716808"/>
                </a:xfrm>
                <a:prstGeom prst="rect">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srgbClr val="005CCA"/>
                    </a:solidFill>
                    <a:effectLst/>
                    <a:uLnTx/>
                    <a:uFillTx/>
                    <a:latin typeface="游ゴシック Medium"/>
                    <a:ea typeface="游ゴシック Medium"/>
                    <a:cs typeface="+mn-cs"/>
                  </a:endParaRPr>
                </a:p>
              </p:txBody>
            </p:sp>
            <p:sp>
              <p:nvSpPr>
                <p:cNvPr id="121" name="正方形/長方形 120">
                  <a:extLst>
                    <a:ext uri="{FF2B5EF4-FFF2-40B4-BE49-F238E27FC236}">
                      <a16:creationId xmlns:a16="http://schemas.microsoft.com/office/drawing/2014/main" id="{06A491B0-B518-8721-DBB2-F26C8B566B9B}"/>
                    </a:ext>
                  </a:extLst>
                </p:cNvPr>
                <p:cNvSpPr/>
                <p:nvPr userDrawn="1"/>
              </p:nvSpPr>
              <p:spPr>
                <a:xfrm>
                  <a:off x="-1330808" y="2807293"/>
                  <a:ext cx="763449" cy="716808"/>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srgbClr val="005CCA"/>
                    </a:solidFill>
                    <a:effectLst/>
                    <a:uLnTx/>
                    <a:uFillTx/>
                    <a:latin typeface="游ゴシック Medium"/>
                    <a:ea typeface="游ゴシック Medium"/>
                    <a:cs typeface="+mn-cs"/>
                  </a:endParaRPr>
                </a:p>
              </p:txBody>
            </p:sp>
          </p:grpSp>
          <p:sp>
            <p:nvSpPr>
              <p:cNvPr id="117" name="正方形/長方形 116">
                <a:extLst>
                  <a:ext uri="{FF2B5EF4-FFF2-40B4-BE49-F238E27FC236}">
                    <a16:creationId xmlns:a16="http://schemas.microsoft.com/office/drawing/2014/main" id="{E073D5D5-DDBE-EE82-CE72-8A5B42EA1680}"/>
                  </a:ext>
                </a:extLst>
              </p:cNvPr>
              <p:cNvSpPr/>
              <p:nvPr userDrawn="1"/>
            </p:nvSpPr>
            <p:spPr>
              <a:xfrm>
                <a:off x="-880704" y="-34199"/>
                <a:ext cx="302661" cy="10657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游ゴシック Medium"/>
                    <a:ea typeface="游ゴシック Medium"/>
                    <a:cs typeface="+mn-cs"/>
                  </a:rPr>
                  <a:t>4</a:t>
                </a:r>
              </a:p>
            </p:txBody>
          </p:sp>
        </p:grpSp>
        <p:grpSp>
          <p:nvGrpSpPr>
            <p:cNvPr id="109" name="グループ化 108">
              <a:extLst>
                <a:ext uri="{FF2B5EF4-FFF2-40B4-BE49-F238E27FC236}">
                  <a16:creationId xmlns:a16="http://schemas.microsoft.com/office/drawing/2014/main" id="{AD002CB7-4376-DB68-5EB0-AA01AA4F437E}"/>
                </a:ext>
              </a:extLst>
            </p:cNvPr>
            <p:cNvGrpSpPr/>
            <p:nvPr userDrawn="1"/>
          </p:nvGrpSpPr>
          <p:grpSpPr>
            <a:xfrm>
              <a:off x="-1471064" y="2018118"/>
              <a:ext cx="759864" cy="1868445"/>
              <a:chOff x="-2001755" y="2381088"/>
              <a:chExt cx="909406" cy="2236157"/>
            </a:xfrm>
          </p:grpSpPr>
          <p:grpSp>
            <p:nvGrpSpPr>
              <p:cNvPr id="110" name="グループ化 109">
                <a:extLst>
                  <a:ext uri="{FF2B5EF4-FFF2-40B4-BE49-F238E27FC236}">
                    <a16:creationId xmlns:a16="http://schemas.microsoft.com/office/drawing/2014/main" id="{7D4E3791-B8FC-B255-0AFF-79FEED2E0CD5}"/>
                  </a:ext>
                </a:extLst>
              </p:cNvPr>
              <p:cNvGrpSpPr/>
              <p:nvPr userDrawn="1"/>
            </p:nvGrpSpPr>
            <p:grpSpPr>
              <a:xfrm>
                <a:off x="-1773055" y="2542419"/>
                <a:ext cx="452006" cy="2074826"/>
                <a:chOff x="-1330809" y="3775503"/>
                <a:chExt cx="763449" cy="3504430"/>
              </a:xfrm>
            </p:grpSpPr>
            <p:sp>
              <p:nvSpPr>
                <p:cNvPr id="112" name="正方形/長方形 111">
                  <a:extLst>
                    <a:ext uri="{FF2B5EF4-FFF2-40B4-BE49-F238E27FC236}">
                      <a16:creationId xmlns:a16="http://schemas.microsoft.com/office/drawing/2014/main" id="{2889D937-03E5-EF51-3CB8-FAC88D3A84A8}"/>
                    </a:ext>
                  </a:extLst>
                </p:cNvPr>
                <p:cNvSpPr/>
                <p:nvPr userDrawn="1"/>
              </p:nvSpPr>
              <p:spPr>
                <a:xfrm>
                  <a:off x="-1330809" y="3775503"/>
                  <a:ext cx="763449" cy="716808"/>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srgbClr val="005CCA"/>
                    </a:solidFill>
                    <a:effectLst/>
                    <a:uLnTx/>
                    <a:uFillTx/>
                    <a:latin typeface="游ゴシック Medium"/>
                    <a:ea typeface="游ゴシック Medium"/>
                    <a:cs typeface="+mn-cs"/>
                  </a:endParaRPr>
                </a:p>
              </p:txBody>
            </p:sp>
            <p:sp>
              <p:nvSpPr>
                <p:cNvPr id="113" name="正方形/長方形 112">
                  <a:extLst>
                    <a:ext uri="{FF2B5EF4-FFF2-40B4-BE49-F238E27FC236}">
                      <a16:creationId xmlns:a16="http://schemas.microsoft.com/office/drawing/2014/main" id="{95F57B1B-29D1-91D8-2222-2194A05CE9FA}"/>
                    </a:ext>
                  </a:extLst>
                </p:cNvPr>
                <p:cNvSpPr/>
                <p:nvPr userDrawn="1"/>
              </p:nvSpPr>
              <p:spPr>
                <a:xfrm>
                  <a:off x="-1330809" y="4704710"/>
                  <a:ext cx="763449" cy="716808"/>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srgbClr val="005CCA"/>
                    </a:solidFill>
                    <a:effectLst/>
                    <a:uLnTx/>
                    <a:uFillTx/>
                    <a:latin typeface="游ゴシック Medium"/>
                    <a:ea typeface="游ゴシック Medium"/>
                    <a:cs typeface="+mn-cs"/>
                  </a:endParaRPr>
                </a:p>
              </p:txBody>
            </p:sp>
            <p:sp>
              <p:nvSpPr>
                <p:cNvPr id="114" name="正方形/長方形 113">
                  <a:extLst>
                    <a:ext uri="{FF2B5EF4-FFF2-40B4-BE49-F238E27FC236}">
                      <a16:creationId xmlns:a16="http://schemas.microsoft.com/office/drawing/2014/main" id="{FDB56576-C641-A72F-3B69-C6966BEB231D}"/>
                    </a:ext>
                  </a:extLst>
                </p:cNvPr>
                <p:cNvSpPr/>
                <p:nvPr userDrawn="1"/>
              </p:nvSpPr>
              <p:spPr>
                <a:xfrm>
                  <a:off x="-1330809" y="5633918"/>
                  <a:ext cx="763449" cy="716808"/>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srgbClr val="005CCA"/>
                    </a:solidFill>
                    <a:effectLst/>
                    <a:uLnTx/>
                    <a:uFillTx/>
                    <a:latin typeface="游ゴシック Medium"/>
                    <a:ea typeface="游ゴシック Medium"/>
                    <a:cs typeface="+mn-cs"/>
                  </a:endParaRPr>
                </a:p>
              </p:txBody>
            </p:sp>
            <p:sp>
              <p:nvSpPr>
                <p:cNvPr id="115" name="正方形/長方形 114">
                  <a:extLst>
                    <a:ext uri="{FF2B5EF4-FFF2-40B4-BE49-F238E27FC236}">
                      <a16:creationId xmlns:a16="http://schemas.microsoft.com/office/drawing/2014/main" id="{7A2D6452-CCFB-C707-E69D-E6E0C8DB562E}"/>
                    </a:ext>
                  </a:extLst>
                </p:cNvPr>
                <p:cNvSpPr/>
                <p:nvPr userDrawn="1"/>
              </p:nvSpPr>
              <p:spPr>
                <a:xfrm>
                  <a:off x="-1330809" y="6563125"/>
                  <a:ext cx="763449" cy="716808"/>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srgbClr val="005CCA"/>
                    </a:solidFill>
                    <a:effectLst/>
                    <a:uLnTx/>
                    <a:uFillTx/>
                    <a:latin typeface="游ゴシック Medium"/>
                    <a:ea typeface="游ゴシック Medium"/>
                    <a:cs typeface="+mn-cs"/>
                  </a:endParaRPr>
                </a:p>
              </p:txBody>
            </p:sp>
          </p:grpSp>
          <p:sp>
            <p:nvSpPr>
              <p:cNvPr id="111" name="正方形/長方形 110">
                <a:extLst>
                  <a:ext uri="{FF2B5EF4-FFF2-40B4-BE49-F238E27FC236}">
                    <a16:creationId xmlns:a16="http://schemas.microsoft.com/office/drawing/2014/main" id="{57FEB6A0-EAC7-6854-E2E3-B57600242B05}"/>
                  </a:ext>
                </a:extLst>
              </p:cNvPr>
              <p:cNvSpPr/>
              <p:nvPr userDrawn="1"/>
            </p:nvSpPr>
            <p:spPr>
              <a:xfrm>
                <a:off x="-2001755" y="2381088"/>
                <a:ext cx="909406" cy="10657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b="0" i="0" u="none" strike="noStrike" kern="1200" cap="none" spc="0" normalizeH="0" baseline="0" noProof="0" dirty="0">
                    <a:ln>
                      <a:noFill/>
                    </a:ln>
                    <a:solidFill>
                      <a:srgbClr val="000000"/>
                    </a:solidFill>
                    <a:effectLst/>
                    <a:uLnTx/>
                    <a:uFillTx/>
                    <a:latin typeface="游ゴシック Medium"/>
                    <a:ea typeface="游ゴシック Medium"/>
                    <a:cs typeface="+mn-cs"/>
                  </a:rPr>
                  <a:t>アクセント</a:t>
                </a:r>
              </a:p>
            </p:txBody>
          </p:sp>
        </p:grpSp>
      </p:grpSp>
    </p:spTree>
    <p:extLst>
      <p:ext uri="{BB962C8B-B14F-4D97-AF65-F5344CB8AC3E}">
        <p14:creationId xmlns:p14="http://schemas.microsoft.com/office/powerpoint/2010/main" val="4137396068"/>
      </p:ext>
    </p:extLst>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00">
          <p15:clr>
            <a:srgbClr val="F26B43"/>
          </p15:clr>
        </p15:guide>
        <p15:guide id="2" pos="512">
          <p15:clr>
            <a:srgbClr val="F26B43"/>
          </p15:clr>
        </p15:guide>
        <p15:guide id="3" pos="7168">
          <p15:clr>
            <a:srgbClr val="F26B43"/>
          </p15:clr>
        </p15:guide>
        <p15:guide id="4" orient="horz" pos="1094">
          <p15:clr>
            <a:srgbClr val="F26B43"/>
          </p15:clr>
        </p15:guide>
        <p15:guide id="5" orient="horz" pos="391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5ECB1922-25FE-A4E3-2488-69E90036576E}"/>
              </a:ext>
            </a:extLst>
          </p:cNvPr>
          <p:cNvSpPr>
            <a:spLocks noGrp="1"/>
          </p:cNvSpPr>
          <p:nvPr>
            <p:ph type="ctrTitle"/>
          </p:nvPr>
        </p:nvSpPr>
        <p:spPr/>
        <p:txBody>
          <a:bodyPr/>
          <a:lstStyle/>
          <a:p>
            <a:r>
              <a:rPr lang="ja-JP" altLang="en-US" dirty="0"/>
              <a:t>充電器販売・施工</a:t>
            </a:r>
            <a:br>
              <a:rPr lang="en-US" altLang="ja-JP" dirty="0"/>
            </a:br>
            <a:r>
              <a:rPr lang="ja-JP" altLang="en-US" dirty="0"/>
              <a:t>システム開発プロジェクト　</a:t>
            </a:r>
          </a:p>
        </p:txBody>
      </p:sp>
      <p:sp>
        <p:nvSpPr>
          <p:cNvPr id="6" name="テキスト プレースホルダー 5">
            <a:extLst>
              <a:ext uri="{FF2B5EF4-FFF2-40B4-BE49-F238E27FC236}">
                <a16:creationId xmlns:a16="http://schemas.microsoft.com/office/drawing/2014/main" id="{16EF2503-8D7B-F022-1695-DDB920A97C0A}"/>
              </a:ext>
            </a:extLst>
          </p:cNvPr>
          <p:cNvSpPr>
            <a:spLocks noGrp="1"/>
          </p:cNvSpPr>
          <p:nvPr>
            <p:ph type="body" sz="quarter" idx="13"/>
          </p:nvPr>
        </p:nvSpPr>
        <p:spPr/>
        <p:txBody>
          <a:bodyPr/>
          <a:lstStyle/>
          <a:p>
            <a:r>
              <a:rPr lang="ja-JP" altLang="en-US" sz="2000" dirty="0"/>
              <a:t>データビジネス企画推進部　データビジネス第１課</a:t>
            </a:r>
          </a:p>
          <a:p>
            <a:endParaRPr lang="ja-JP" altLang="en-US" sz="2000" dirty="0"/>
          </a:p>
        </p:txBody>
      </p:sp>
      <p:sp>
        <p:nvSpPr>
          <p:cNvPr id="7" name="テキスト プレースホルダー 6">
            <a:extLst>
              <a:ext uri="{FF2B5EF4-FFF2-40B4-BE49-F238E27FC236}">
                <a16:creationId xmlns:a16="http://schemas.microsoft.com/office/drawing/2014/main" id="{F300F2AF-AFB7-91A0-14A0-4703C06168F2}"/>
              </a:ext>
            </a:extLst>
          </p:cNvPr>
          <p:cNvSpPr>
            <a:spLocks noGrp="1"/>
          </p:cNvSpPr>
          <p:nvPr>
            <p:ph type="body" sz="quarter" idx="14"/>
          </p:nvPr>
        </p:nvSpPr>
        <p:spPr/>
        <p:txBody>
          <a:bodyPr/>
          <a:lstStyle/>
          <a:p>
            <a:pPr algn="r"/>
            <a:r>
              <a:rPr lang="en-US" altLang="ja-JP" dirty="0"/>
              <a:t>2026.1.13</a:t>
            </a:r>
            <a:endParaRPr lang="ja-JP" altLang="en-US" dirty="0"/>
          </a:p>
        </p:txBody>
      </p:sp>
      <p:sp>
        <p:nvSpPr>
          <p:cNvPr id="8" name="テキスト プレースホルダー 7">
            <a:extLst>
              <a:ext uri="{FF2B5EF4-FFF2-40B4-BE49-F238E27FC236}">
                <a16:creationId xmlns:a16="http://schemas.microsoft.com/office/drawing/2014/main" id="{867DAE94-0A0C-BE28-4530-D9EAD698297A}"/>
              </a:ext>
            </a:extLst>
          </p:cNvPr>
          <p:cNvSpPr>
            <a:spLocks noGrp="1"/>
          </p:cNvSpPr>
          <p:nvPr>
            <p:ph type="body" sz="quarter" idx="15"/>
          </p:nvPr>
        </p:nvSpPr>
        <p:spPr/>
        <p:txBody>
          <a:bodyPr anchor="ctr"/>
          <a:lstStyle/>
          <a:p>
            <a:r>
              <a:rPr lang="ja-JP" altLang="en-US" sz="2800" b="1" dirty="0"/>
              <a:t>キックオフミーティング</a:t>
            </a:r>
          </a:p>
        </p:txBody>
      </p:sp>
      <p:sp>
        <p:nvSpPr>
          <p:cNvPr id="9" name="テキスト プレースホルダー 8">
            <a:extLst>
              <a:ext uri="{FF2B5EF4-FFF2-40B4-BE49-F238E27FC236}">
                <a16:creationId xmlns:a16="http://schemas.microsoft.com/office/drawing/2014/main" id="{AEFEE0F8-C4B7-771A-687B-829B245D2FEC}"/>
              </a:ext>
            </a:extLst>
          </p:cNvPr>
          <p:cNvSpPr>
            <a:spLocks noGrp="1"/>
          </p:cNvSpPr>
          <p:nvPr>
            <p:ph type="body" sz="quarter" idx="16"/>
          </p:nvPr>
        </p:nvSpPr>
        <p:spPr/>
        <p:txBody>
          <a:bodyPr/>
          <a:lstStyle/>
          <a:p>
            <a:r>
              <a:rPr lang="ja-JP" altLang="en-US" b="1" dirty="0"/>
              <a:t>伊藤忠テクノソリューションズ株式会社</a:t>
            </a:r>
          </a:p>
        </p:txBody>
      </p:sp>
    </p:spTree>
    <p:extLst>
      <p:ext uri="{BB962C8B-B14F-4D97-AF65-F5344CB8AC3E}">
        <p14:creationId xmlns:p14="http://schemas.microsoft.com/office/powerpoint/2010/main" val="21682475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0423F55-F165-DEAA-0CFD-1EC438E189A3}"/>
              </a:ext>
            </a:extLst>
          </p:cNvPr>
          <p:cNvSpPr>
            <a:spLocks noGrp="1"/>
          </p:cNvSpPr>
          <p:nvPr>
            <p:ph type="title"/>
          </p:nvPr>
        </p:nvSpPr>
        <p:spPr/>
        <p:txBody>
          <a:bodyPr/>
          <a:lstStyle/>
          <a:p>
            <a:r>
              <a:rPr kumimoji="1" lang="ja-JP" altLang="en-US" dirty="0"/>
              <a:t>本日のアジェンダ</a:t>
            </a:r>
          </a:p>
        </p:txBody>
      </p:sp>
      <p:sp>
        <p:nvSpPr>
          <p:cNvPr id="4" name="テキスト プレースホルダー 3">
            <a:extLst>
              <a:ext uri="{FF2B5EF4-FFF2-40B4-BE49-F238E27FC236}">
                <a16:creationId xmlns:a16="http://schemas.microsoft.com/office/drawing/2014/main" id="{D9D67A4E-33F7-D30D-CACB-0EA2B713E5AB}"/>
              </a:ext>
            </a:extLst>
          </p:cNvPr>
          <p:cNvSpPr>
            <a:spLocks noGrp="1"/>
          </p:cNvSpPr>
          <p:nvPr>
            <p:ph type="body" sz="quarter" idx="17"/>
          </p:nvPr>
        </p:nvSpPr>
        <p:spPr>
          <a:xfrm>
            <a:off x="812801" y="1736725"/>
            <a:ext cx="10566400" cy="4476750"/>
          </a:xfrm>
        </p:spPr>
        <p:txBody>
          <a:bodyPr/>
          <a:lstStyle/>
          <a:p>
            <a:pPr marL="457200" indent="-457200">
              <a:buFont typeface="+mj-lt"/>
              <a:buAutoNum type="arabicPeriod"/>
            </a:pPr>
            <a:r>
              <a:rPr lang="ja-JP" altLang="en-US" sz="2000" b="1" dirty="0"/>
              <a:t>プロジェクトの背景・目的</a:t>
            </a:r>
            <a:endParaRPr lang="en-US" altLang="ja-JP" sz="2000" b="1" dirty="0"/>
          </a:p>
          <a:p>
            <a:pPr marL="457200" indent="-457200">
              <a:buFont typeface="+mj-lt"/>
              <a:buAutoNum type="arabicPeriod"/>
            </a:pPr>
            <a:r>
              <a:rPr lang="ja-JP" altLang="en-US" sz="2000" b="1" dirty="0"/>
              <a:t>ロードマップ</a:t>
            </a:r>
            <a:endParaRPr lang="en-US" altLang="ja-JP" sz="2000" b="1" dirty="0"/>
          </a:p>
          <a:p>
            <a:pPr marL="457200" indent="-457200">
              <a:buFont typeface="+mj-lt"/>
              <a:buAutoNum type="arabicPeriod"/>
            </a:pPr>
            <a:r>
              <a:rPr lang="ja-JP" altLang="en-US" sz="2000" b="1" dirty="0"/>
              <a:t>全体スケジュール・</a:t>
            </a:r>
            <a:r>
              <a:rPr lang="en-US" altLang="ja-JP" sz="2000" b="1" dirty="0"/>
              <a:t>WBS</a:t>
            </a:r>
          </a:p>
          <a:p>
            <a:pPr marL="457200" indent="-457200">
              <a:buFont typeface="+mj-lt"/>
              <a:buAutoNum type="arabicPeriod"/>
            </a:pPr>
            <a:r>
              <a:rPr lang="ja-JP" altLang="en-US" sz="2000" b="1" dirty="0"/>
              <a:t>フェーズ別の作成物と役割分担</a:t>
            </a:r>
            <a:endParaRPr lang="en-US" altLang="ja-JP" sz="2000" b="1" dirty="0"/>
          </a:p>
          <a:p>
            <a:pPr marL="457200" indent="-457200">
              <a:buFont typeface="+mj-lt"/>
              <a:buAutoNum type="arabicPeriod"/>
            </a:pPr>
            <a:r>
              <a:rPr lang="ja-JP" altLang="en-US" sz="2000" b="1" dirty="0"/>
              <a:t>現状分析の目的</a:t>
            </a:r>
            <a:endParaRPr lang="en-US" altLang="ja-JP" sz="2000" b="1" dirty="0"/>
          </a:p>
          <a:p>
            <a:pPr marL="457200" indent="-457200">
              <a:buFont typeface="+mj-lt"/>
              <a:buAutoNum type="arabicPeriod"/>
            </a:pPr>
            <a:r>
              <a:rPr lang="ja-JP" altLang="en-US" sz="2000" b="1" dirty="0"/>
              <a:t>直近</a:t>
            </a:r>
            <a:r>
              <a:rPr lang="en-US" altLang="ja-JP" sz="2000" b="1" dirty="0"/>
              <a:t>4</a:t>
            </a:r>
            <a:r>
              <a:rPr lang="ja-JP" altLang="en-US" sz="2000" b="1" dirty="0"/>
              <a:t>週間の進め方</a:t>
            </a:r>
            <a:endParaRPr lang="en-US" altLang="ja-JP" sz="2000" b="1" dirty="0"/>
          </a:p>
          <a:p>
            <a:pPr marL="457200" indent="-457200">
              <a:buFont typeface="+mj-lt"/>
              <a:buAutoNum type="arabicPeriod"/>
            </a:pPr>
            <a:r>
              <a:rPr lang="ja-JP" altLang="en-US" sz="2000" b="1" dirty="0"/>
              <a:t>推進体制</a:t>
            </a:r>
            <a:endParaRPr lang="en-US" altLang="ja-JP" sz="2000" b="1"/>
          </a:p>
          <a:p>
            <a:pPr marL="457200" indent="-457200">
              <a:buFont typeface="+mj-lt"/>
              <a:buAutoNum type="arabicPeriod"/>
            </a:pPr>
            <a:r>
              <a:rPr lang="ja-JP" altLang="en-US" sz="2000" b="1"/>
              <a:t>会議体</a:t>
            </a:r>
            <a:r>
              <a:rPr lang="ja-JP" altLang="en-US" sz="2000" b="1" dirty="0"/>
              <a:t>・コミュニケーションライン（ステコミ含む）</a:t>
            </a:r>
            <a:endParaRPr lang="en-US" altLang="ja-JP" sz="2000" b="1" dirty="0"/>
          </a:p>
          <a:p>
            <a:pPr marL="457200" indent="-457200">
              <a:buFont typeface="+mj-lt"/>
              <a:buAutoNum type="arabicPeriod"/>
            </a:pPr>
            <a:r>
              <a:rPr lang="ja-JP" altLang="en-US" sz="2000" b="1" dirty="0"/>
              <a:t>今後のアクション・依頼事項</a:t>
            </a:r>
            <a:endParaRPr lang="en-US" altLang="ja-JP" sz="2000" b="1" dirty="0"/>
          </a:p>
          <a:p>
            <a:pPr marL="457200" indent="-457200">
              <a:buFont typeface="+mj-lt"/>
              <a:buAutoNum type="arabicPeriod"/>
            </a:pPr>
            <a:r>
              <a:rPr lang="en-US" altLang="ja-JP" sz="2000" b="1" dirty="0"/>
              <a:t>Appendix</a:t>
            </a:r>
          </a:p>
          <a:p>
            <a:pPr marL="457200" indent="-457200">
              <a:buFont typeface="+mj-lt"/>
              <a:buAutoNum type="arabicPeriod"/>
            </a:pPr>
            <a:endParaRPr lang="en-US" altLang="ja-JP" sz="2000" b="1" dirty="0"/>
          </a:p>
          <a:p>
            <a:pPr marL="457200" indent="-457200">
              <a:buFont typeface="+mj-lt"/>
              <a:buAutoNum type="arabicPeriod"/>
            </a:pPr>
            <a:endParaRPr lang="en-US" altLang="ja-JP" sz="2000" b="1" dirty="0"/>
          </a:p>
          <a:p>
            <a:pPr marL="457200" indent="-457200">
              <a:buFont typeface="+mj-lt"/>
              <a:buAutoNum type="arabicPeriod"/>
            </a:pPr>
            <a:endParaRPr lang="en-US" altLang="ja-JP" sz="2000" b="1" dirty="0"/>
          </a:p>
          <a:p>
            <a:pPr marL="457200" indent="-457200">
              <a:buFont typeface="+mj-lt"/>
              <a:buAutoNum type="arabicPeriod"/>
            </a:pPr>
            <a:endParaRPr lang="en-US" altLang="ja-JP" sz="2000" b="1" dirty="0"/>
          </a:p>
        </p:txBody>
      </p:sp>
    </p:spTree>
    <p:extLst>
      <p:ext uri="{BB962C8B-B14F-4D97-AF65-F5344CB8AC3E}">
        <p14:creationId xmlns:p14="http://schemas.microsoft.com/office/powerpoint/2010/main" val="38099019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4E5C7F8D-53B3-9A24-F6A0-96BB742F81E7}"/>
              </a:ext>
            </a:extLst>
          </p:cNvPr>
          <p:cNvSpPr>
            <a:spLocks noGrp="1"/>
          </p:cNvSpPr>
          <p:nvPr>
            <p:ph type="body" sz="quarter" idx="18"/>
          </p:nvPr>
        </p:nvSpPr>
        <p:spPr>
          <a:xfrm>
            <a:off x="390524" y="923521"/>
            <a:ext cx="11160245" cy="613778"/>
          </a:xfrm>
        </p:spPr>
        <p:txBody>
          <a:bodyPr/>
          <a:lstStyle/>
          <a:p>
            <a:pPr marL="0" indent="0">
              <a:buNone/>
            </a:pPr>
            <a:r>
              <a:rPr lang="en-US" altLang="ja-JP" sz="1800" dirty="0">
                <a:latin typeface="Meiryo UI" panose="020B0604030504040204" pitchFamily="50" charset="-128"/>
                <a:ea typeface="Meiryo UI" panose="020B0604030504040204" pitchFamily="50" charset="-128"/>
              </a:rPr>
              <a:t>EV</a:t>
            </a:r>
            <a:r>
              <a:rPr lang="ja-JP" altLang="en-US" sz="1800" dirty="0">
                <a:latin typeface="Meiryo UI" panose="020B0604030504040204" pitchFamily="50" charset="-128"/>
                <a:ea typeface="Meiryo UI" panose="020B0604030504040204" pitchFamily="50" charset="-128"/>
              </a:rPr>
              <a:t>、</a:t>
            </a:r>
            <a:r>
              <a:rPr lang="en-US" altLang="ja-JP" sz="1800" dirty="0">
                <a:latin typeface="Meiryo UI" panose="020B0604030504040204" pitchFamily="50" charset="-128"/>
                <a:ea typeface="Meiryo UI" panose="020B0604030504040204" pitchFamily="50" charset="-128"/>
              </a:rPr>
              <a:t>PHEV</a:t>
            </a:r>
            <a:r>
              <a:rPr lang="ja-JP" altLang="en-US" sz="1800" dirty="0">
                <a:latin typeface="Meiryo UI" panose="020B0604030504040204" pitchFamily="50" charset="-128"/>
                <a:ea typeface="Meiryo UI" panose="020B0604030504040204" pitchFamily="50" charset="-128"/>
              </a:rPr>
              <a:t>の市場は確実に拡大しているため、必然的に</a:t>
            </a:r>
            <a:r>
              <a:rPr lang="ja-JP" altLang="en-US" sz="1800" b="1" u="sng" dirty="0">
                <a:latin typeface="Meiryo UI" panose="020B0604030504040204" pitchFamily="50" charset="-128"/>
                <a:ea typeface="Meiryo UI" panose="020B0604030504040204" pitchFamily="50" charset="-128"/>
              </a:rPr>
              <a:t>家庭への充電器設置</a:t>
            </a:r>
            <a:r>
              <a:rPr lang="ja-JP" altLang="en-US" sz="1800" dirty="0">
                <a:latin typeface="Meiryo UI" panose="020B0604030504040204" pitchFamily="50" charset="-128"/>
                <a:ea typeface="Meiryo UI" panose="020B0604030504040204" pitchFamily="50" charset="-128"/>
              </a:rPr>
              <a:t>も増加していくことが想定される。</a:t>
            </a:r>
            <a:br>
              <a:rPr lang="en-US" altLang="ja-JP" sz="1800" dirty="0">
                <a:latin typeface="Meiryo UI" panose="020B0604030504040204" pitchFamily="50" charset="-128"/>
                <a:ea typeface="Meiryo UI" panose="020B0604030504040204" pitchFamily="50" charset="-128"/>
              </a:rPr>
            </a:br>
            <a:r>
              <a:rPr lang="ja-JP" altLang="en-US" sz="1800" b="1" u="sng" dirty="0">
                <a:latin typeface="Meiryo UI" panose="020B0604030504040204" pitchFamily="50" charset="-128"/>
                <a:ea typeface="Meiryo UI" panose="020B0604030504040204" pitchFamily="50" charset="-128"/>
              </a:rPr>
              <a:t>市場、顧客ニーズの急速な変化や、将来的な</a:t>
            </a:r>
            <a:r>
              <a:rPr lang="en-US" altLang="ja-JP" sz="1800" b="1" u="sng" dirty="0">
                <a:latin typeface="Meiryo UI" panose="020B0604030504040204" pitchFamily="50" charset="-128"/>
                <a:ea typeface="Meiryo UI" panose="020B0604030504040204" pitchFamily="50" charset="-128"/>
              </a:rPr>
              <a:t>AI</a:t>
            </a:r>
            <a:r>
              <a:rPr lang="ja-JP" altLang="en-US" sz="1800" b="1" u="sng" dirty="0">
                <a:latin typeface="Meiryo UI" panose="020B0604030504040204" pitchFamily="50" charset="-128"/>
                <a:ea typeface="Meiryo UI" panose="020B0604030504040204" pitchFamily="50" charset="-128"/>
              </a:rPr>
              <a:t>活用</a:t>
            </a:r>
            <a:r>
              <a:rPr lang="ja-JP" altLang="en-US" sz="1800" dirty="0">
                <a:latin typeface="Meiryo UI" panose="020B0604030504040204" pitchFamily="50" charset="-128"/>
                <a:ea typeface="Meiryo UI" panose="020B0604030504040204" pitchFamily="50" charset="-128"/>
              </a:rPr>
              <a:t>に対応するため、</a:t>
            </a:r>
            <a:r>
              <a:rPr lang="ja-JP" altLang="en-US" sz="1800" b="1" u="sng" dirty="0">
                <a:latin typeface="Meiryo UI" panose="020B0604030504040204" pitchFamily="50" charset="-128"/>
                <a:ea typeface="Meiryo UI" panose="020B0604030504040204" pitchFamily="50" charset="-128"/>
              </a:rPr>
              <a:t>関連業務のシステム化やデータ集約</a:t>
            </a:r>
            <a:r>
              <a:rPr lang="ja-JP" altLang="en-US" sz="1800" dirty="0">
                <a:latin typeface="Meiryo UI" panose="020B0604030504040204" pitchFamily="50" charset="-128"/>
                <a:ea typeface="Meiryo UI" panose="020B0604030504040204" pitchFamily="50" charset="-128"/>
              </a:rPr>
              <a:t>が急務である。</a:t>
            </a:r>
            <a:endParaRPr kumimoji="1" lang="en-US" altLang="ja-JP" sz="1800" dirty="0">
              <a:latin typeface="Meiryo UI" panose="020B0604030504040204" pitchFamily="50" charset="-128"/>
              <a:ea typeface="Meiryo UI" panose="020B0604030504040204" pitchFamily="50" charset="-128"/>
            </a:endParaRPr>
          </a:p>
        </p:txBody>
      </p:sp>
      <p:sp>
        <p:nvSpPr>
          <p:cNvPr id="3" name="タイトル 2">
            <a:extLst>
              <a:ext uri="{FF2B5EF4-FFF2-40B4-BE49-F238E27FC236}">
                <a16:creationId xmlns:a16="http://schemas.microsoft.com/office/drawing/2014/main" id="{DEFE7F35-0FD5-B764-3B2F-B935E8D5C6DE}"/>
              </a:ext>
            </a:extLst>
          </p:cNvPr>
          <p:cNvSpPr>
            <a:spLocks noGrp="1"/>
          </p:cNvSpPr>
          <p:nvPr>
            <p:ph type="title"/>
          </p:nvPr>
        </p:nvSpPr>
        <p:spPr>
          <a:xfrm>
            <a:off x="390524" y="294599"/>
            <a:ext cx="9367501" cy="354437"/>
          </a:xfrm>
        </p:spPr>
        <p:txBody>
          <a:bodyPr/>
          <a:lstStyle/>
          <a:p>
            <a:r>
              <a:rPr lang="en-US" altLang="ja-JP" dirty="0">
                <a:latin typeface="Meiryo UI" panose="020B0604030504040204" pitchFamily="50" charset="-128"/>
                <a:ea typeface="Meiryo UI" panose="020B0604030504040204" pitchFamily="50" charset="-128"/>
              </a:rPr>
              <a:t>1.</a:t>
            </a:r>
            <a:r>
              <a:rPr lang="ja-JP" altLang="ja-JP" dirty="0">
                <a:latin typeface="Meiryo UI" panose="020B0604030504040204" pitchFamily="50" charset="-128"/>
                <a:ea typeface="Meiryo UI" panose="020B0604030504040204" pitchFamily="50" charset="-128"/>
              </a:rPr>
              <a:t>背景と</a:t>
            </a:r>
            <a:r>
              <a:rPr lang="ja-JP" altLang="en-US" dirty="0">
                <a:latin typeface="Meiryo UI" panose="020B0604030504040204" pitchFamily="50" charset="-128"/>
                <a:ea typeface="Meiryo UI" panose="020B0604030504040204" pitchFamily="50" charset="-128"/>
              </a:rPr>
              <a:t>目的 </a:t>
            </a:r>
            <a:r>
              <a:rPr lang="en-US" altLang="ja-JP" dirty="0">
                <a:latin typeface="Meiryo UI" panose="020B0604030504040204" pitchFamily="50" charset="-128"/>
                <a:ea typeface="Meiryo UI" panose="020B0604030504040204" pitchFamily="50" charset="-128"/>
              </a:rPr>
              <a:t>: EV</a:t>
            </a:r>
            <a:r>
              <a:rPr lang="ja-JP" altLang="en-US" dirty="0">
                <a:latin typeface="Meiryo UI" panose="020B0604030504040204" pitchFamily="50" charset="-128"/>
                <a:ea typeface="Meiryo UI" panose="020B0604030504040204" pitchFamily="50" charset="-128"/>
              </a:rPr>
              <a:t>自動車を取り巻く市場動向</a:t>
            </a:r>
            <a:br>
              <a:rPr lang="en-US" altLang="ja-JP" dirty="0">
                <a:latin typeface="Meiryo UI" panose="020B0604030504040204" pitchFamily="50" charset="-128"/>
                <a:ea typeface="Meiryo UI" panose="020B0604030504040204" pitchFamily="50" charset="-128"/>
              </a:rPr>
            </a:br>
            <a:endParaRPr kumimoji="1" lang="ja-JP" altLang="en-US" b="0" dirty="0">
              <a:latin typeface="Meiryo UI" panose="020B0604030504040204" pitchFamily="50" charset="-128"/>
              <a:ea typeface="Meiryo UI" panose="020B0604030504040204" pitchFamily="50" charset="-128"/>
            </a:endParaRPr>
          </a:p>
        </p:txBody>
      </p:sp>
      <p:graphicFrame>
        <p:nvGraphicFramePr>
          <p:cNvPr id="5" name="グラフ 4">
            <a:extLst>
              <a:ext uri="{FF2B5EF4-FFF2-40B4-BE49-F238E27FC236}">
                <a16:creationId xmlns:a16="http://schemas.microsoft.com/office/drawing/2014/main" id="{46A7E4EF-9019-F7B0-C2B6-59349EB8EFA2}"/>
              </a:ext>
            </a:extLst>
          </p:cNvPr>
          <p:cNvGraphicFramePr>
            <a:graphicFrameLocks/>
          </p:cNvGraphicFramePr>
          <p:nvPr/>
        </p:nvGraphicFramePr>
        <p:xfrm>
          <a:off x="313090" y="1533575"/>
          <a:ext cx="5657556" cy="4675389"/>
        </p:xfrm>
        <a:graphic>
          <a:graphicData uri="http://schemas.openxmlformats.org/drawingml/2006/chart">
            <c:chart xmlns:c="http://schemas.openxmlformats.org/drawingml/2006/chart" xmlns:r="http://schemas.openxmlformats.org/officeDocument/2006/relationships" r:id="rId3"/>
          </a:graphicData>
        </a:graphic>
      </p:graphicFrame>
      <p:sp>
        <p:nvSpPr>
          <p:cNvPr id="6" name="テキスト ボックス 5">
            <a:extLst>
              <a:ext uri="{FF2B5EF4-FFF2-40B4-BE49-F238E27FC236}">
                <a16:creationId xmlns:a16="http://schemas.microsoft.com/office/drawing/2014/main" id="{321EF78F-5A81-3141-239A-2F7995554666}"/>
              </a:ext>
            </a:extLst>
          </p:cNvPr>
          <p:cNvSpPr txBox="1"/>
          <p:nvPr/>
        </p:nvSpPr>
        <p:spPr>
          <a:xfrm>
            <a:off x="2416450" y="6141096"/>
            <a:ext cx="3554196" cy="369332"/>
          </a:xfrm>
          <a:prstGeom prst="rect">
            <a:avLst/>
          </a:prstGeom>
          <a:noFill/>
        </p:spPr>
        <p:txBody>
          <a:bodyPr wrap="square" rtlCol="0">
            <a:spAutoFit/>
          </a:bodyPr>
          <a:lstStyle/>
          <a:p>
            <a:pPr algn="r"/>
            <a:r>
              <a:rPr lang="ja-JP" altLang="en-US" sz="900" dirty="0">
                <a:latin typeface="Meiryo UI" panose="020B0604030504040204" pitchFamily="50" charset="-128"/>
                <a:ea typeface="Meiryo UI" panose="020B0604030504040204" pitchFamily="50" charset="-128"/>
              </a:rPr>
              <a:t>データ参照元：日本自動車販売協会連合会 統計データ</a:t>
            </a:r>
            <a:br>
              <a:rPr lang="en-US" altLang="ja-JP" sz="900" dirty="0">
                <a:latin typeface="Meiryo UI" panose="020B0604030504040204" pitchFamily="50" charset="-128"/>
                <a:ea typeface="Meiryo UI" panose="020B0604030504040204" pitchFamily="50" charset="-128"/>
              </a:rPr>
            </a:br>
            <a:r>
              <a:rPr lang="en-US" altLang="ja-JP" sz="900" dirty="0">
                <a:latin typeface="Meiryo UI" panose="020B0604030504040204" pitchFamily="50" charset="-128"/>
                <a:ea typeface="Meiryo UI" panose="020B0604030504040204" pitchFamily="50" charset="-128"/>
              </a:rPr>
              <a:t>2020</a:t>
            </a:r>
            <a:r>
              <a:rPr lang="ja-JP" altLang="en-US" sz="900" dirty="0">
                <a:latin typeface="Meiryo UI" panose="020B0604030504040204" pitchFamily="50" charset="-128"/>
                <a:ea typeface="Meiryo UI" panose="020B0604030504040204" pitchFamily="50" charset="-128"/>
              </a:rPr>
              <a:t>年</a:t>
            </a:r>
            <a:r>
              <a:rPr lang="en-US" altLang="ja-JP" sz="900" dirty="0">
                <a:latin typeface="Meiryo UI" panose="020B0604030504040204" pitchFamily="50" charset="-128"/>
                <a:ea typeface="Meiryo UI" panose="020B0604030504040204" pitchFamily="50" charset="-128"/>
              </a:rPr>
              <a:t>4</a:t>
            </a:r>
            <a:r>
              <a:rPr lang="ja-JP" altLang="en-US" sz="900" dirty="0">
                <a:latin typeface="Meiryo UI" panose="020B0604030504040204" pitchFamily="50" charset="-128"/>
                <a:ea typeface="Meiryo UI" panose="020B0604030504040204" pitchFamily="50" charset="-128"/>
              </a:rPr>
              <a:t>月～</a:t>
            </a:r>
            <a:r>
              <a:rPr lang="en-US" altLang="ja-JP" sz="900" dirty="0">
                <a:latin typeface="Meiryo UI" panose="020B0604030504040204" pitchFamily="50" charset="-128"/>
                <a:ea typeface="Meiryo UI" panose="020B0604030504040204" pitchFamily="50" charset="-128"/>
              </a:rPr>
              <a:t>2024</a:t>
            </a:r>
            <a:r>
              <a:rPr lang="ja-JP" altLang="en-US" sz="900" dirty="0">
                <a:latin typeface="Meiryo UI" panose="020B0604030504040204" pitchFamily="50" charset="-128"/>
                <a:ea typeface="Meiryo UI" panose="020B0604030504040204" pitchFamily="50" charset="-128"/>
              </a:rPr>
              <a:t>年</a:t>
            </a:r>
            <a:r>
              <a:rPr lang="en-US" altLang="ja-JP" sz="900" dirty="0">
                <a:latin typeface="Meiryo UI" panose="020B0604030504040204" pitchFamily="50" charset="-128"/>
                <a:ea typeface="Meiryo UI" panose="020B0604030504040204" pitchFamily="50" charset="-128"/>
              </a:rPr>
              <a:t>12</a:t>
            </a:r>
            <a:r>
              <a:rPr lang="ja-JP" altLang="en-US" sz="900" dirty="0">
                <a:latin typeface="Meiryo UI" panose="020B0604030504040204" pitchFamily="50" charset="-128"/>
                <a:ea typeface="Meiryo UI" panose="020B0604030504040204" pitchFamily="50" charset="-128"/>
              </a:rPr>
              <a:t>月燃料別メーカー別台数（乗用車）</a:t>
            </a:r>
            <a:endParaRPr kumimoji="1" lang="ja-JP" altLang="en-US" sz="900" dirty="0">
              <a:latin typeface="Meiryo UI" panose="020B0604030504040204" pitchFamily="50" charset="-128"/>
              <a:ea typeface="Meiryo UI" panose="020B0604030504040204" pitchFamily="50" charset="-128"/>
            </a:endParaRPr>
          </a:p>
        </p:txBody>
      </p:sp>
      <p:sp>
        <p:nvSpPr>
          <p:cNvPr id="7" name="テキスト ボックス 6">
            <a:extLst>
              <a:ext uri="{FF2B5EF4-FFF2-40B4-BE49-F238E27FC236}">
                <a16:creationId xmlns:a16="http://schemas.microsoft.com/office/drawing/2014/main" id="{3764B8D3-493D-12DC-30DE-B6B194A01A37}"/>
              </a:ext>
            </a:extLst>
          </p:cNvPr>
          <p:cNvSpPr txBox="1"/>
          <p:nvPr/>
        </p:nvSpPr>
        <p:spPr>
          <a:xfrm>
            <a:off x="6508037" y="1632329"/>
            <a:ext cx="5042731" cy="307777"/>
          </a:xfrm>
          <a:prstGeom prst="rect">
            <a:avLst/>
          </a:prstGeom>
          <a:noFill/>
        </p:spPr>
        <p:txBody>
          <a:bodyPr wrap="square" rtlCol="0">
            <a:spAutoFit/>
          </a:bodyPr>
          <a:lstStyle/>
          <a:p>
            <a:pPr algn="ctr"/>
            <a:r>
              <a:rPr lang="ja-JP" altLang="en-US" sz="1400" dirty="0">
                <a:solidFill>
                  <a:srgbClr val="003D86"/>
                </a:solidFill>
                <a:latin typeface="Meiryo UI" panose="020B0604030504040204" pitchFamily="50" charset="-128"/>
                <a:ea typeface="Meiryo UI" panose="020B0604030504040204" pitchFamily="50" charset="-128"/>
              </a:rPr>
              <a:t>日本自動車販売協会連合会レポート抜粋</a:t>
            </a:r>
            <a:endParaRPr kumimoji="1" lang="ja-JP" altLang="en-US" sz="1400" dirty="0">
              <a:solidFill>
                <a:srgbClr val="003D86"/>
              </a:solidFill>
              <a:latin typeface="Meiryo UI" panose="020B0604030504040204" pitchFamily="50" charset="-128"/>
              <a:ea typeface="Meiryo UI" panose="020B0604030504040204" pitchFamily="50" charset="-128"/>
            </a:endParaRPr>
          </a:p>
        </p:txBody>
      </p:sp>
      <p:sp>
        <p:nvSpPr>
          <p:cNvPr id="4" name="テキスト プレースホルダー 1">
            <a:extLst>
              <a:ext uri="{FF2B5EF4-FFF2-40B4-BE49-F238E27FC236}">
                <a16:creationId xmlns:a16="http://schemas.microsoft.com/office/drawing/2014/main" id="{9770D489-FE86-626A-78B1-E46B82609B2E}"/>
              </a:ext>
            </a:extLst>
          </p:cNvPr>
          <p:cNvSpPr txBox="1">
            <a:spLocks/>
          </p:cNvSpPr>
          <p:nvPr/>
        </p:nvSpPr>
        <p:spPr>
          <a:xfrm>
            <a:off x="6430399" y="2127115"/>
            <a:ext cx="5384065" cy="3854312"/>
          </a:xfrm>
          <a:prstGeom prst="rect">
            <a:avLst/>
          </a:prstGeom>
        </p:spPr>
        <p:txBody>
          <a:bodyPr lIns="0" tIns="0" rIns="0" bIns="0">
            <a:noAutofit/>
          </a:bodyPr>
          <a:lstStyle>
            <a:lvl1pPr marL="176213" indent="-176213" algn="l" defTabSz="479968" rtl="0" eaLnBrk="1" latinLnBrk="0" hangingPunct="1">
              <a:lnSpc>
                <a:spcPct val="90000"/>
              </a:lnSpc>
              <a:spcBef>
                <a:spcPts val="600"/>
              </a:spcBef>
              <a:buFont typeface="Arial" panose="020B0604020202020204" pitchFamily="34" charset="0"/>
              <a:buChar char="•"/>
              <a:defRPr kumimoji="1" sz="2800" b="0" i="0" kern="1200">
                <a:solidFill>
                  <a:srgbClr val="013C85"/>
                </a:solidFill>
                <a:latin typeface="Yu Gothic Medium" panose="020B0400000000000000" pitchFamily="34" charset="-128"/>
                <a:ea typeface="Yu Gothic Medium" panose="020B0400000000000000" pitchFamily="34" charset="-128"/>
                <a:cs typeface="+mn-cs"/>
              </a:defRPr>
            </a:lvl1pPr>
            <a:lvl2pPr marL="442913" indent="-136525" algn="l" defTabSz="914400" rtl="0" eaLnBrk="1" latinLnBrk="0" hangingPunct="1">
              <a:lnSpc>
                <a:spcPct val="90000"/>
              </a:lnSpc>
              <a:spcBef>
                <a:spcPts val="600"/>
              </a:spcBef>
              <a:buFont typeface="Arial" panose="020B0604020202020204" pitchFamily="34" charset="0"/>
              <a:buChar char="•"/>
              <a:defRPr kumimoji="1" sz="2400" b="0" i="0" kern="1200">
                <a:solidFill>
                  <a:srgbClr val="013C85"/>
                </a:solidFill>
                <a:latin typeface="Yu Gothic Medium" panose="020B0400000000000000" pitchFamily="34" charset="-128"/>
                <a:ea typeface="Yu Gothic Medium" panose="020B0400000000000000" pitchFamily="34" charset="-128"/>
                <a:cs typeface="+mn-cs"/>
              </a:defRPr>
            </a:lvl2pPr>
            <a:lvl3pPr marL="720725" indent="-146050" algn="l" defTabSz="914400" rtl="0" eaLnBrk="1" latinLnBrk="0" hangingPunct="1">
              <a:lnSpc>
                <a:spcPct val="90000"/>
              </a:lnSpc>
              <a:spcBef>
                <a:spcPts val="600"/>
              </a:spcBef>
              <a:buFont typeface="Arial" panose="020B0604020202020204" pitchFamily="34" charset="0"/>
              <a:buChar char="•"/>
              <a:defRPr kumimoji="1" sz="2000" b="0" i="0" kern="1200">
                <a:solidFill>
                  <a:srgbClr val="013C85"/>
                </a:solidFill>
                <a:latin typeface="Yu Gothic Medium" panose="020B0400000000000000" pitchFamily="34" charset="-128"/>
                <a:ea typeface="Yu Gothic Medium" panose="020B0400000000000000" pitchFamily="34" charset="-128"/>
                <a:cs typeface="+mn-cs"/>
              </a:defRPr>
            </a:lvl3pPr>
            <a:lvl4pPr marL="989013" indent="-136525" algn="l" defTabSz="914400" rtl="0" eaLnBrk="1" latinLnBrk="0" hangingPunct="1">
              <a:lnSpc>
                <a:spcPct val="90000"/>
              </a:lnSpc>
              <a:spcBef>
                <a:spcPts val="600"/>
              </a:spcBef>
              <a:buFont typeface="Arial" panose="020B0604020202020204" pitchFamily="34" charset="0"/>
              <a:buChar char="•"/>
              <a:defRPr kumimoji="1" sz="1800" b="0" i="0" kern="1200">
                <a:solidFill>
                  <a:srgbClr val="013C85"/>
                </a:solidFill>
                <a:latin typeface="Yu Gothic Medium" panose="020B0400000000000000" pitchFamily="34" charset="-128"/>
                <a:ea typeface="Yu Gothic Medium" panose="020B0400000000000000" pitchFamily="34" charset="-128"/>
                <a:cs typeface="+mn-cs"/>
              </a:defRPr>
            </a:lvl4pPr>
            <a:lvl5pPr marL="1255713" indent="-136525" algn="l" defTabSz="914400" rtl="0" eaLnBrk="1" latinLnBrk="0" hangingPunct="1">
              <a:lnSpc>
                <a:spcPct val="90000"/>
              </a:lnSpc>
              <a:spcBef>
                <a:spcPts val="600"/>
              </a:spcBef>
              <a:buFont typeface="Arial" panose="020B0604020202020204" pitchFamily="34" charset="0"/>
              <a:buChar char="•"/>
              <a:defRPr kumimoji="1" sz="1800" b="0" i="0" kern="1200">
                <a:solidFill>
                  <a:srgbClr val="013C85"/>
                </a:solidFill>
                <a:latin typeface="Yu Gothic Medium" panose="020B0400000000000000" pitchFamily="34" charset="-128"/>
                <a:ea typeface="Yu Gothic Medium"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bg1"/>
                </a:solidFill>
                <a:latin typeface="Yu Gothic Medium" panose="020B0400000000000000" pitchFamily="34" charset="-128"/>
                <a:ea typeface="Yu Gothic Medium" panose="020B0400000000000000" pitchFamily="34" charset="-128"/>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bg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fontAlgn="base">
              <a:buFont typeface="Arial" panose="020B0604020202020204" pitchFamily="34" charset="0"/>
              <a:buNone/>
            </a:pPr>
            <a:r>
              <a:rPr lang="ja-JP" altLang="en-US" sz="1400" dirty="0">
                <a:latin typeface="Meiryo UI" panose="020B0604030504040204" pitchFamily="50" charset="-128"/>
                <a:ea typeface="Meiryo UI" panose="020B0604030504040204" pitchFamily="50" charset="-128"/>
              </a:rPr>
              <a:t>＜次世代自動車への意識＞</a:t>
            </a:r>
            <a:endParaRPr lang="en-US" altLang="ja-JP" sz="1400" dirty="0">
              <a:latin typeface="Meiryo UI" panose="020B0604030504040204" pitchFamily="50" charset="-128"/>
              <a:ea typeface="Meiryo UI" panose="020B0604030504040204" pitchFamily="50" charset="-128"/>
            </a:endParaRPr>
          </a:p>
          <a:p>
            <a:pPr marL="0" indent="0" fontAlgn="base">
              <a:buFont typeface="Arial" panose="020B0604020202020204" pitchFamily="34" charset="0"/>
              <a:buNone/>
            </a:pPr>
            <a:endParaRPr lang="ja-JP" altLang="en-US" sz="1400" dirty="0">
              <a:latin typeface="Meiryo UI" panose="020B0604030504040204" pitchFamily="50" charset="-128"/>
              <a:ea typeface="Meiryo UI" panose="020B0604030504040204" pitchFamily="50" charset="-128"/>
            </a:endParaRPr>
          </a:p>
          <a:p>
            <a:pPr fontAlgn="base"/>
            <a:r>
              <a:rPr lang="ja-JP" altLang="en-US" sz="1400" dirty="0">
                <a:latin typeface="Meiryo UI" panose="020B0604030504040204" pitchFamily="50" charset="-128"/>
                <a:ea typeface="Meiryo UI" panose="020B0604030504040204" pitchFamily="50" charset="-128"/>
              </a:rPr>
              <a:t>次世代自動車の中で購入検討順位</a:t>
            </a:r>
            <a:r>
              <a:rPr lang="en-US" altLang="ja-JP" sz="1400" dirty="0">
                <a:latin typeface="Meiryo UI" panose="020B0604030504040204" pitchFamily="50" charset="-128"/>
                <a:ea typeface="Meiryo UI" panose="020B0604030504040204" pitchFamily="50" charset="-128"/>
              </a:rPr>
              <a:t>1</a:t>
            </a:r>
            <a:r>
              <a:rPr lang="ja-JP" altLang="en-US" sz="1400" dirty="0">
                <a:latin typeface="Meiryo UI" panose="020B0604030504040204" pitchFamily="50" charset="-128"/>
                <a:ea typeface="Meiryo UI" panose="020B0604030504040204" pitchFamily="50" charset="-128"/>
              </a:rPr>
              <a:t>位とした割合は</a:t>
            </a:r>
            <a:br>
              <a:rPr lang="en-US" altLang="ja-JP" sz="1400" dirty="0">
                <a:latin typeface="Meiryo UI" panose="020B0604030504040204" pitchFamily="50" charset="-128"/>
                <a:ea typeface="Meiryo UI" panose="020B0604030504040204" pitchFamily="50" charset="-128"/>
              </a:rPr>
            </a:br>
            <a:r>
              <a:rPr lang="ja-JP" altLang="en-US" sz="1400" dirty="0">
                <a:latin typeface="Meiryo UI" panose="020B0604030504040204" pitchFamily="50" charset="-128"/>
                <a:ea typeface="Meiryo UI" panose="020B0604030504040204" pitchFamily="50" charset="-128"/>
              </a:rPr>
              <a:t>「ハイブリッド車（</a:t>
            </a:r>
            <a:r>
              <a:rPr lang="en-US" altLang="ja-JP" sz="1400" dirty="0">
                <a:latin typeface="Meiryo UI" panose="020B0604030504040204" pitchFamily="50" charset="-128"/>
                <a:ea typeface="Meiryo UI" panose="020B0604030504040204" pitchFamily="50" charset="-128"/>
              </a:rPr>
              <a:t>HV</a:t>
            </a:r>
            <a:r>
              <a:rPr lang="ja-JP" altLang="en-US" sz="1400" dirty="0">
                <a:latin typeface="Meiryo UI" panose="020B0604030504040204" pitchFamily="50" charset="-128"/>
                <a:ea typeface="Meiryo UI" panose="020B0604030504040204" pitchFamily="50" charset="-128"/>
              </a:rPr>
              <a:t>）」が最も高い。</a:t>
            </a:r>
            <a:endParaRPr lang="en-US" altLang="ja-JP" sz="1400" dirty="0">
              <a:latin typeface="Meiryo UI" panose="020B0604030504040204" pitchFamily="50" charset="-128"/>
              <a:ea typeface="Meiryo UI" panose="020B0604030504040204" pitchFamily="50" charset="-128"/>
            </a:endParaRPr>
          </a:p>
          <a:p>
            <a:pPr fontAlgn="base"/>
            <a:endParaRPr lang="en-US" altLang="ja-JP" sz="1400" dirty="0">
              <a:latin typeface="Meiryo UI" panose="020B0604030504040204" pitchFamily="50" charset="-128"/>
              <a:ea typeface="Meiryo UI" panose="020B0604030504040204" pitchFamily="50" charset="-128"/>
            </a:endParaRPr>
          </a:p>
          <a:p>
            <a:pPr fontAlgn="base"/>
            <a:r>
              <a:rPr lang="ja-JP" altLang="en-US" sz="1400" b="1" dirty="0">
                <a:latin typeface="Meiryo UI" panose="020B0604030504040204" pitchFamily="50" charset="-128"/>
                <a:ea typeface="Meiryo UI" panose="020B0604030504040204" pitchFamily="50" charset="-128"/>
              </a:rPr>
              <a:t>「電気自動車（</a:t>
            </a:r>
            <a:r>
              <a:rPr lang="en-US" altLang="ja-JP" sz="1400" b="1" dirty="0">
                <a:latin typeface="Meiryo UI" panose="020B0604030504040204" pitchFamily="50" charset="-128"/>
                <a:ea typeface="Meiryo UI" panose="020B0604030504040204" pitchFamily="50" charset="-128"/>
              </a:rPr>
              <a:t>EV</a:t>
            </a:r>
            <a:r>
              <a:rPr lang="ja-JP" altLang="en-US" sz="1400" b="1" dirty="0">
                <a:latin typeface="Meiryo UI" panose="020B0604030504040204" pitchFamily="50" charset="-128"/>
                <a:ea typeface="Meiryo UI" panose="020B0604030504040204" pitchFamily="50" charset="-128"/>
              </a:rPr>
              <a:t>）」を購入検討順位で</a:t>
            </a:r>
            <a:r>
              <a:rPr lang="en-US" altLang="ja-JP" sz="1400" b="1" dirty="0">
                <a:latin typeface="Meiryo UI" panose="020B0604030504040204" pitchFamily="50" charset="-128"/>
                <a:ea typeface="Meiryo UI" panose="020B0604030504040204" pitchFamily="50" charset="-128"/>
              </a:rPr>
              <a:t>1</a:t>
            </a:r>
            <a:r>
              <a:rPr lang="ja-JP" altLang="en-US" sz="1400" b="1" dirty="0">
                <a:latin typeface="Meiryo UI" panose="020B0604030504040204" pitchFamily="50" charset="-128"/>
                <a:ea typeface="Meiryo UI" panose="020B0604030504040204" pitchFamily="50" charset="-128"/>
              </a:rPr>
              <a:t>位</a:t>
            </a:r>
            <a:r>
              <a:rPr lang="ja-JP" altLang="en-US" sz="1400" dirty="0">
                <a:latin typeface="Meiryo UI" panose="020B0604030504040204" pitchFamily="50" charset="-128"/>
                <a:ea typeface="Meiryo UI" panose="020B0604030504040204" pitchFamily="50" charset="-128"/>
              </a:rPr>
              <a:t>とした</a:t>
            </a:r>
            <a:br>
              <a:rPr lang="en-US" altLang="ja-JP" sz="1400" dirty="0">
                <a:latin typeface="Meiryo UI" panose="020B0604030504040204" pitchFamily="50" charset="-128"/>
                <a:ea typeface="Meiryo UI" panose="020B0604030504040204" pitchFamily="50" charset="-128"/>
              </a:rPr>
            </a:br>
            <a:r>
              <a:rPr lang="ja-JP" altLang="en-US" sz="1400" dirty="0">
                <a:latin typeface="Meiryo UI" panose="020B0604030504040204" pitchFamily="50" charset="-128"/>
                <a:ea typeface="Meiryo UI" panose="020B0604030504040204" pitchFamily="50" charset="-128"/>
              </a:rPr>
              <a:t>割合は継続的に上昇。</a:t>
            </a:r>
            <a:br>
              <a:rPr lang="en-US" altLang="ja-JP" sz="1400" dirty="0">
                <a:latin typeface="Meiryo UI" panose="020B0604030504040204" pitchFamily="50" charset="-128"/>
                <a:ea typeface="Meiryo UI" panose="020B0604030504040204" pitchFamily="50" charset="-128"/>
              </a:rPr>
            </a:br>
            <a:r>
              <a:rPr lang="en-US" altLang="ja-JP" sz="1400" dirty="0">
                <a:latin typeface="Meiryo UI" panose="020B0604030504040204" pitchFamily="50" charset="-128"/>
                <a:ea typeface="Meiryo UI" panose="020B0604030504040204" pitchFamily="50" charset="-128"/>
              </a:rPr>
              <a:t>* </a:t>
            </a:r>
            <a:r>
              <a:rPr lang="ja-JP" altLang="en-US" sz="1400" dirty="0">
                <a:latin typeface="Meiryo UI" panose="020B0604030504040204" pitchFamily="50" charset="-128"/>
                <a:ea typeface="Meiryo UI" panose="020B0604030504040204" pitchFamily="50" charset="-128"/>
              </a:rPr>
              <a:t>懸念点は引き続き「車両価格」「航続距離」「充電時間」など</a:t>
            </a:r>
            <a:endParaRPr lang="en-US" altLang="ja-JP" sz="1400" dirty="0">
              <a:latin typeface="Meiryo UI" panose="020B0604030504040204" pitchFamily="50" charset="-128"/>
              <a:ea typeface="Meiryo UI" panose="020B0604030504040204" pitchFamily="50" charset="-128"/>
            </a:endParaRPr>
          </a:p>
          <a:p>
            <a:pPr fontAlgn="base"/>
            <a:endParaRPr lang="ja-JP" altLang="en-US" sz="1400" dirty="0">
              <a:latin typeface="Meiryo UI" panose="020B0604030504040204" pitchFamily="50" charset="-128"/>
              <a:ea typeface="Meiryo UI" panose="020B0604030504040204" pitchFamily="50" charset="-128"/>
            </a:endParaRPr>
          </a:p>
          <a:p>
            <a:pPr fontAlgn="base"/>
            <a:r>
              <a:rPr lang="ja-JP" altLang="en-US" sz="1400" dirty="0">
                <a:latin typeface="Meiryo UI" panose="020B0604030504040204" pitchFamily="50" charset="-128"/>
                <a:ea typeface="Meiryo UI" panose="020B0604030504040204" pitchFamily="50" charset="-128"/>
              </a:rPr>
              <a:t>自宅への充電器設置はほとんどなく、</a:t>
            </a:r>
            <a:r>
              <a:rPr lang="ja-JP" altLang="en-US" sz="1400" b="1" dirty="0">
                <a:latin typeface="Meiryo UI" panose="020B0604030504040204" pitchFamily="50" charset="-128"/>
                <a:ea typeface="Meiryo UI" panose="020B0604030504040204" pitchFamily="50" charset="-128"/>
              </a:rPr>
              <a:t>非設置理由は</a:t>
            </a:r>
            <a:br>
              <a:rPr lang="en-US" altLang="ja-JP" sz="1400" b="1" dirty="0">
                <a:latin typeface="Meiryo UI" panose="020B0604030504040204" pitchFamily="50" charset="-128"/>
                <a:ea typeface="Meiryo UI" panose="020B0604030504040204" pitchFamily="50" charset="-128"/>
              </a:rPr>
            </a:br>
            <a:r>
              <a:rPr lang="ja-JP" altLang="en-US" sz="1400" b="1" dirty="0">
                <a:latin typeface="Meiryo UI" panose="020B0604030504040204" pitchFamily="50" charset="-128"/>
                <a:ea typeface="Meiryo UI" panose="020B0604030504040204" pitchFamily="50" charset="-128"/>
              </a:rPr>
              <a:t>「設置費用」と「設置スペース」</a:t>
            </a:r>
            <a:r>
              <a:rPr lang="ja-JP" altLang="en-US" sz="1400" dirty="0">
                <a:latin typeface="Meiryo UI" panose="020B0604030504040204" pitchFamily="50" charset="-128"/>
                <a:ea typeface="Meiryo UI" panose="020B0604030504040204" pitchFamily="50" charset="-128"/>
              </a:rPr>
              <a:t>。</a:t>
            </a:r>
            <a:endParaRPr lang="en-US" altLang="ja-JP" sz="1400" dirty="0">
              <a:latin typeface="Meiryo UI" panose="020B0604030504040204" pitchFamily="50" charset="-128"/>
              <a:ea typeface="Meiryo UI" panose="020B0604030504040204" pitchFamily="50" charset="-128"/>
            </a:endParaRPr>
          </a:p>
          <a:p>
            <a:pPr fontAlgn="base"/>
            <a:endParaRPr lang="en-US" altLang="ja-JP" sz="1400" dirty="0">
              <a:latin typeface="Meiryo UI" panose="020B0604030504040204" pitchFamily="50" charset="-128"/>
              <a:ea typeface="Meiryo UI" panose="020B0604030504040204" pitchFamily="50" charset="-128"/>
            </a:endParaRPr>
          </a:p>
          <a:p>
            <a:pPr fontAlgn="base"/>
            <a:r>
              <a:rPr lang="ja-JP" altLang="en-US" sz="1400" dirty="0">
                <a:latin typeface="Meiryo UI" panose="020B0604030504040204" pitchFamily="50" charset="-128"/>
                <a:ea typeface="Meiryo UI" panose="020B0604030504040204" pitchFamily="50" charset="-128"/>
              </a:rPr>
              <a:t>充電器設置希望場所は「ガソリンスタンド」「コンビニエンスストア」</a:t>
            </a:r>
            <a:br>
              <a:rPr lang="en-US" altLang="ja-JP" sz="1400" dirty="0">
                <a:latin typeface="Meiryo UI" panose="020B0604030504040204" pitchFamily="50" charset="-128"/>
                <a:ea typeface="Meiryo UI" panose="020B0604030504040204" pitchFamily="50" charset="-128"/>
              </a:rPr>
            </a:br>
            <a:r>
              <a:rPr lang="ja-JP" altLang="en-US" sz="1400" dirty="0">
                <a:latin typeface="Meiryo UI" panose="020B0604030504040204" pitchFamily="50" charset="-128"/>
                <a:ea typeface="Meiryo UI" panose="020B0604030504040204" pitchFamily="50" charset="-128"/>
              </a:rPr>
              <a:t>「大型商業施設」「高速道路の</a:t>
            </a:r>
            <a:r>
              <a:rPr lang="en-US" altLang="ja-JP" sz="1400" dirty="0">
                <a:latin typeface="Meiryo UI" panose="020B0604030504040204" pitchFamily="50" charset="-128"/>
                <a:ea typeface="Meiryo UI" panose="020B0604030504040204" pitchFamily="50" charset="-128"/>
              </a:rPr>
              <a:t>SA</a:t>
            </a:r>
            <a:r>
              <a:rPr lang="ja-JP" altLang="en-US" sz="1400" dirty="0">
                <a:latin typeface="Meiryo UI" panose="020B0604030504040204" pitchFamily="50" charset="-128"/>
                <a:ea typeface="Meiryo UI" panose="020B0604030504040204" pitchFamily="50" charset="-128"/>
              </a:rPr>
              <a:t>・</a:t>
            </a:r>
            <a:r>
              <a:rPr lang="en-US" altLang="ja-JP" sz="1400" dirty="0">
                <a:latin typeface="Meiryo UI" panose="020B0604030504040204" pitchFamily="50" charset="-128"/>
                <a:ea typeface="Meiryo UI" panose="020B0604030504040204" pitchFamily="50" charset="-128"/>
              </a:rPr>
              <a:t>PA</a:t>
            </a:r>
            <a:r>
              <a:rPr lang="ja-JP" altLang="en-US" sz="1400" dirty="0">
                <a:latin typeface="Meiryo UI" panose="020B0604030504040204" pitchFamily="50" charset="-128"/>
                <a:ea typeface="Meiryo UI" panose="020B0604030504040204" pitchFamily="50" charset="-128"/>
              </a:rPr>
              <a:t>」。　　　</a:t>
            </a:r>
            <a:br>
              <a:rPr lang="en-US" altLang="ja-JP" sz="1400" dirty="0">
                <a:latin typeface="Meiryo UI" panose="020B0604030504040204" pitchFamily="50" charset="-128"/>
                <a:ea typeface="Meiryo UI" panose="020B0604030504040204" pitchFamily="50" charset="-128"/>
              </a:rPr>
            </a:br>
            <a:endParaRPr lang="en-US" altLang="ja-JP" sz="1400" dirty="0">
              <a:latin typeface="Meiryo UI" panose="020B0604030504040204" pitchFamily="50" charset="-128"/>
              <a:ea typeface="Meiryo UI" panose="020B0604030504040204" pitchFamily="50" charset="-128"/>
            </a:endParaRPr>
          </a:p>
          <a:p>
            <a:pPr marL="0" indent="0">
              <a:buFont typeface="Arial" panose="020B0604020202020204" pitchFamily="34" charset="0"/>
              <a:buNone/>
            </a:pPr>
            <a:endParaRPr lang="en-US" altLang="ja-JP" sz="1400" dirty="0">
              <a:latin typeface="Meiryo UI" panose="020B0604030504040204" pitchFamily="50" charset="-128"/>
              <a:ea typeface="Meiryo UI" panose="020B0604030504040204" pitchFamily="50" charset="-128"/>
            </a:endParaRPr>
          </a:p>
          <a:p>
            <a:pPr marL="0" indent="0">
              <a:buFont typeface="Arial" panose="020B0604020202020204" pitchFamily="34" charset="0"/>
              <a:buNone/>
            </a:pPr>
            <a:endParaRPr lang="en-US" altLang="ja-JP" sz="1400" dirty="0">
              <a:latin typeface="Meiryo UI" panose="020B0604030504040204" pitchFamily="50" charset="-128"/>
              <a:ea typeface="Meiryo UI" panose="020B0604030504040204" pitchFamily="50" charset="-128"/>
            </a:endParaRPr>
          </a:p>
          <a:p>
            <a:pPr marL="0" indent="0">
              <a:buFont typeface="Arial" panose="020B0604020202020204" pitchFamily="34" charset="0"/>
              <a:buNone/>
            </a:pPr>
            <a:endParaRPr lang="en-US" altLang="ja-JP" sz="1400" dirty="0">
              <a:latin typeface="Meiryo UI" panose="020B0604030504040204" pitchFamily="50" charset="-128"/>
              <a:ea typeface="Meiryo UI" panose="020B0604030504040204" pitchFamily="50" charset="-128"/>
            </a:endParaRPr>
          </a:p>
          <a:p>
            <a:pPr marL="0" indent="0">
              <a:buFont typeface="Arial" panose="020B0604020202020204" pitchFamily="34" charset="0"/>
              <a:buNone/>
            </a:pPr>
            <a:endParaRPr lang="en-US" altLang="ja-JP" sz="1400" dirty="0">
              <a:latin typeface="Meiryo UI" panose="020B0604030504040204" pitchFamily="50" charset="-128"/>
              <a:ea typeface="Meiryo UI" panose="020B0604030504040204" pitchFamily="50" charset="-128"/>
            </a:endParaRPr>
          </a:p>
          <a:p>
            <a:pPr marL="0" indent="0">
              <a:buFont typeface="Arial" panose="020B0604020202020204" pitchFamily="34" charset="0"/>
              <a:buNone/>
            </a:pPr>
            <a:endParaRPr lang="en-US" altLang="ja-JP" sz="1400" dirty="0">
              <a:latin typeface="Meiryo UI" panose="020B0604030504040204" pitchFamily="50" charset="-128"/>
              <a:ea typeface="Meiryo UI" panose="020B0604030504040204" pitchFamily="50" charset="-128"/>
            </a:endParaRPr>
          </a:p>
          <a:p>
            <a:pPr marL="0" indent="0">
              <a:buFont typeface="Arial" panose="020B0604020202020204" pitchFamily="34" charset="0"/>
              <a:buNone/>
            </a:pPr>
            <a:endParaRPr lang="ja-JP" altLang="en-US" sz="1400" dirty="0">
              <a:latin typeface="Meiryo UI" panose="020B0604030504040204" pitchFamily="50" charset="-128"/>
              <a:ea typeface="Meiryo UI" panose="020B0604030504040204" pitchFamily="50" charset="-128"/>
            </a:endParaRPr>
          </a:p>
        </p:txBody>
      </p:sp>
      <p:cxnSp>
        <p:nvCxnSpPr>
          <p:cNvPr id="10" name="直線コネクタ 9">
            <a:extLst>
              <a:ext uri="{FF2B5EF4-FFF2-40B4-BE49-F238E27FC236}">
                <a16:creationId xmlns:a16="http://schemas.microsoft.com/office/drawing/2014/main" id="{C63AC877-9266-BAE3-2D4A-42945370AC24}"/>
              </a:ext>
            </a:extLst>
          </p:cNvPr>
          <p:cNvCxnSpPr>
            <a:cxnSpLocks/>
          </p:cNvCxnSpPr>
          <p:nvPr/>
        </p:nvCxnSpPr>
        <p:spPr>
          <a:xfrm>
            <a:off x="313090" y="1940106"/>
            <a:ext cx="5570125"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BDB8F411-FF8B-3F88-2E4F-A38305220FA9}"/>
              </a:ext>
            </a:extLst>
          </p:cNvPr>
          <p:cNvCxnSpPr>
            <a:cxnSpLocks/>
          </p:cNvCxnSpPr>
          <p:nvPr/>
        </p:nvCxnSpPr>
        <p:spPr>
          <a:xfrm>
            <a:off x="6357668" y="1940106"/>
            <a:ext cx="5456796"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9565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68128137-2607-A594-D4C0-7448A3E17838}"/>
              </a:ext>
            </a:extLst>
          </p:cNvPr>
          <p:cNvSpPr>
            <a:spLocks noGrp="1"/>
          </p:cNvSpPr>
          <p:nvPr>
            <p:ph type="body" sz="quarter" idx="15"/>
          </p:nvPr>
        </p:nvSpPr>
        <p:spPr>
          <a:xfrm>
            <a:off x="390524" y="995013"/>
            <a:ext cx="11237883" cy="666581"/>
          </a:xfrm>
        </p:spPr>
        <p:txBody>
          <a:bodyPr/>
          <a:lstStyle/>
          <a:p>
            <a:pPr marL="0" indent="0">
              <a:buNone/>
            </a:pPr>
            <a:r>
              <a:rPr kumimoji="1" lang="en-US" altLang="ja-JP" sz="1800" dirty="0">
                <a:latin typeface="Meiryo UI" panose="020B0604030504040204" pitchFamily="50" charset="-128"/>
                <a:ea typeface="Meiryo UI" panose="020B0604030504040204" pitchFamily="50" charset="-128"/>
              </a:rPr>
              <a:t>FY26</a:t>
            </a:r>
            <a:r>
              <a:rPr kumimoji="1" lang="ja-JP" altLang="en-US" sz="1800" dirty="0">
                <a:latin typeface="Meiryo UI" panose="020B0604030504040204" pitchFamily="50" charset="-128"/>
                <a:ea typeface="Meiryo UI" panose="020B0604030504040204" pitchFamily="50" charset="-128"/>
              </a:rPr>
              <a:t>以降の</a:t>
            </a:r>
            <a:r>
              <a:rPr kumimoji="1" lang="en-US" altLang="ja-JP" sz="1800" dirty="0">
                <a:latin typeface="Meiryo UI" panose="020B0604030504040204" pitchFamily="50" charset="-128"/>
                <a:ea typeface="Meiryo UI" panose="020B0604030504040204" pitchFamily="50" charset="-128"/>
              </a:rPr>
              <a:t>BEV/PHEV</a:t>
            </a:r>
            <a:r>
              <a:rPr kumimoji="1" lang="ja-JP" altLang="en-US" sz="1800" b="1" u="sng" dirty="0">
                <a:latin typeface="Meiryo UI" panose="020B0604030504040204" pitchFamily="50" charset="-128"/>
                <a:ea typeface="Meiryo UI" panose="020B0604030504040204" pitchFamily="50" charset="-128"/>
              </a:rPr>
              <a:t>充電器販売におけるアフターサービス向上を目的</a:t>
            </a:r>
            <a:r>
              <a:rPr kumimoji="1" lang="ja-JP" altLang="en-US" sz="1800" dirty="0">
                <a:latin typeface="Meiryo UI" panose="020B0604030504040204" pitchFamily="50" charset="-128"/>
                <a:ea typeface="Meiryo UI" panose="020B0604030504040204" pitchFamily="50" charset="-128"/>
              </a:rPr>
              <a:t>として、</a:t>
            </a:r>
            <a:br>
              <a:rPr kumimoji="1" lang="en-US" altLang="ja-JP" sz="1800" dirty="0">
                <a:latin typeface="Meiryo UI" panose="020B0604030504040204" pitchFamily="50" charset="-128"/>
                <a:ea typeface="Meiryo UI" panose="020B0604030504040204" pitchFamily="50" charset="-128"/>
              </a:rPr>
            </a:br>
            <a:r>
              <a:rPr kumimoji="1" lang="ja-JP" altLang="en-US" sz="1800" dirty="0">
                <a:latin typeface="Meiryo UI" panose="020B0604030504040204" pitchFamily="50" charset="-128"/>
                <a:ea typeface="Meiryo UI" panose="020B0604030504040204" pitchFamily="50" charset="-128"/>
              </a:rPr>
              <a:t>トヨタだけ</a:t>
            </a:r>
            <a:r>
              <a:rPr lang="ja-JP" altLang="en-US" sz="1800" dirty="0">
                <a:latin typeface="Meiryo UI" panose="020B0604030504040204" pitchFamily="50" charset="-128"/>
                <a:ea typeface="Meiryo UI" panose="020B0604030504040204" pitchFamily="50" charset="-128"/>
              </a:rPr>
              <a:t>で</a:t>
            </a:r>
            <a:r>
              <a:rPr kumimoji="1" lang="ja-JP" altLang="en-US" sz="1800" dirty="0">
                <a:latin typeface="Meiryo UI" panose="020B0604030504040204" pitchFamily="50" charset="-128"/>
                <a:ea typeface="Meiryo UI" panose="020B0604030504040204" pitchFamily="50" charset="-128"/>
              </a:rPr>
              <a:t>なく、車両販売店・施工管理会社・施工会社の</a:t>
            </a:r>
            <a:r>
              <a:rPr lang="ja-JP" altLang="en-US" sz="1800" dirty="0">
                <a:latin typeface="Meiryo UI" panose="020B0604030504040204" pitchFamily="50" charset="-128"/>
                <a:ea typeface="Meiryo UI" panose="020B0604030504040204" pitchFamily="50" charset="-128"/>
              </a:rPr>
              <a:t>連携強化を実現するための構想策定までを実施する。</a:t>
            </a:r>
            <a:endParaRPr kumimoji="1" lang="ja-JP" altLang="en-US" sz="1800" dirty="0">
              <a:latin typeface="Meiryo UI" panose="020B0604030504040204" pitchFamily="50" charset="-128"/>
              <a:ea typeface="Meiryo UI" panose="020B0604030504040204" pitchFamily="50" charset="-128"/>
            </a:endParaRPr>
          </a:p>
        </p:txBody>
      </p:sp>
      <p:sp>
        <p:nvSpPr>
          <p:cNvPr id="3" name="タイトル 2">
            <a:extLst>
              <a:ext uri="{FF2B5EF4-FFF2-40B4-BE49-F238E27FC236}">
                <a16:creationId xmlns:a16="http://schemas.microsoft.com/office/drawing/2014/main" id="{DF342CCB-7178-4271-3F5C-4E75A6C0120E}"/>
              </a:ext>
            </a:extLst>
          </p:cNvPr>
          <p:cNvSpPr>
            <a:spLocks noGrp="1"/>
          </p:cNvSpPr>
          <p:nvPr>
            <p:ph type="title"/>
          </p:nvPr>
        </p:nvSpPr>
        <p:spPr/>
        <p:txBody>
          <a:bodyPr/>
          <a:lstStyle/>
          <a:p>
            <a:r>
              <a:rPr lang="en-US" altLang="ja-JP" dirty="0">
                <a:latin typeface="Meiryo UI" panose="020B0604030504040204" pitchFamily="50" charset="-128"/>
                <a:ea typeface="Meiryo UI" panose="020B0604030504040204" pitchFamily="50" charset="-128"/>
              </a:rPr>
              <a:t>2.</a:t>
            </a:r>
            <a:r>
              <a:rPr lang="ja-JP" altLang="en-US" dirty="0">
                <a:latin typeface="Meiryo UI" panose="020B0604030504040204" pitchFamily="50" charset="-128"/>
                <a:ea typeface="Meiryo UI" panose="020B0604030504040204" pitchFamily="50" charset="-128"/>
              </a:rPr>
              <a:t>ロードマップ</a:t>
            </a:r>
            <a:r>
              <a:rPr lang="en-US" altLang="ja-JP" dirty="0">
                <a:latin typeface="Meiryo UI" panose="020B0604030504040204" pitchFamily="50" charset="-128"/>
                <a:ea typeface="Meiryo UI" panose="020B0604030504040204" pitchFamily="50" charset="-128"/>
              </a:rPr>
              <a:t>(1/2)</a:t>
            </a:r>
            <a:br>
              <a:rPr lang="en-US" altLang="ja-JP" dirty="0">
                <a:latin typeface="Meiryo UI" panose="020B0604030504040204" pitchFamily="50" charset="-128"/>
                <a:ea typeface="Meiryo UI" panose="020B0604030504040204" pitchFamily="50" charset="-128"/>
              </a:rPr>
            </a:br>
            <a:endParaRPr kumimoji="1" lang="ja-JP" altLang="en-US" dirty="0">
              <a:latin typeface="Meiryo UI" panose="020B0604030504040204" pitchFamily="50" charset="-128"/>
              <a:ea typeface="Meiryo UI" panose="020B0604030504040204" pitchFamily="50" charset="-128"/>
            </a:endParaRPr>
          </a:p>
        </p:txBody>
      </p:sp>
      <p:sp>
        <p:nvSpPr>
          <p:cNvPr id="7" name="正方形/長方形 6">
            <a:extLst>
              <a:ext uri="{FF2B5EF4-FFF2-40B4-BE49-F238E27FC236}">
                <a16:creationId xmlns:a16="http://schemas.microsoft.com/office/drawing/2014/main" id="{AB8C4983-3F46-9DE9-4A32-AFEF86C9ADE6}"/>
              </a:ext>
            </a:extLst>
          </p:cNvPr>
          <p:cNvSpPr/>
          <p:nvPr/>
        </p:nvSpPr>
        <p:spPr>
          <a:xfrm>
            <a:off x="494036" y="2461073"/>
            <a:ext cx="3592391" cy="1412531"/>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kumimoji="1" lang="en-US" altLang="ja-JP" sz="1400" dirty="0">
                <a:solidFill>
                  <a:schemeClr val="tx1"/>
                </a:solidFill>
                <a:latin typeface="Meiryo UI" panose="020B0604030504040204" pitchFamily="50" charset="-128"/>
                <a:ea typeface="Meiryo UI" panose="020B0604030504040204" pitchFamily="50" charset="-128"/>
              </a:rPr>
              <a:t>2025</a:t>
            </a:r>
            <a:r>
              <a:rPr kumimoji="1" lang="ja-JP" altLang="en-US" sz="1400" dirty="0">
                <a:solidFill>
                  <a:schemeClr val="tx1"/>
                </a:solidFill>
                <a:latin typeface="Meiryo UI" panose="020B0604030504040204" pitchFamily="50" charset="-128"/>
                <a:ea typeface="Meiryo UI" panose="020B0604030504040204" pitchFamily="50" charset="-128"/>
              </a:rPr>
              <a:t>年</a:t>
            </a:r>
            <a:r>
              <a:rPr kumimoji="1" lang="en-US" altLang="ja-JP" sz="1400" dirty="0">
                <a:solidFill>
                  <a:schemeClr val="tx1"/>
                </a:solidFill>
                <a:latin typeface="Meiryo UI" panose="020B0604030504040204" pitchFamily="50" charset="-128"/>
                <a:ea typeface="Meiryo UI" panose="020B0604030504040204" pitchFamily="50" charset="-128"/>
              </a:rPr>
              <a:t>10</a:t>
            </a:r>
            <a:r>
              <a:rPr kumimoji="1" lang="ja-JP" altLang="en-US" sz="1400" dirty="0">
                <a:solidFill>
                  <a:schemeClr val="tx1"/>
                </a:solidFill>
                <a:latin typeface="Meiryo UI" panose="020B0604030504040204" pitchFamily="50" charset="-128"/>
                <a:ea typeface="Meiryo UI" panose="020B0604030504040204" pitchFamily="50" charset="-128"/>
              </a:rPr>
              <a:t>月に</a:t>
            </a:r>
            <a:r>
              <a:rPr lang="en-US" altLang="ja-JP" sz="1400" dirty="0">
                <a:solidFill>
                  <a:schemeClr val="tx2"/>
                </a:solidFill>
                <a:latin typeface="Meiryo UI" panose="020B0604030504040204" pitchFamily="50" charset="-128"/>
                <a:ea typeface="Meiryo UI" panose="020B0604030504040204" pitchFamily="50" charset="-128"/>
              </a:rPr>
              <a:t>BEV, PHEV</a:t>
            </a:r>
            <a:r>
              <a:rPr lang="ja-JP" altLang="en-US" sz="1400" dirty="0">
                <a:solidFill>
                  <a:schemeClr val="tx2"/>
                </a:solidFill>
                <a:latin typeface="Meiryo UI" panose="020B0604030504040204" pitchFamily="50" charset="-128"/>
                <a:ea typeface="Meiryo UI" panose="020B0604030504040204" pitchFamily="50" charset="-128"/>
              </a:rPr>
              <a:t>向け</a:t>
            </a:r>
            <a:br>
              <a:rPr lang="en-US" altLang="ja-JP" sz="1400" dirty="0">
                <a:solidFill>
                  <a:schemeClr val="tx2"/>
                </a:solidFill>
                <a:latin typeface="Meiryo UI" panose="020B0604030504040204" pitchFamily="50" charset="-128"/>
                <a:ea typeface="Meiryo UI" panose="020B0604030504040204" pitchFamily="50" charset="-128"/>
              </a:rPr>
            </a:br>
            <a:r>
              <a:rPr kumimoji="1" lang="ja-JP" altLang="en-US" sz="1400" dirty="0">
                <a:solidFill>
                  <a:schemeClr val="tx1"/>
                </a:solidFill>
                <a:latin typeface="Meiryo UI" panose="020B0604030504040204" pitchFamily="50" charset="-128"/>
                <a:ea typeface="Meiryo UI" panose="020B0604030504040204" pitchFamily="50" charset="-128"/>
              </a:rPr>
              <a:t>壁掛け充電器リリース</a:t>
            </a:r>
            <a:endParaRPr kumimoji="1" lang="en-US" altLang="ja-JP" sz="1400" dirty="0">
              <a:solidFill>
                <a:schemeClr val="tx1"/>
              </a:solidFill>
              <a:latin typeface="Meiryo UI" panose="020B0604030504040204" pitchFamily="50" charset="-128"/>
              <a:ea typeface="Meiryo UI" panose="020B0604030504040204" pitchFamily="50" charset="-128"/>
            </a:endParaRPr>
          </a:p>
          <a:p>
            <a:pPr marL="285750" indent="-285750">
              <a:buFont typeface="Arial" panose="020B0604020202020204" pitchFamily="34" charset="0"/>
              <a:buChar char="•"/>
            </a:pPr>
            <a:r>
              <a:rPr kumimoji="1" lang="ja-JP" altLang="en-US" sz="1400" dirty="0">
                <a:solidFill>
                  <a:schemeClr val="tx1"/>
                </a:solidFill>
                <a:latin typeface="Meiryo UI" panose="020B0604030504040204" pitchFamily="50" charset="-128"/>
                <a:ea typeface="Meiryo UI" panose="020B0604030504040204" pitchFamily="50" charset="-128"/>
              </a:rPr>
              <a:t>車両販売とは異なる「お客様宅への設置</a:t>
            </a:r>
            <a:br>
              <a:rPr kumimoji="1" lang="en-US" altLang="ja-JP" sz="1400" dirty="0">
                <a:solidFill>
                  <a:schemeClr val="tx1"/>
                </a:solidFill>
                <a:latin typeface="Meiryo UI" panose="020B0604030504040204" pitchFamily="50" charset="-128"/>
                <a:ea typeface="Meiryo UI" panose="020B0604030504040204" pitchFamily="50" charset="-128"/>
              </a:rPr>
            </a:br>
            <a:r>
              <a:rPr kumimoji="1" lang="ja-JP" altLang="en-US" sz="1400" dirty="0">
                <a:solidFill>
                  <a:schemeClr val="tx1"/>
                </a:solidFill>
                <a:latin typeface="Meiryo UI" panose="020B0604030504040204" pitchFamily="50" charset="-128"/>
                <a:ea typeface="Meiryo UI" panose="020B0604030504040204" pitchFamily="50" charset="-128"/>
              </a:rPr>
              <a:t>工事」が必須となった</a:t>
            </a:r>
            <a:endParaRPr kumimoji="1" lang="en-US" altLang="ja-JP" sz="1400" dirty="0">
              <a:solidFill>
                <a:schemeClr val="tx1"/>
              </a:solidFill>
              <a:latin typeface="Meiryo UI" panose="020B0604030504040204" pitchFamily="50" charset="-128"/>
              <a:ea typeface="Meiryo UI" panose="020B0604030504040204" pitchFamily="50" charset="-128"/>
            </a:endParaRPr>
          </a:p>
          <a:p>
            <a:pPr marL="285750" indent="-285750">
              <a:buFont typeface="Arial" panose="020B0604020202020204" pitchFamily="34" charset="0"/>
              <a:buChar char="•"/>
            </a:pPr>
            <a:r>
              <a:rPr lang="ja-JP" altLang="en-US" sz="1400" dirty="0">
                <a:solidFill>
                  <a:schemeClr val="tx2"/>
                </a:solidFill>
                <a:latin typeface="Meiryo UI" panose="020B0604030504040204" pitchFamily="50" charset="-128"/>
                <a:ea typeface="Meiryo UI" panose="020B0604030504040204" pitchFamily="50" charset="-128"/>
              </a:rPr>
              <a:t>アフターサービスの為、</a:t>
            </a:r>
            <a:r>
              <a:rPr kumimoji="1" lang="ja-JP" altLang="en-US" sz="1400" dirty="0">
                <a:solidFill>
                  <a:schemeClr val="tx2"/>
                </a:solidFill>
                <a:latin typeface="Meiryo UI" panose="020B0604030504040204" pitchFamily="50" charset="-128"/>
                <a:ea typeface="Meiryo UI" panose="020B0604030504040204" pitchFamily="50" charset="-128"/>
              </a:rPr>
              <a:t>販売店・施工店・</a:t>
            </a:r>
            <a:r>
              <a:rPr kumimoji="1" lang="en-US" altLang="ja-JP" sz="1400" dirty="0">
                <a:solidFill>
                  <a:schemeClr val="tx2"/>
                </a:solidFill>
                <a:latin typeface="Meiryo UI" panose="020B0604030504040204" pitchFamily="50" charset="-128"/>
                <a:ea typeface="Meiryo UI" panose="020B0604030504040204" pitchFamily="50" charset="-128"/>
              </a:rPr>
              <a:t>TMC</a:t>
            </a:r>
            <a:r>
              <a:rPr kumimoji="1" lang="ja-JP" altLang="en-US" sz="1400" dirty="0">
                <a:solidFill>
                  <a:schemeClr val="tx2"/>
                </a:solidFill>
                <a:latin typeface="Meiryo UI" panose="020B0604030504040204" pitchFamily="50" charset="-128"/>
                <a:ea typeface="Meiryo UI" panose="020B0604030504040204" pitchFamily="50" charset="-128"/>
              </a:rPr>
              <a:t>間での複雑な連携が発生している</a:t>
            </a:r>
          </a:p>
        </p:txBody>
      </p:sp>
      <p:sp>
        <p:nvSpPr>
          <p:cNvPr id="11" name="正方形/長方形 10">
            <a:extLst>
              <a:ext uri="{FF2B5EF4-FFF2-40B4-BE49-F238E27FC236}">
                <a16:creationId xmlns:a16="http://schemas.microsoft.com/office/drawing/2014/main" id="{1B47F2C7-8FB8-4678-60C6-CE151496DAEF}"/>
              </a:ext>
            </a:extLst>
          </p:cNvPr>
          <p:cNvSpPr/>
          <p:nvPr/>
        </p:nvSpPr>
        <p:spPr>
          <a:xfrm>
            <a:off x="494036" y="1731987"/>
            <a:ext cx="3592391" cy="365401"/>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solidFill>
                  <a:schemeClr val="bg1"/>
                </a:solidFill>
                <a:latin typeface="Meiryo UI" panose="020B0604030504040204" pitchFamily="50" charset="-128"/>
                <a:ea typeface="Meiryo UI" panose="020B0604030504040204" pitchFamily="50" charset="-128"/>
              </a:rPr>
              <a:t>FY25 ~12</a:t>
            </a:r>
            <a:r>
              <a:rPr kumimoji="1" lang="ja-JP" altLang="en-US" sz="1400" b="1" dirty="0">
                <a:solidFill>
                  <a:schemeClr val="bg1"/>
                </a:solidFill>
                <a:latin typeface="Meiryo UI" panose="020B0604030504040204" pitchFamily="50" charset="-128"/>
                <a:ea typeface="Meiryo UI" panose="020B0604030504040204" pitchFamily="50" charset="-128"/>
              </a:rPr>
              <a:t>月</a:t>
            </a:r>
          </a:p>
        </p:txBody>
      </p:sp>
      <p:pic>
        <p:nvPicPr>
          <p:cNvPr id="16" name="図 15" descr="グラフィカル ユーザー インターフェイス&#10;&#10;AI によって生成されたコンテンツは間違っている可能性があります。">
            <a:extLst>
              <a:ext uri="{FF2B5EF4-FFF2-40B4-BE49-F238E27FC236}">
                <a16:creationId xmlns:a16="http://schemas.microsoft.com/office/drawing/2014/main" id="{7CA429B2-BD0D-084D-1617-5AA3615F7921}"/>
              </a:ext>
            </a:extLst>
          </p:cNvPr>
          <p:cNvPicPr>
            <a:picLocks noChangeAspect="1"/>
          </p:cNvPicPr>
          <p:nvPr/>
        </p:nvPicPr>
        <p:blipFill>
          <a:blip r:embed="rId3">
            <a:extLst>
              <a:ext uri="{28A0092B-C50C-407E-A947-70E740481C1C}">
                <a14:useLocalDpi xmlns:a14="http://schemas.microsoft.com/office/drawing/2010/main" val="0"/>
              </a:ext>
            </a:extLst>
          </a:blip>
          <a:srcRect t="32715"/>
          <a:stretch/>
        </p:blipFill>
        <p:spPr>
          <a:xfrm>
            <a:off x="2281608" y="4155387"/>
            <a:ext cx="7759538" cy="2133907"/>
          </a:xfrm>
          <a:prstGeom prst="rect">
            <a:avLst/>
          </a:prstGeom>
        </p:spPr>
      </p:pic>
      <p:sp>
        <p:nvSpPr>
          <p:cNvPr id="4" name="正方形/長方形 3">
            <a:extLst>
              <a:ext uri="{FF2B5EF4-FFF2-40B4-BE49-F238E27FC236}">
                <a16:creationId xmlns:a16="http://schemas.microsoft.com/office/drawing/2014/main" id="{50033F6F-A225-6682-7635-CAC9AD393E9F}"/>
              </a:ext>
            </a:extLst>
          </p:cNvPr>
          <p:cNvSpPr/>
          <p:nvPr/>
        </p:nvSpPr>
        <p:spPr>
          <a:xfrm>
            <a:off x="494036" y="2167722"/>
            <a:ext cx="3592391" cy="24595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solidFill>
                  <a:schemeClr val="tx2"/>
                </a:solidFill>
                <a:latin typeface="Meiryo UI" panose="020B0604030504040204" pitchFamily="50" charset="-128"/>
                <a:ea typeface="Meiryo UI" panose="020B0604030504040204" pitchFamily="50" charset="-128"/>
              </a:rPr>
              <a:t>壁掛け充電器リリース</a:t>
            </a:r>
            <a:endParaRPr kumimoji="1" lang="ja-JP" altLang="en-US" sz="1400" dirty="0">
              <a:solidFill>
                <a:schemeClr val="tx2"/>
              </a:solidFill>
              <a:latin typeface="Meiryo UI" panose="020B0604030504040204" pitchFamily="50" charset="-128"/>
              <a:ea typeface="Meiryo UI" panose="020B0604030504040204" pitchFamily="50" charset="-128"/>
            </a:endParaRPr>
          </a:p>
        </p:txBody>
      </p:sp>
      <p:sp>
        <p:nvSpPr>
          <p:cNvPr id="9" name="正方形/長方形 8">
            <a:extLst>
              <a:ext uri="{FF2B5EF4-FFF2-40B4-BE49-F238E27FC236}">
                <a16:creationId xmlns:a16="http://schemas.microsoft.com/office/drawing/2014/main" id="{67BFA00A-A36A-F7BA-7786-8C468A545D96}"/>
              </a:ext>
            </a:extLst>
          </p:cNvPr>
          <p:cNvSpPr/>
          <p:nvPr/>
        </p:nvSpPr>
        <p:spPr>
          <a:xfrm>
            <a:off x="4295243" y="2461073"/>
            <a:ext cx="3592391" cy="1412531"/>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ja-JP" altLang="en-US" sz="1400" dirty="0">
                <a:solidFill>
                  <a:schemeClr val="tx2"/>
                </a:solidFill>
                <a:latin typeface="Meiryo UI" panose="020B0604030504040204" pitchFamily="50" charset="-128"/>
                <a:ea typeface="Meiryo UI" panose="020B0604030504040204" pitchFamily="50" charset="-128"/>
              </a:rPr>
              <a:t>現在の業務整理、フロー化</a:t>
            </a:r>
            <a:endParaRPr lang="en-US" altLang="ja-JP" sz="1400" dirty="0">
              <a:solidFill>
                <a:schemeClr val="tx2"/>
              </a:solidFill>
              <a:latin typeface="Meiryo UI" panose="020B0604030504040204" pitchFamily="50" charset="-128"/>
              <a:ea typeface="Meiryo UI" panose="020B0604030504040204" pitchFamily="50" charset="-128"/>
            </a:endParaRPr>
          </a:p>
          <a:p>
            <a:pPr marL="285750" indent="-285750">
              <a:buFont typeface="Arial" panose="020B0604020202020204" pitchFamily="34" charset="0"/>
              <a:buChar char="•"/>
            </a:pPr>
            <a:r>
              <a:rPr kumimoji="1" lang="ja-JP" altLang="en-US" sz="1400" dirty="0">
                <a:solidFill>
                  <a:schemeClr val="tx2"/>
                </a:solidFill>
                <a:latin typeface="Meiryo UI" panose="020B0604030504040204" pitchFamily="50" charset="-128"/>
                <a:ea typeface="Meiryo UI" panose="020B0604030504040204" pitchFamily="50" charset="-128"/>
              </a:rPr>
              <a:t>課題整理、対応明確化</a:t>
            </a:r>
            <a:endParaRPr kumimoji="1" lang="en-US" altLang="ja-JP" sz="1400" dirty="0">
              <a:solidFill>
                <a:schemeClr val="tx2"/>
              </a:solidFill>
              <a:latin typeface="Meiryo UI" panose="020B0604030504040204" pitchFamily="50" charset="-128"/>
              <a:ea typeface="Meiryo UI" panose="020B0604030504040204" pitchFamily="50" charset="-128"/>
            </a:endParaRPr>
          </a:p>
          <a:p>
            <a:pPr marL="285750" indent="-285750">
              <a:buFont typeface="Arial" panose="020B0604020202020204" pitchFamily="34" charset="0"/>
              <a:buChar char="•"/>
            </a:pPr>
            <a:r>
              <a:rPr lang="ja-JP" altLang="en-US" sz="1400" dirty="0">
                <a:solidFill>
                  <a:schemeClr val="tx2"/>
                </a:solidFill>
                <a:latin typeface="Meiryo UI" panose="020B0604030504040204" pitchFamily="50" charset="-128"/>
                <a:ea typeface="Meiryo UI" panose="020B0604030504040204" pitchFamily="50" charset="-128"/>
              </a:rPr>
              <a:t>データ集約化方針</a:t>
            </a:r>
            <a:endParaRPr lang="en-US" altLang="ja-JP" sz="1400" dirty="0">
              <a:solidFill>
                <a:schemeClr val="tx2"/>
              </a:solidFill>
              <a:latin typeface="Meiryo UI" panose="020B0604030504040204" pitchFamily="50" charset="-128"/>
              <a:ea typeface="Meiryo UI" panose="020B0604030504040204" pitchFamily="50" charset="-128"/>
            </a:endParaRPr>
          </a:p>
          <a:p>
            <a:pPr marL="285750" indent="-285750">
              <a:buFont typeface="Arial" panose="020B0604020202020204" pitchFamily="34" charset="0"/>
              <a:buChar char="•"/>
            </a:pPr>
            <a:r>
              <a:rPr lang="ja-JP" altLang="en-US" sz="1400" dirty="0">
                <a:solidFill>
                  <a:schemeClr val="tx2"/>
                </a:solidFill>
                <a:latin typeface="Meiryo UI" panose="020B0604030504040204" pitchFamily="50" charset="-128"/>
                <a:ea typeface="Meiryo UI" panose="020B0604030504040204" pitchFamily="50" charset="-128"/>
              </a:rPr>
              <a:t>システム、製品など選定</a:t>
            </a:r>
            <a:endParaRPr kumimoji="1" lang="ja-JP" altLang="en-US" sz="1400" dirty="0">
              <a:solidFill>
                <a:schemeClr val="tx2"/>
              </a:solidFill>
              <a:latin typeface="Meiryo UI" panose="020B0604030504040204" pitchFamily="50" charset="-128"/>
              <a:ea typeface="Meiryo UI" panose="020B0604030504040204" pitchFamily="50" charset="-128"/>
            </a:endParaRPr>
          </a:p>
        </p:txBody>
      </p:sp>
      <p:sp>
        <p:nvSpPr>
          <p:cNvPr id="10" name="正方形/長方形 9">
            <a:extLst>
              <a:ext uri="{FF2B5EF4-FFF2-40B4-BE49-F238E27FC236}">
                <a16:creationId xmlns:a16="http://schemas.microsoft.com/office/drawing/2014/main" id="{DA462612-AC88-426E-61F7-291BB4096E5C}"/>
              </a:ext>
            </a:extLst>
          </p:cNvPr>
          <p:cNvSpPr/>
          <p:nvPr/>
        </p:nvSpPr>
        <p:spPr>
          <a:xfrm>
            <a:off x="4295243" y="1731987"/>
            <a:ext cx="3592391" cy="365401"/>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solidFill>
                  <a:schemeClr val="bg1"/>
                </a:solidFill>
                <a:latin typeface="Meiryo UI" panose="020B0604030504040204" pitchFamily="50" charset="-128"/>
                <a:ea typeface="Meiryo UI" panose="020B0604030504040204" pitchFamily="50" charset="-128"/>
              </a:rPr>
              <a:t>FY26 </a:t>
            </a:r>
            <a:r>
              <a:rPr lang="en-US" altLang="ja-JP" sz="1400" b="1" dirty="0">
                <a:solidFill>
                  <a:schemeClr val="bg1"/>
                </a:solidFill>
                <a:latin typeface="Meiryo UI" panose="020B0604030504040204" pitchFamily="50" charset="-128"/>
                <a:ea typeface="Meiryo UI" panose="020B0604030504040204" pitchFamily="50" charset="-128"/>
              </a:rPr>
              <a:t>1</a:t>
            </a:r>
            <a:r>
              <a:rPr kumimoji="1" lang="en-US" altLang="ja-JP" sz="1400" b="1" dirty="0">
                <a:solidFill>
                  <a:schemeClr val="bg1"/>
                </a:solidFill>
                <a:latin typeface="Meiryo UI" panose="020B0604030504040204" pitchFamily="50" charset="-128"/>
                <a:ea typeface="Meiryo UI" panose="020B0604030504040204" pitchFamily="50" charset="-128"/>
              </a:rPr>
              <a:t>~3</a:t>
            </a:r>
            <a:r>
              <a:rPr kumimoji="1" lang="ja-JP" altLang="en-US" sz="1400" b="1" dirty="0">
                <a:solidFill>
                  <a:schemeClr val="bg1"/>
                </a:solidFill>
                <a:latin typeface="Meiryo UI" panose="020B0604030504040204" pitchFamily="50" charset="-128"/>
                <a:ea typeface="Meiryo UI" panose="020B0604030504040204" pitchFamily="50" charset="-128"/>
              </a:rPr>
              <a:t>月</a:t>
            </a:r>
          </a:p>
        </p:txBody>
      </p:sp>
      <p:sp>
        <p:nvSpPr>
          <p:cNvPr id="12" name="正方形/長方形 11">
            <a:extLst>
              <a:ext uri="{FF2B5EF4-FFF2-40B4-BE49-F238E27FC236}">
                <a16:creationId xmlns:a16="http://schemas.microsoft.com/office/drawing/2014/main" id="{590C7D46-6C22-93E0-D5AA-990203F205D7}"/>
              </a:ext>
            </a:extLst>
          </p:cNvPr>
          <p:cNvSpPr/>
          <p:nvPr/>
        </p:nvSpPr>
        <p:spPr>
          <a:xfrm>
            <a:off x="4295243" y="2167722"/>
            <a:ext cx="3592391" cy="24595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solidFill>
                  <a:schemeClr val="tx2"/>
                </a:solidFill>
                <a:latin typeface="Meiryo UI" panose="020B0604030504040204" pitchFamily="50" charset="-128"/>
                <a:ea typeface="Meiryo UI" panose="020B0604030504040204" pitchFamily="50" charset="-128"/>
              </a:rPr>
              <a:t>構想策定</a:t>
            </a:r>
            <a:endParaRPr kumimoji="1" lang="ja-JP" altLang="en-US" sz="1400" dirty="0">
              <a:solidFill>
                <a:schemeClr val="tx2"/>
              </a:solidFill>
              <a:latin typeface="Meiryo UI" panose="020B0604030504040204" pitchFamily="50" charset="-128"/>
              <a:ea typeface="Meiryo UI" panose="020B0604030504040204" pitchFamily="50" charset="-128"/>
            </a:endParaRPr>
          </a:p>
        </p:txBody>
      </p:sp>
      <p:sp>
        <p:nvSpPr>
          <p:cNvPr id="15" name="正方形/長方形 14">
            <a:extLst>
              <a:ext uri="{FF2B5EF4-FFF2-40B4-BE49-F238E27FC236}">
                <a16:creationId xmlns:a16="http://schemas.microsoft.com/office/drawing/2014/main" id="{84EB9BB2-B751-9742-A948-647FA9B90B97}"/>
              </a:ext>
            </a:extLst>
          </p:cNvPr>
          <p:cNvSpPr/>
          <p:nvPr/>
        </p:nvSpPr>
        <p:spPr>
          <a:xfrm>
            <a:off x="8065343" y="2461073"/>
            <a:ext cx="3592391" cy="1412531"/>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kumimoji="1" lang="ja-JP" altLang="en-US" sz="1400" dirty="0">
                <a:solidFill>
                  <a:schemeClr val="tx1"/>
                </a:solidFill>
                <a:latin typeface="Meiryo UI" panose="020B0604030504040204" pitchFamily="50" charset="-128"/>
                <a:ea typeface="Meiryo UI" panose="020B0604030504040204" pitchFamily="50" charset="-128"/>
              </a:rPr>
              <a:t>構想策定の結果を受けた</a:t>
            </a:r>
            <a:r>
              <a:rPr kumimoji="1" lang="en-US" altLang="ja-JP" sz="1400" dirty="0">
                <a:solidFill>
                  <a:schemeClr val="tx1"/>
                </a:solidFill>
                <a:latin typeface="Meiryo UI" panose="020B0604030504040204" pitchFamily="50" charset="-128"/>
                <a:ea typeface="Meiryo UI" panose="020B0604030504040204" pitchFamily="50" charset="-128"/>
              </a:rPr>
              <a:t>DX</a:t>
            </a:r>
            <a:r>
              <a:rPr kumimoji="1" lang="ja-JP" altLang="en-US" sz="1400" dirty="0">
                <a:solidFill>
                  <a:schemeClr val="tx1"/>
                </a:solidFill>
                <a:latin typeface="Meiryo UI" panose="020B0604030504040204" pitchFamily="50" charset="-128"/>
                <a:ea typeface="Meiryo UI" panose="020B0604030504040204" pitchFamily="50" charset="-128"/>
              </a:rPr>
              <a:t>推進</a:t>
            </a:r>
            <a:endParaRPr kumimoji="1" lang="en-US" altLang="ja-JP" sz="1400" dirty="0">
              <a:solidFill>
                <a:schemeClr val="tx1"/>
              </a:solidFill>
              <a:latin typeface="Meiryo UI" panose="020B0604030504040204" pitchFamily="50" charset="-128"/>
              <a:ea typeface="Meiryo UI" panose="020B0604030504040204" pitchFamily="50" charset="-128"/>
            </a:endParaRPr>
          </a:p>
          <a:p>
            <a:pPr marL="285750" indent="-285750">
              <a:buFont typeface="Arial" panose="020B0604020202020204" pitchFamily="34" charset="0"/>
              <a:buChar char="•"/>
            </a:pPr>
            <a:r>
              <a:rPr lang="ja-JP" altLang="en-US" sz="1400" dirty="0">
                <a:solidFill>
                  <a:schemeClr val="tx1"/>
                </a:solidFill>
                <a:latin typeface="Meiryo UI" panose="020B0604030504040204" pitchFamily="50" charset="-128"/>
                <a:ea typeface="Meiryo UI" panose="020B0604030504040204" pitchFamily="50" charset="-128"/>
              </a:rPr>
              <a:t>アフターサービス向上</a:t>
            </a:r>
            <a:endParaRPr lang="en-US" altLang="ja-JP" sz="1400" dirty="0">
              <a:solidFill>
                <a:schemeClr val="tx1"/>
              </a:solidFill>
              <a:latin typeface="Meiryo UI" panose="020B0604030504040204" pitchFamily="50" charset="-128"/>
              <a:ea typeface="Meiryo UI" panose="020B0604030504040204" pitchFamily="50" charset="-128"/>
            </a:endParaRPr>
          </a:p>
          <a:p>
            <a:pPr marL="285750" indent="-285750">
              <a:buFont typeface="Arial" panose="020B0604020202020204" pitchFamily="34" charset="0"/>
              <a:buChar char="•"/>
            </a:pPr>
            <a:r>
              <a:rPr kumimoji="1" lang="ja-JP" altLang="en-US" sz="1400" dirty="0">
                <a:solidFill>
                  <a:schemeClr val="tx2"/>
                </a:solidFill>
                <a:latin typeface="Meiryo UI" panose="020B0604030504040204" pitchFamily="50" charset="-128"/>
                <a:ea typeface="Meiryo UI" panose="020B0604030504040204" pitchFamily="50" charset="-128"/>
              </a:rPr>
              <a:t>効果測定</a:t>
            </a:r>
          </a:p>
        </p:txBody>
      </p:sp>
      <p:sp>
        <p:nvSpPr>
          <p:cNvPr id="17" name="正方形/長方形 16">
            <a:extLst>
              <a:ext uri="{FF2B5EF4-FFF2-40B4-BE49-F238E27FC236}">
                <a16:creationId xmlns:a16="http://schemas.microsoft.com/office/drawing/2014/main" id="{F2141EF8-4D05-8814-3551-F6705DE767B5}"/>
              </a:ext>
            </a:extLst>
          </p:cNvPr>
          <p:cNvSpPr/>
          <p:nvPr/>
        </p:nvSpPr>
        <p:spPr>
          <a:xfrm>
            <a:off x="8065343" y="1731987"/>
            <a:ext cx="3592391" cy="365401"/>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solidFill>
                  <a:schemeClr val="bg1"/>
                </a:solidFill>
                <a:latin typeface="Meiryo UI" panose="020B0604030504040204" pitchFamily="50" charset="-128"/>
                <a:ea typeface="Meiryo UI" panose="020B0604030504040204" pitchFamily="50" charset="-128"/>
              </a:rPr>
              <a:t>FY26 4</a:t>
            </a:r>
            <a:r>
              <a:rPr kumimoji="1" lang="ja-JP" altLang="en-US" sz="1400" b="1" dirty="0">
                <a:solidFill>
                  <a:schemeClr val="bg1"/>
                </a:solidFill>
                <a:latin typeface="Meiryo UI" panose="020B0604030504040204" pitchFamily="50" charset="-128"/>
                <a:ea typeface="Meiryo UI" panose="020B0604030504040204" pitchFamily="50" charset="-128"/>
              </a:rPr>
              <a:t>月</a:t>
            </a:r>
            <a:r>
              <a:rPr kumimoji="1" lang="en-US" altLang="ja-JP" sz="1400" b="1" dirty="0">
                <a:solidFill>
                  <a:schemeClr val="bg1"/>
                </a:solidFill>
                <a:latin typeface="Meiryo UI" panose="020B0604030504040204" pitchFamily="50" charset="-128"/>
                <a:ea typeface="Meiryo UI" panose="020B0604030504040204" pitchFamily="50" charset="-128"/>
              </a:rPr>
              <a:t>~</a:t>
            </a:r>
            <a:endParaRPr kumimoji="1" lang="ja-JP" altLang="en-US" sz="1400" b="1" dirty="0">
              <a:solidFill>
                <a:schemeClr val="bg1"/>
              </a:solidFill>
              <a:latin typeface="Meiryo UI" panose="020B0604030504040204" pitchFamily="50" charset="-128"/>
              <a:ea typeface="Meiryo UI" panose="020B0604030504040204" pitchFamily="50" charset="-128"/>
            </a:endParaRPr>
          </a:p>
        </p:txBody>
      </p:sp>
      <p:sp>
        <p:nvSpPr>
          <p:cNvPr id="18" name="正方形/長方形 17">
            <a:extLst>
              <a:ext uri="{FF2B5EF4-FFF2-40B4-BE49-F238E27FC236}">
                <a16:creationId xmlns:a16="http://schemas.microsoft.com/office/drawing/2014/main" id="{5BADB7AE-CEED-F055-E20B-8A50E09FC5F3}"/>
              </a:ext>
            </a:extLst>
          </p:cNvPr>
          <p:cNvSpPr/>
          <p:nvPr/>
        </p:nvSpPr>
        <p:spPr>
          <a:xfrm>
            <a:off x="8065343" y="2167722"/>
            <a:ext cx="3592391" cy="24595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2"/>
                </a:solidFill>
                <a:latin typeface="Meiryo UI" panose="020B0604030504040204" pitchFamily="50" charset="-128"/>
                <a:ea typeface="Meiryo UI" panose="020B0604030504040204" pitchFamily="50" charset="-128"/>
              </a:rPr>
              <a:t>DX</a:t>
            </a:r>
            <a:r>
              <a:rPr kumimoji="1" lang="ja-JP" altLang="en-US" sz="1400" dirty="0">
                <a:solidFill>
                  <a:schemeClr val="tx2"/>
                </a:solidFill>
                <a:latin typeface="Meiryo UI" panose="020B0604030504040204" pitchFamily="50" charset="-128"/>
                <a:ea typeface="Meiryo UI" panose="020B0604030504040204" pitchFamily="50" charset="-128"/>
              </a:rPr>
              <a:t>推進</a:t>
            </a:r>
          </a:p>
        </p:txBody>
      </p:sp>
      <p:sp>
        <p:nvSpPr>
          <p:cNvPr id="19" name="テキスト ボックス 18">
            <a:extLst>
              <a:ext uri="{FF2B5EF4-FFF2-40B4-BE49-F238E27FC236}">
                <a16:creationId xmlns:a16="http://schemas.microsoft.com/office/drawing/2014/main" id="{F8ED4931-22D1-AE0C-8AA3-51586483ED1F}"/>
              </a:ext>
            </a:extLst>
          </p:cNvPr>
          <p:cNvSpPr txBox="1"/>
          <p:nvPr/>
        </p:nvSpPr>
        <p:spPr>
          <a:xfrm>
            <a:off x="6307342" y="6367397"/>
            <a:ext cx="3554196" cy="230832"/>
          </a:xfrm>
          <a:prstGeom prst="rect">
            <a:avLst/>
          </a:prstGeom>
          <a:noFill/>
        </p:spPr>
        <p:txBody>
          <a:bodyPr wrap="square" rtlCol="0">
            <a:spAutoFit/>
          </a:bodyPr>
          <a:lstStyle/>
          <a:p>
            <a:pPr algn="r"/>
            <a:r>
              <a:rPr lang="en-US" altLang="ja-JP" sz="900" dirty="0">
                <a:latin typeface="Meiryo UI" panose="020B0604030504040204" pitchFamily="50" charset="-128"/>
                <a:ea typeface="Meiryo UI" panose="020B0604030504040204" pitchFamily="50" charset="-128"/>
              </a:rPr>
              <a:t>[</a:t>
            </a:r>
            <a:r>
              <a:rPr lang="ja-JP" altLang="en-US" sz="900" dirty="0">
                <a:latin typeface="Meiryo UI" panose="020B0604030504040204" pitchFamily="50" charset="-128"/>
                <a:ea typeface="Meiryo UI" panose="020B0604030504040204" pitchFamily="50" charset="-128"/>
              </a:rPr>
              <a:t>図</a:t>
            </a:r>
            <a:r>
              <a:rPr lang="en-US" altLang="ja-JP" sz="900" dirty="0">
                <a:latin typeface="Meiryo UI" panose="020B0604030504040204" pitchFamily="50" charset="-128"/>
                <a:ea typeface="Meiryo UI" panose="020B0604030504040204" pitchFamily="50" charset="-128"/>
              </a:rPr>
              <a:t>] </a:t>
            </a:r>
            <a:r>
              <a:rPr lang="ja-JP" altLang="en-US" sz="900" dirty="0">
                <a:latin typeface="Meiryo UI" panose="020B0604030504040204" pitchFamily="50" charset="-128"/>
                <a:ea typeface="Meiryo UI" panose="020B0604030504040204" pitchFamily="50" charset="-128"/>
              </a:rPr>
              <a:t>貴社資料より抜粋</a:t>
            </a:r>
            <a:endParaRPr kumimoji="1" lang="ja-JP" altLang="en-US" sz="900" dirty="0">
              <a:latin typeface="Meiryo UI" panose="020B0604030504040204" pitchFamily="50" charset="-128"/>
              <a:ea typeface="Meiryo UI" panose="020B0604030504040204" pitchFamily="50" charset="-128"/>
            </a:endParaRPr>
          </a:p>
        </p:txBody>
      </p:sp>
      <p:sp>
        <p:nvSpPr>
          <p:cNvPr id="20" name="正方形/長方形 19">
            <a:extLst>
              <a:ext uri="{FF2B5EF4-FFF2-40B4-BE49-F238E27FC236}">
                <a16:creationId xmlns:a16="http://schemas.microsoft.com/office/drawing/2014/main" id="{E827C687-94E5-8C90-090D-8581BA76CF7C}"/>
              </a:ext>
            </a:extLst>
          </p:cNvPr>
          <p:cNvSpPr/>
          <p:nvPr/>
        </p:nvSpPr>
        <p:spPr>
          <a:xfrm>
            <a:off x="4209691" y="1661594"/>
            <a:ext cx="3769743" cy="2306557"/>
          </a:xfrm>
          <a:prstGeom prst="rect">
            <a:avLst/>
          </a:prstGeom>
          <a:noFill/>
          <a:ln w="254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Meiryo UI" panose="020B0604030504040204" pitchFamily="50" charset="-128"/>
              <a:ea typeface="Meiryo UI" panose="020B0604030504040204" pitchFamily="50" charset="-128"/>
            </a:endParaRPr>
          </a:p>
        </p:txBody>
      </p:sp>
      <p:sp>
        <p:nvSpPr>
          <p:cNvPr id="21" name="正方形/長方形 20">
            <a:extLst>
              <a:ext uri="{FF2B5EF4-FFF2-40B4-BE49-F238E27FC236}">
                <a16:creationId xmlns:a16="http://schemas.microsoft.com/office/drawing/2014/main" id="{2A98A326-B5A9-0D69-1F2F-41528CBA5C62}"/>
              </a:ext>
            </a:extLst>
          </p:cNvPr>
          <p:cNvSpPr/>
          <p:nvPr/>
        </p:nvSpPr>
        <p:spPr>
          <a:xfrm>
            <a:off x="6676844" y="2527540"/>
            <a:ext cx="1130061" cy="292779"/>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rgbClr val="FF0000"/>
                </a:solidFill>
                <a:latin typeface="Meiryo UI" panose="020B0604030504040204" pitchFamily="50" charset="-128"/>
                <a:ea typeface="Meiryo UI" panose="020B0604030504040204" pitchFamily="50" charset="-128"/>
              </a:rPr>
              <a:t>今回ご提案範囲</a:t>
            </a:r>
          </a:p>
        </p:txBody>
      </p:sp>
    </p:spTree>
    <p:extLst>
      <p:ext uri="{BB962C8B-B14F-4D97-AF65-F5344CB8AC3E}">
        <p14:creationId xmlns:p14="http://schemas.microsoft.com/office/powerpoint/2010/main" val="15180942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20828-7F26-3373-E0F0-380D9CBA974E}"/>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BB32AA37-5009-679C-9A7E-14CBA699EDCD}"/>
              </a:ext>
            </a:extLst>
          </p:cNvPr>
          <p:cNvSpPr>
            <a:spLocks noGrp="1"/>
          </p:cNvSpPr>
          <p:nvPr>
            <p:ph type="title"/>
          </p:nvPr>
        </p:nvSpPr>
        <p:spPr/>
        <p:txBody>
          <a:bodyPr/>
          <a:lstStyle/>
          <a:p>
            <a:r>
              <a:rPr lang="en-US" altLang="ja-JP" dirty="0">
                <a:latin typeface="Meiryo UI" panose="020B0604030504040204" pitchFamily="50" charset="-128"/>
                <a:ea typeface="Meiryo UI" panose="020B0604030504040204" pitchFamily="50" charset="-128"/>
              </a:rPr>
              <a:t>2.</a:t>
            </a:r>
            <a:r>
              <a:rPr lang="ja-JP" altLang="en-US" dirty="0">
                <a:latin typeface="Meiryo UI" panose="020B0604030504040204" pitchFamily="50" charset="-128"/>
                <a:ea typeface="Meiryo UI" panose="020B0604030504040204" pitchFamily="50" charset="-128"/>
              </a:rPr>
              <a:t>ロードマップ</a:t>
            </a:r>
            <a:r>
              <a:rPr lang="en-US" altLang="ja-JP" dirty="0">
                <a:latin typeface="Meiryo UI" panose="020B0604030504040204" pitchFamily="50" charset="-128"/>
                <a:ea typeface="Meiryo UI" panose="020B0604030504040204" pitchFamily="50" charset="-128"/>
              </a:rPr>
              <a:t>(2/2)</a:t>
            </a:r>
            <a:endParaRPr kumimoji="1" lang="ja-JP" altLang="en-US" dirty="0">
              <a:latin typeface="Meiryo UI" panose="020B0604030504040204" pitchFamily="50" charset="-128"/>
              <a:ea typeface="Meiryo UI" panose="020B0604030504040204" pitchFamily="50" charset="-128"/>
            </a:endParaRPr>
          </a:p>
        </p:txBody>
      </p:sp>
      <p:sp>
        <p:nvSpPr>
          <p:cNvPr id="197" name="テキスト ボックス 196">
            <a:extLst>
              <a:ext uri="{FF2B5EF4-FFF2-40B4-BE49-F238E27FC236}">
                <a16:creationId xmlns:a16="http://schemas.microsoft.com/office/drawing/2014/main" id="{E4279E21-7E34-9300-D662-88ED946DADAE}"/>
              </a:ext>
            </a:extLst>
          </p:cNvPr>
          <p:cNvSpPr txBox="1"/>
          <p:nvPr/>
        </p:nvSpPr>
        <p:spPr>
          <a:xfrm>
            <a:off x="390525" y="850022"/>
            <a:ext cx="11017356" cy="646331"/>
          </a:xfrm>
          <a:prstGeom prst="rect">
            <a:avLst/>
          </a:prstGeom>
          <a:noFill/>
        </p:spPr>
        <p:txBody>
          <a:bodyPr wrap="square">
            <a:spAutoFit/>
          </a:bodyPr>
          <a:lstStyle/>
          <a:p>
            <a:pPr marL="0" indent="0">
              <a:buNone/>
            </a:pPr>
            <a:r>
              <a:rPr lang="en-US" altLang="ja-JP" b="1" u="sng" dirty="0">
                <a:latin typeface="Meiryo UI" panose="020B0604030504040204" pitchFamily="50" charset="-128"/>
                <a:ea typeface="Meiryo UI" panose="020B0604030504040204" pitchFamily="50" charset="-128"/>
              </a:rPr>
              <a:t>2026</a:t>
            </a:r>
            <a:r>
              <a:rPr lang="ja-JP" altLang="en-US" b="1" u="sng" dirty="0">
                <a:latin typeface="Meiryo UI" panose="020B0604030504040204" pitchFamily="50" charset="-128"/>
                <a:ea typeface="Meiryo UI" panose="020B0604030504040204" pitchFamily="50" charset="-128"/>
              </a:rPr>
              <a:t>年</a:t>
            </a:r>
            <a:r>
              <a:rPr lang="en-US" altLang="ja-JP" b="1" u="sng" dirty="0">
                <a:latin typeface="Meiryo UI" panose="020B0604030504040204" pitchFamily="50" charset="-128"/>
                <a:ea typeface="Meiryo UI" panose="020B0604030504040204" pitchFamily="50" charset="-128"/>
              </a:rPr>
              <a:t>3</a:t>
            </a:r>
            <a:r>
              <a:rPr lang="ja-JP" altLang="en-US" b="1" u="sng" dirty="0">
                <a:latin typeface="Meiryo UI" panose="020B0604030504040204" pitchFamily="50" charset="-128"/>
                <a:ea typeface="Meiryo UI" panose="020B0604030504040204" pitchFamily="50" charset="-128"/>
              </a:rPr>
              <a:t>月末の構想完了</a:t>
            </a:r>
            <a:r>
              <a:rPr lang="ja-JP" altLang="en-US" dirty="0">
                <a:latin typeface="Meiryo UI" panose="020B0604030504040204" pitchFamily="50" charset="-128"/>
                <a:ea typeface="Meiryo UI" panose="020B0604030504040204" pitchFamily="50" charset="-128"/>
              </a:rPr>
              <a:t>を確実に実現するため、実稼働日を考慮した最適なスケジュールを策定。十分な検討時間を確保して品質を高めるためにも、</a:t>
            </a:r>
            <a:r>
              <a:rPr lang="en-US" altLang="ja-JP" b="1" u="sng" dirty="0">
                <a:latin typeface="Meiryo UI" panose="020B0604030504040204" pitchFamily="50" charset="-128"/>
                <a:ea typeface="Meiryo UI" panose="020B0604030504040204" pitchFamily="50" charset="-128"/>
              </a:rPr>
              <a:t>1</a:t>
            </a:r>
            <a:r>
              <a:rPr lang="ja-JP" altLang="en-US" b="1" u="sng" dirty="0">
                <a:latin typeface="Meiryo UI" panose="020B0604030504040204" pitchFamily="50" charset="-128"/>
                <a:ea typeface="Meiryo UI" panose="020B0604030504040204" pitchFamily="50" charset="-128"/>
              </a:rPr>
              <a:t>月</a:t>
            </a:r>
            <a:r>
              <a:rPr lang="en-US" altLang="ja-JP" b="1" u="sng" dirty="0">
                <a:latin typeface="Meiryo UI" panose="020B0604030504040204" pitchFamily="50" charset="-128"/>
                <a:ea typeface="Meiryo UI" panose="020B0604030504040204" pitchFamily="50" charset="-128"/>
              </a:rPr>
              <a:t>12</a:t>
            </a:r>
            <a:r>
              <a:rPr lang="ja-JP" altLang="en-US" b="1" u="sng" dirty="0">
                <a:latin typeface="Meiryo UI" panose="020B0604030504040204" pitchFamily="50" charset="-128"/>
                <a:ea typeface="Meiryo UI" panose="020B0604030504040204" pitchFamily="50" charset="-128"/>
              </a:rPr>
              <a:t>日より現状分析</a:t>
            </a:r>
            <a:r>
              <a:rPr lang="ja-JP" altLang="en-US" dirty="0">
                <a:latin typeface="Meiryo UI" panose="020B0604030504040204" pitchFamily="50" charset="-128"/>
                <a:ea typeface="Meiryo UI" panose="020B0604030504040204" pitchFamily="50" charset="-128"/>
              </a:rPr>
              <a:t>に着手させていただくプランが最も現実的であると考えられます。</a:t>
            </a:r>
            <a:endParaRPr lang="en-US" altLang="ja-JP" dirty="0">
              <a:latin typeface="Meiryo UI" panose="020B0604030504040204" pitchFamily="50" charset="-128"/>
              <a:ea typeface="Meiryo UI" panose="020B0604030504040204" pitchFamily="50" charset="-128"/>
            </a:endParaRPr>
          </a:p>
        </p:txBody>
      </p:sp>
      <p:sp>
        <p:nvSpPr>
          <p:cNvPr id="7" name="矢印: 五方向 6">
            <a:extLst>
              <a:ext uri="{FF2B5EF4-FFF2-40B4-BE49-F238E27FC236}">
                <a16:creationId xmlns:a16="http://schemas.microsoft.com/office/drawing/2014/main" id="{D3D664DC-8859-CD74-36BA-3E3A3F15BCB3}"/>
              </a:ext>
            </a:extLst>
          </p:cNvPr>
          <p:cNvSpPr/>
          <p:nvPr/>
        </p:nvSpPr>
        <p:spPr>
          <a:xfrm>
            <a:off x="7921037" y="2520518"/>
            <a:ext cx="2569637" cy="425191"/>
          </a:xfrm>
          <a:prstGeom prst="homePlate">
            <a:avLst>
              <a:gd name="adj" fmla="val 29375"/>
            </a:avLst>
          </a:prstGeom>
          <a:solidFill>
            <a:schemeClr val="tx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240000" tIns="0" rIns="144000" bIns="0" rtlCol="0" anchor="ctr">
            <a:noAutofit/>
          </a:bodyPr>
          <a:lstStyle/>
          <a:p>
            <a:pPr algn="ctr"/>
            <a:r>
              <a:rPr lang="ja-JP" altLang="en-US" sz="1200" b="1" dirty="0">
                <a:solidFill>
                  <a:schemeClr val="bg1"/>
                </a:solidFill>
                <a:latin typeface="Meiryo UI" panose="020B0604030504040204" pitchFamily="50" charset="-128"/>
                <a:ea typeface="Meiryo UI" panose="020B0604030504040204" pitchFamily="50" charset="-128"/>
              </a:rPr>
              <a:t>システム化構想</a:t>
            </a:r>
          </a:p>
        </p:txBody>
      </p:sp>
      <p:grpSp>
        <p:nvGrpSpPr>
          <p:cNvPr id="11" name="グループ化 10">
            <a:extLst>
              <a:ext uri="{FF2B5EF4-FFF2-40B4-BE49-F238E27FC236}">
                <a16:creationId xmlns:a16="http://schemas.microsoft.com/office/drawing/2014/main" id="{7C93BD85-DFE6-D1DD-E29F-B15930E3DD23}"/>
              </a:ext>
            </a:extLst>
          </p:cNvPr>
          <p:cNvGrpSpPr/>
          <p:nvPr/>
        </p:nvGrpSpPr>
        <p:grpSpPr>
          <a:xfrm>
            <a:off x="7921035" y="3076285"/>
            <a:ext cx="2569637" cy="2659352"/>
            <a:chOff x="4609374" y="2332776"/>
            <a:chExt cx="1840775" cy="2685429"/>
          </a:xfrm>
        </p:grpSpPr>
        <p:sp>
          <p:nvSpPr>
            <p:cNvPr id="15" name="テキスト ボックス 14">
              <a:extLst>
                <a:ext uri="{FF2B5EF4-FFF2-40B4-BE49-F238E27FC236}">
                  <a16:creationId xmlns:a16="http://schemas.microsoft.com/office/drawing/2014/main" id="{E0E4DD2D-B9F7-3268-5BD6-9BBD4A040B96}"/>
                </a:ext>
              </a:extLst>
            </p:cNvPr>
            <p:cNvSpPr txBox="1"/>
            <p:nvPr/>
          </p:nvSpPr>
          <p:spPr>
            <a:xfrm>
              <a:off x="4609374" y="2452554"/>
              <a:ext cx="1840775" cy="2565651"/>
            </a:xfrm>
            <a:prstGeom prst="rect">
              <a:avLst/>
            </a:prstGeom>
            <a:noFill/>
          </p:spPr>
          <p:txBody>
            <a:bodyPr wrap="square" lIns="36000" tIns="0" rIns="25200" bIns="0" rtlCol="0" anchor="t">
              <a:noAutofit/>
            </a:bodyPr>
            <a:lstStyle/>
            <a:p>
              <a:r>
                <a:rPr lang="ja-JP" altLang="en-US" sz="1100" dirty="0">
                  <a:latin typeface="Meiryo UI" panose="020B0604030504040204" pitchFamily="50" charset="-128"/>
                  <a:ea typeface="Meiryo UI" panose="020B0604030504040204" pitchFamily="50" charset="-128"/>
                </a:rPr>
                <a:t>■主な活動</a:t>
              </a:r>
            </a:p>
            <a:p>
              <a:r>
                <a:rPr lang="ja-JP" altLang="en-US" sz="1100" dirty="0">
                  <a:latin typeface="Meiryo UI" panose="020B0604030504040204" pitchFamily="50" charset="-128"/>
                  <a:ea typeface="Meiryo UI" panose="020B0604030504040204" pitchFamily="50" charset="-128"/>
                </a:rPr>
                <a:t>・システムアーキテクチャ設計</a:t>
              </a:r>
            </a:p>
            <a:p>
              <a:r>
                <a:rPr lang="ja-JP" altLang="en-US" sz="1100" dirty="0">
                  <a:latin typeface="Meiryo UI" panose="020B0604030504040204" pitchFamily="50" charset="-128"/>
                  <a:ea typeface="Meiryo UI" panose="020B0604030504040204" pitchFamily="50" charset="-128"/>
                </a:rPr>
                <a:t>・データモデル設計</a:t>
              </a:r>
            </a:p>
            <a:p>
              <a:r>
                <a:rPr lang="ja-JP" altLang="en-US" sz="1100" dirty="0">
                  <a:latin typeface="Meiryo UI" panose="020B0604030504040204" pitchFamily="50" charset="-128"/>
                  <a:ea typeface="Meiryo UI" panose="020B0604030504040204" pitchFamily="50" charset="-128"/>
                </a:rPr>
                <a:t>・開発</a:t>
              </a:r>
              <a:r>
                <a:rPr lang="en-US" altLang="ja-JP" sz="1100" dirty="0">
                  <a:latin typeface="Meiryo UI" panose="020B0604030504040204" pitchFamily="50" charset="-128"/>
                  <a:ea typeface="Meiryo UI" panose="020B0604030504040204" pitchFamily="50" charset="-128"/>
                </a:rPr>
                <a:t>WBS</a:t>
              </a:r>
            </a:p>
            <a:p>
              <a:r>
                <a:rPr lang="ja-JP" altLang="en-US" sz="1100" dirty="0">
                  <a:latin typeface="Meiryo UI" panose="020B0604030504040204" pitchFamily="50" charset="-128"/>
                  <a:ea typeface="Meiryo UI" panose="020B0604030504040204" pitchFamily="50" charset="-128"/>
                </a:rPr>
                <a:t>・概算見積もり</a:t>
              </a:r>
            </a:p>
            <a:p>
              <a:endParaRPr lang="ja-JP" altLang="en-US" sz="1100" dirty="0">
                <a:latin typeface="Meiryo UI" panose="020B0604030504040204" pitchFamily="50" charset="-128"/>
                <a:ea typeface="Meiryo UI" panose="020B0604030504040204" pitchFamily="50" charset="-128"/>
              </a:endParaRPr>
            </a:p>
            <a:p>
              <a:r>
                <a:rPr lang="ja-JP" altLang="en-US" sz="1100" dirty="0">
                  <a:latin typeface="Meiryo UI" panose="020B0604030504040204" pitchFamily="50" charset="-128"/>
                  <a:ea typeface="Meiryo UI" panose="020B0604030504040204" pitchFamily="50" charset="-128"/>
                </a:rPr>
                <a:t>■主な作成物</a:t>
              </a:r>
            </a:p>
            <a:p>
              <a:r>
                <a:rPr lang="ja-JP" altLang="en-US" sz="1100" dirty="0">
                  <a:latin typeface="Meiryo UI" panose="020B0604030504040204" pitchFamily="50" charset="-128"/>
                  <a:ea typeface="Meiryo UI" panose="020B0604030504040204" pitchFamily="50" charset="-128"/>
                </a:rPr>
                <a:t>・全体システム構成図</a:t>
              </a:r>
            </a:p>
            <a:p>
              <a:r>
                <a:rPr lang="ja-JP" altLang="en-US" sz="1100" dirty="0">
                  <a:latin typeface="Meiryo UI" panose="020B0604030504040204" pitchFamily="50" charset="-128"/>
                  <a:ea typeface="Meiryo UI" panose="020B0604030504040204" pitchFamily="50" charset="-128"/>
                </a:rPr>
                <a:t>・データモデル設計書</a:t>
              </a:r>
            </a:p>
            <a:p>
              <a:r>
                <a:rPr lang="ja-JP" altLang="en-US" sz="1100" dirty="0">
                  <a:latin typeface="Meiryo UI" panose="020B0604030504040204" pitchFamily="50" charset="-128"/>
                  <a:ea typeface="Meiryo UI" panose="020B0604030504040204" pitchFamily="50" charset="-128"/>
                </a:rPr>
                <a:t>・開発実行計画書・</a:t>
              </a:r>
              <a:r>
                <a:rPr lang="en-US" altLang="ja-JP" sz="1100" dirty="0">
                  <a:latin typeface="Meiryo UI" panose="020B0604030504040204" pitchFamily="50" charset="-128"/>
                  <a:ea typeface="Meiryo UI" panose="020B0604030504040204" pitchFamily="50" charset="-128"/>
                </a:rPr>
                <a:t>WBS</a:t>
              </a:r>
            </a:p>
            <a:p>
              <a:r>
                <a:rPr lang="ja-JP" altLang="en-US" sz="1100" dirty="0">
                  <a:latin typeface="Meiryo UI" panose="020B0604030504040204" pitchFamily="50" charset="-128"/>
                  <a:ea typeface="Meiryo UI" panose="020B0604030504040204" pitchFamily="50" charset="-128"/>
                </a:rPr>
                <a:t>・概算見積書</a:t>
              </a:r>
            </a:p>
            <a:p>
              <a:endParaRPr lang="ja-JP" altLang="en-US" sz="1100" dirty="0">
                <a:latin typeface="Meiryo UI" panose="020B0604030504040204" pitchFamily="50" charset="-128"/>
                <a:ea typeface="Meiryo UI" panose="020B0604030504040204" pitchFamily="50" charset="-128"/>
              </a:endParaRPr>
            </a:p>
            <a:p>
              <a:r>
                <a:rPr lang="ja-JP" altLang="en-US" sz="1100" dirty="0">
                  <a:latin typeface="Meiryo UI" panose="020B0604030504040204" pitchFamily="50" charset="-128"/>
                  <a:ea typeface="Meiryo UI" panose="020B0604030504040204" pitchFamily="50" charset="-128"/>
                </a:rPr>
                <a:t>■想定工数</a:t>
              </a:r>
            </a:p>
            <a:p>
              <a:r>
                <a:rPr lang="ja-JP" altLang="en-US" sz="1100" dirty="0">
                  <a:latin typeface="Meiryo UI" panose="020B0604030504040204" pitchFamily="50" charset="-128"/>
                  <a:ea typeface="Meiryo UI" panose="020B0604030504040204" pitchFamily="50" charset="-128"/>
                </a:rPr>
                <a:t>・</a:t>
              </a:r>
              <a:r>
                <a:rPr lang="en-US" altLang="ja-JP" sz="1100" dirty="0">
                  <a:latin typeface="Meiryo UI" panose="020B0604030504040204" pitchFamily="50" charset="-128"/>
                  <a:ea typeface="Meiryo UI" panose="020B0604030504040204" pitchFamily="50" charset="-128"/>
                </a:rPr>
                <a:t>1.5</a:t>
              </a:r>
              <a:r>
                <a:rPr lang="ja-JP" altLang="en-US" sz="1100" dirty="0">
                  <a:latin typeface="Meiryo UI" panose="020B0604030504040204" pitchFamily="50" charset="-128"/>
                  <a:ea typeface="Meiryo UI" panose="020B0604030504040204" pitchFamily="50" charset="-128"/>
                </a:rPr>
                <a:t>人月</a:t>
              </a:r>
            </a:p>
          </p:txBody>
        </p:sp>
        <p:grpSp>
          <p:nvGrpSpPr>
            <p:cNvPr id="17" name="グループ化 16">
              <a:extLst>
                <a:ext uri="{FF2B5EF4-FFF2-40B4-BE49-F238E27FC236}">
                  <a16:creationId xmlns:a16="http://schemas.microsoft.com/office/drawing/2014/main" id="{4DDD5160-48FA-226F-0A9A-6E042BF2F2F3}"/>
                </a:ext>
              </a:extLst>
            </p:cNvPr>
            <p:cNvGrpSpPr/>
            <p:nvPr/>
          </p:nvGrpSpPr>
          <p:grpSpPr>
            <a:xfrm>
              <a:off x="4609374" y="2332776"/>
              <a:ext cx="1840775" cy="2685427"/>
              <a:chOff x="4215525" y="2188229"/>
              <a:chExt cx="1840775" cy="3913069"/>
            </a:xfrm>
          </p:grpSpPr>
          <p:sp>
            <p:nvSpPr>
              <p:cNvPr id="18" name="右大かっこ 17">
                <a:extLst>
                  <a:ext uri="{FF2B5EF4-FFF2-40B4-BE49-F238E27FC236}">
                    <a16:creationId xmlns:a16="http://schemas.microsoft.com/office/drawing/2014/main" id="{8C81C686-615D-A922-00F4-7C4992B4A6B3}"/>
                  </a:ext>
                </a:extLst>
              </p:cNvPr>
              <p:cNvSpPr/>
              <p:nvPr/>
            </p:nvSpPr>
            <p:spPr>
              <a:xfrm>
                <a:off x="5920880" y="2188229"/>
                <a:ext cx="135420" cy="3913069"/>
              </a:xfrm>
              <a:prstGeom prst="rightBracket">
                <a:avLst>
                  <a:gd name="adj" fmla="val 0"/>
                </a:avLst>
              </a:prstGeom>
              <a:ln w="9525"/>
            </p:spPr>
            <p:style>
              <a:lnRef idx="1">
                <a:schemeClr val="accent1"/>
              </a:lnRef>
              <a:fillRef idx="0">
                <a:schemeClr val="accent1"/>
              </a:fillRef>
              <a:effectRef idx="0">
                <a:schemeClr val="accent1"/>
              </a:effectRef>
              <a:fontRef idx="minor">
                <a:schemeClr val="tx1"/>
              </a:fontRef>
            </p:style>
            <p:txBody>
              <a:bodyPr lIns="336000" tIns="0" rIns="336000" bIns="0" rtlCol="0" anchor="ctr">
                <a:noAutofit/>
              </a:bodyPr>
              <a:lstStyle/>
              <a:p>
                <a:pPr algn="ctr"/>
                <a:endParaRPr kumimoji="1" lang="ja-JP" altLang="en-US" sz="1100" b="1">
                  <a:latin typeface="Meiryo UI" panose="020B0604030504040204" pitchFamily="50" charset="-128"/>
                  <a:ea typeface="Meiryo UI" panose="020B0604030504040204" pitchFamily="50" charset="-128"/>
                </a:endParaRPr>
              </a:p>
            </p:txBody>
          </p:sp>
          <p:sp>
            <p:nvSpPr>
              <p:cNvPr id="19" name="右大かっこ 18">
                <a:extLst>
                  <a:ext uri="{FF2B5EF4-FFF2-40B4-BE49-F238E27FC236}">
                    <a16:creationId xmlns:a16="http://schemas.microsoft.com/office/drawing/2014/main" id="{23CEB705-E8C2-407D-8965-50E456AD85C4}"/>
                  </a:ext>
                </a:extLst>
              </p:cNvPr>
              <p:cNvSpPr/>
              <p:nvPr/>
            </p:nvSpPr>
            <p:spPr>
              <a:xfrm flipH="1">
                <a:off x="4215525" y="2188229"/>
                <a:ext cx="135420" cy="3913069"/>
              </a:xfrm>
              <a:prstGeom prst="rightBracket">
                <a:avLst>
                  <a:gd name="adj" fmla="val 0"/>
                </a:avLst>
              </a:prstGeom>
              <a:ln w="9525"/>
            </p:spPr>
            <p:style>
              <a:lnRef idx="1">
                <a:schemeClr val="accent1"/>
              </a:lnRef>
              <a:fillRef idx="0">
                <a:schemeClr val="accent1"/>
              </a:fillRef>
              <a:effectRef idx="0">
                <a:schemeClr val="accent1"/>
              </a:effectRef>
              <a:fontRef idx="minor">
                <a:schemeClr val="tx1"/>
              </a:fontRef>
            </p:style>
            <p:txBody>
              <a:bodyPr lIns="336000" tIns="0" rIns="336000" bIns="0" rtlCol="0" anchor="ctr">
                <a:noAutofit/>
              </a:bodyPr>
              <a:lstStyle/>
              <a:p>
                <a:pPr algn="ctr"/>
                <a:endParaRPr kumimoji="1" lang="ja-JP" altLang="en-US" sz="1100" b="1">
                  <a:latin typeface="Meiryo UI" panose="020B0604030504040204" pitchFamily="50" charset="-128"/>
                  <a:ea typeface="Meiryo UI" panose="020B0604030504040204" pitchFamily="50" charset="-128"/>
                </a:endParaRPr>
              </a:p>
            </p:txBody>
          </p:sp>
        </p:grpSp>
      </p:grpSp>
      <p:sp>
        <p:nvSpPr>
          <p:cNvPr id="20" name="矢印: 五方向 19">
            <a:extLst>
              <a:ext uri="{FF2B5EF4-FFF2-40B4-BE49-F238E27FC236}">
                <a16:creationId xmlns:a16="http://schemas.microsoft.com/office/drawing/2014/main" id="{374D6C24-BB18-53EC-7521-F8DAB1E5C4DD}"/>
              </a:ext>
            </a:extLst>
          </p:cNvPr>
          <p:cNvSpPr/>
          <p:nvPr/>
        </p:nvSpPr>
        <p:spPr>
          <a:xfrm>
            <a:off x="5261050" y="2520518"/>
            <a:ext cx="2578405" cy="425191"/>
          </a:xfrm>
          <a:prstGeom prst="homePlate">
            <a:avLst>
              <a:gd name="adj" fmla="val 26352"/>
            </a:avLst>
          </a:prstGeom>
          <a:solidFill>
            <a:schemeClr val="tx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240000" tIns="0" rIns="144000" bIns="0" rtlCol="0" anchor="ctr">
            <a:noAutofit/>
          </a:bodyPr>
          <a:lstStyle/>
          <a:p>
            <a:pPr algn="ctr"/>
            <a:r>
              <a:rPr lang="ja-JP" altLang="en-US" sz="1200" b="1" dirty="0">
                <a:solidFill>
                  <a:schemeClr val="bg1"/>
                </a:solidFill>
                <a:latin typeface="Meiryo UI" panose="020B0604030504040204" pitchFamily="50" charset="-128"/>
                <a:ea typeface="Meiryo UI" panose="020B0604030504040204" pitchFamily="50" charset="-128"/>
              </a:rPr>
              <a:t>業務設計</a:t>
            </a:r>
            <a:r>
              <a:rPr lang="en-US" altLang="ja-JP" sz="1200" b="1" dirty="0">
                <a:solidFill>
                  <a:schemeClr val="bg1"/>
                </a:solidFill>
                <a:latin typeface="Meiryo UI" panose="020B0604030504040204" pitchFamily="50" charset="-128"/>
                <a:ea typeface="Meiryo UI" panose="020B0604030504040204" pitchFamily="50" charset="-128"/>
              </a:rPr>
              <a:t>(To-Be)</a:t>
            </a:r>
            <a:endParaRPr lang="ja-JP" altLang="en-US" sz="1200" b="1" dirty="0">
              <a:solidFill>
                <a:schemeClr val="bg1"/>
              </a:solidFill>
              <a:latin typeface="Meiryo UI" panose="020B0604030504040204" pitchFamily="50" charset="-128"/>
              <a:ea typeface="Meiryo UI" panose="020B0604030504040204" pitchFamily="50" charset="-128"/>
            </a:endParaRPr>
          </a:p>
        </p:txBody>
      </p:sp>
      <p:grpSp>
        <p:nvGrpSpPr>
          <p:cNvPr id="21" name="グループ化 20">
            <a:extLst>
              <a:ext uri="{FF2B5EF4-FFF2-40B4-BE49-F238E27FC236}">
                <a16:creationId xmlns:a16="http://schemas.microsoft.com/office/drawing/2014/main" id="{9F5DE026-2E92-4A17-5C4C-0591A5C95CB1}"/>
              </a:ext>
            </a:extLst>
          </p:cNvPr>
          <p:cNvGrpSpPr/>
          <p:nvPr/>
        </p:nvGrpSpPr>
        <p:grpSpPr>
          <a:xfrm>
            <a:off x="5346700" y="3069847"/>
            <a:ext cx="2478375" cy="2659355"/>
            <a:chOff x="2714590" y="2332778"/>
            <a:chExt cx="1840775" cy="2685429"/>
          </a:xfrm>
        </p:grpSpPr>
        <p:grpSp>
          <p:nvGrpSpPr>
            <p:cNvPr id="22" name="グループ化 21">
              <a:extLst>
                <a:ext uri="{FF2B5EF4-FFF2-40B4-BE49-F238E27FC236}">
                  <a16:creationId xmlns:a16="http://schemas.microsoft.com/office/drawing/2014/main" id="{3C951BB4-5F59-D74F-FAFF-4CC6092ABC58}"/>
                </a:ext>
              </a:extLst>
            </p:cNvPr>
            <p:cNvGrpSpPr/>
            <p:nvPr/>
          </p:nvGrpSpPr>
          <p:grpSpPr>
            <a:xfrm>
              <a:off x="2714590" y="2332778"/>
              <a:ext cx="1840775" cy="2685425"/>
              <a:chOff x="2320741" y="2188231"/>
              <a:chExt cx="1840775" cy="3913069"/>
            </a:xfrm>
          </p:grpSpPr>
          <p:sp>
            <p:nvSpPr>
              <p:cNvPr id="24" name="右大かっこ 23">
                <a:extLst>
                  <a:ext uri="{FF2B5EF4-FFF2-40B4-BE49-F238E27FC236}">
                    <a16:creationId xmlns:a16="http://schemas.microsoft.com/office/drawing/2014/main" id="{1C271A0A-2FAE-1BCB-BE1B-FA85BEF9C90C}"/>
                  </a:ext>
                </a:extLst>
              </p:cNvPr>
              <p:cNvSpPr/>
              <p:nvPr/>
            </p:nvSpPr>
            <p:spPr>
              <a:xfrm>
                <a:off x="4026096" y="2188231"/>
                <a:ext cx="135420" cy="3913069"/>
              </a:xfrm>
              <a:prstGeom prst="rightBracket">
                <a:avLst>
                  <a:gd name="adj" fmla="val 0"/>
                </a:avLst>
              </a:prstGeom>
              <a:ln w="9525"/>
            </p:spPr>
            <p:style>
              <a:lnRef idx="1">
                <a:schemeClr val="accent1"/>
              </a:lnRef>
              <a:fillRef idx="0">
                <a:schemeClr val="accent1"/>
              </a:fillRef>
              <a:effectRef idx="0">
                <a:schemeClr val="accent1"/>
              </a:effectRef>
              <a:fontRef idx="minor">
                <a:schemeClr val="tx1"/>
              </a:fontRef>
            </p:style>
            <p:txBody>
              <a:bodyPr lIns="336000" tIns="0" rIns="336000" bIns="0" rtlCol="0" anchor="ctr">
                <a:noAutofit/>
              </a:bodyPr>
              <a:lstStyle/>
              <a:p>
                <a:pPr algn="ctr"/>
                <a:endParaRPr kumimoji="1" lang="ja-JP" altLang="en-US" sz="1100" b="1">
                  <a:latin typeface="Meiryo UI" panose="020B0604030504040204" pitchFamily="50" charset="-128"/>
                  <a:ea typeface="Meiryo UI" panose="020B0604030504040204" pitchFamily="50" charset="-128"/>
                </a:endParaRPr>
              </a:p>
            </p:txBody>
          </p:sp>
          <p:sp>
            <p:nvSpPr>
              <p:cNvPr id="25" name="右大かっこ 24">
                <a:extLst>
                  <a:ext uri="{FF2B5EF4-FFF2-40B4-BE49-F238E27FC236}">
                    <a16:creationId xmlns:a16="http://schemas.microsoft.com/office/drawing/2014/main" id="{82EC8F19-D201-563C-46F3-F7D352F47F84}"/>
                  </a:ext>
                </a:extLst>
              </p:cNvPr>
              <p:cNvSpPr/>
              <p:nvPr/>
            </p:nvSpPr>
            <p:spPr>
              <a:xfrm flipH="1">
                <a:off x="2320741" y="2188231"/>
                <a:ext cx="135420" cy="3913069"/>
              </a:xfrm>
              <a:prstGeom prst="rightBracket">
                <a:avLst>
                  <a:gd name="adj" fmla="val 0"/>
                </a:avLst>
              </a:prstGeom>
              <a:ln w="9525"/>
            </p:spPr>
            <p:style>
              <a:lnRef idx="1">
                <a:schemeClr val="accent1"/>
              </a:lnRef>
              <a:fillRef idx="0">
                <a:schemeClr val="accent1"/>
              </a:fillRef>
              <a:effectRef idx="0">
                <a:schemeClr val="accent1"/>
              </a:effectRef>
              <a:fontRef idx="minor">
                <a:schemeClr val="tx1"/>
              </a:fontRef>
            </p:style>
            <p:txBody>
              <a:bodyPr lIns="336000" tIns="0" rIns="336000" bIns="0" rtlCol="0" anchor="ctr">
                <a:noAutofit/>
              </a:bodyPr>
              <a:lstStyle/>
              <a:p>
                <a:pPr algn="ctr"/>
                <a:endParaRPr kumimoji="1" lang="ja-JP" altLang="en-US" sz="1100" b="1">
                  <a:latin typeface="Meiryo UI" panose="020B0604030504040204" pitchFamily="50" charset="-128"/>
                  <a:ea typeface="Meiryo UI" panose="020B0604030504040204" pitchFamily="50" charset="-128"/>
                </a:endParaRPr>
              </a:p>
            </p:txBody>
          </p:sp>
        </p:grpSp>
        <p:sp>
          <p:nvSpPr>
            <p:cNvPr id="23" name="テキスト ボックス 22">
              <a:extLst>
                <a:ext uri="{FF2B5EF4-FFF2-40B4-BE49-F238E27FC236}">
                  <a16:creationId xmlns:a16="http://schemas.microsoft.com/office/drawing/2014/main" id="{F06338ED-1DD8-B945-B3D0-FA3AF47364DA}"/>
                </a:ext>
              </a:extLst>
            </p:cNvPr>
            <p:cNvSpPr txBox="1"/>
            <p:nvPr/>
          </p:nvSpPr>
          <p:spPr>
            <a:xfrm>
              <a:off x="2714590" y="2452556"/>
              <a:ext cx="1840775" cy="2565651"/>
            </a:xfrm>
            <a:prstGeom prst="rect">
              <a:avLst/>
            </a:prstGeom>
            <a:noFill/>
          </p:spPr>
          <p:txBody>
            <a:bodyPr wrap="square" lIns="36000" tIns="0" rIns="25200" bIns="0" rtlCol="0" anchor="t">
              <a:noAutofit/>
            </a:bodyPr>
            <a:lstStyle/>
            <a:p>
              <a:r>
                <a:rPr lang="ja-JP" altLang="en-US" sz="1100" dirty="0">
                  <a:latin typeface="Meiryo UI" panose="020B0604030504040204" pitchFamily="50" charset="-128"/>
                  <a:ea typeface="Meiryo UI" panose="020B0604030504040204" pitchFamily="50" charset="-128"/>
                </a:rPr>
                <a:t>■主な活動</a:t>
              </a:r>
            </a:p>
            <a:p>
              <a:r>
                <a:rPr lang="ja-JP" altLang="en-US" sz="1100" dirty="0">
                  <a:latin typeface="Meiryo UI" panose="020B0604030504040204" pitchFamily="50" charset="-128"/>
                  <a:ea typeface="Meiryo UI" panose="020B0604030504040204" pitchFamily="50" charset="-128"/>
                </a:rPr>
                <a:t>・新業務フロー策定</a:t>
              </a:r>
            </a:p>
            <a:p>
              <a:r>
                <a:rPr lang="ja-JP" altLang="en-US" sz="1100" dirty="0">
                  <a:latin typeface="Meiryo UI" panose="020B0604030504040204" pitchFamily="50" charset="-128"/>
                  <a:ea typeface="Meiryo UI" panose="020B0604030504040204" pitchFamily="50" charset="-128"/>
                </a:rPr>
                <a:t>・機能要件定義セッション</a:t>
              </a:r>
            </a:p>
            <a:p>
              <a:r>
                <a:rPr lang="ja-JP" altLang="en-US" sz="1100" dirty="0">
                  <a:latin typeface="Meiryo UI" panose="020B0604030504040204" pitchFamily="50" charset="-128"/>
                  <a:ea typeface="Meiryo UI" panose="020B0604030504040204" pitchFamily="50" charset="-128"/>
                </a:rPr>
                <a:t>・非機能要件の整理</a:t>
              </a:r>
            </a:p>
            <a:p>
              <a:endParaRPr lang="en-US" altLang="ja-JP" sz="1100" dirty="0">
                <a:latin typeface="Meiryo UI" panose="020B0604030504040204" pitchFamily="50" charset="-128"/>
                <a:ea typeface="Meiryo UI" panose="020B0604030504040204" pitchFamily="50" charset="-128"/>
              </a:endParaRPr>
            </a:p>
            <a:p>
              <a:endParaRPr lang="ja-JP" altLang="en-US" sz="1100" dirty="0">
                <a:latin typeface="Meiryo UI" panose="020B0604030504040204" pitchFamily="50" charset="-128"/>
                <a:ea typeface="Meiryo UI" panose="020B0604030504040204" pitchFamily="50" charset="-128"/>
              </a:endParaRPr>
            </a:p>
            <a:p>
              <a:r>
                <a:rPr lang="ja-JP" altLang="en-US" sz="1100" dirty="0">
                  <a:latin typeface="Meiryo UI" panose="020B0604030504040204" pitchFamily="50" charset="-128"/>
                  <a:ea typeface="Meiryo UI" panose="020B0604030504040204" pitchFamily="50" charset="-128"/>
                </a:rPr>
                <a:t>■主な作成物</a:t>
              </a:r>
            </a:p>
            <a:p>
              <a:r>
                <a:rPr lang="ja-JP" altLang="en-US" sz="1100" dirty="0">
                  <a:latin typeface="Meiryo UI" panose="020B0604030504040204" pitchFamily="50" charset="-128"/>
                  <a:ea typeface="Meiryo UI" panose="020B0604030504040204" pitchFamily="50" charset="-128"/>
                </a:rPr>
                <a:t>・新業務フロー図</a:t>
              </a:r>
            </a:p>
            <a:p>
              <a:r>
                <a:rPr lang="ja-JP" altLang="en-US" sz="1100" dirty="0">
                  <a:latin typeface="Meiryo UI" panose="020B0604030504040204" pitchFamily="50" charset="-128"/>
                  <a:ea typeface="Meiryo UI" panose="020B0604030504040204" pitchFamily="50" charset="-128"/>
                </a:rPr>
                <a:t>・機能要件定義書</a:t>
              </a:r>
            </a:p>
            <a:p>
              <a:r>
                <a:rPr lang="ja-JP" altLang="en-US" sz="1100" dirty="0">
                  <a:latin typeface="Meiryo UI" panose="020B0604030504040204" pitchFamily="50" charset="-128"/>
                  <a:ea typeface="Meiryo UI" panose="020B0604030504040204" pitchFamily="50" charset="-128"/>
                </a:rPr>
                <a:t>・非機能要件定義書</a:t>
              </a:r>
            </a:p>
            <a:p>
              <a:endParaRPr lang="en-US" altLang="ja-JP" sz="1100" dirty="0">
                <a:latin typeface="Meiryo UI" panose="020B0604030504040204" pitchFamily="50" charset="-128"/>
                <a:ea typeface="Meiryo UI" panose="020B0604030504040204" pitchFamily="50" charset="-128"/>
              </a:endParaRPr>
            </a:p>
            <a:p>
              <a:endParaRPr lang="ja-JP" altLang="en-US" sz="1100" dirty="0">
                <a:latin typeface="Meiryo UI" panose="020B0604030504040204" pitchFamily="50" charset="-128"/>
                <a:ea typeface="Meiryo UI" panose="020B0604030504040204" pitchFamily="50" charset="-128"/>
              </a:endParaRPr>
            </a:p>
            <a:p>
              <a:r>
                <a:rPr lang="ja-JP" altLang="en-US" sz="1100" dirty="0">
                  <a:latin typeface="Meiryo UI" panose="020B0604030504040204" pitchFamily="50" charset="-128"/>
                  <a:ea typeface="Meiryo UI" panose="020B0604030504040204" pitchFamily="50" charset="-128"/>
                </a:rPr>
                <a:t>■想定工数</a:t>
              </a:r>
            </a:p>
            <a:p>
              <a:r>
                <a:rPr lang="ja-JP" altLang="en-US" sz="1100" dirty="0">
                  <a:latin typeface="Meiryo UI" panose="020B0604030504040204" pitchFamily="50" charset="-128"/>
                  <a:ea typeface="Meiryo UI" panose="020B0604030504040204" pitchFamily="50" charset="-128"/>
                </a:rPr>
                <a:t>・</a:t>
              </a:r>
              <a:r>
                <a:rPr lang="en-US" altLang="ja-JP" sz="1100" dirty="0">
                  <a:latin typeface="Meiryo UI" panose="020B0604030504040204" pitchFamily="50" charset="-128"/>
                  <a:ea typeface="Meiryo UI" panose="020B0604030504040204" pitchFamily="50" charset="-128"/>
                </a:rPr>
                <a:t>1.5</a:t>
              </a:r>
              <a:r>
                <a:rPr lang="ja-JP" altLang="en-US" sz="1100" dirty="0">
                  <a:latin typeface="Meiryo UI" panose="020B0604030504040204" pitchFamily="50" charset="-128"/>
                  <a:ea typeface="Meiryo UI" panose="020B0604030504040204" pitchFamily="50" charset="-128"/>
                </a:rPr>
                <a:t>人月</a:t>
              </a:r>
            </a:p>
          </p:txBody>
        </p:sp>
      </p:grpSp>
      <p:sp>
        <p:nvSpPr>
          <p:cNvPr id="28" name="矢印: 五方向 27">
            <a:extLst>
              <a:ext uri="{FF2B5EF4-FFF2-40B4-BE49-F238E27FC236}">
                <a16:creationId xmlns:a16="http://schemas.microsoft.com/office/drawing/2014/main" id="{1344638D-E0B1-71CE-964C-05D39712FD5F}"/>
              </a:ext>
            </a:extLst>
          </p:cNvPr>
          <p:cNvSpPr/>
          <p:nvPr/>
        </p:nvSpPr>
        <p:spPr>
          <a:xfrm>
            <a:off x="1688701" y="2520518"/>
            <a:ext cx="3471269" cy="425191"/>
          </a:xfrm>
          <a:prstGeom prst="homePlate">
            <a:avLst>
              <a:gd name="adj" fmla="val 26352"/>
            </a:avLst>
          </a:prstGeom>
          <a:solidFill>
            <a:schemeClr val="tx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240000" tIns="0" rIns="144000" bIns="0" rtlCol="0" anchor="ctr">
            <a:noAutofit/>
          </a:bodyPr>
          <a:lstStyle/>
          <a:p>
            <a:pPr algn="ctr"/>
            <a:r>
              <a:rPr lang="ja-JP" altLang="en-US" sz="1200" b="1" dirty="0">
                <a:solidFill>
                  <a:schemeClr val="bg1"/>
                </a:solidFill>
                <a:latin typeface="Meiryo UI" panose="020B0604030504040204" pitchFamily="50" charset="-128"/>
                <a:ea typeface="Meiryo UI" panose="020B0604030504040204" pitchFamily="50" charset="-128"/>
              </a:rPr>
              <a:t>現状分析</a:t>
            </a:r>
            <a:r>
              <a:rPr lang="en-US" altLang="ja-JP" sz="1200" b="1" dirty="0">
                <a:solidFill>
                  <a:schemeClr val="bg1"/>
                </a:solidFill>
                <a:latin typeface="Meiryo UI" panose="020B0604030504040204" pitchFamily="50" charset="-128"/>
                <a:ea typeface="Meiryo UI" panose="020B0604030504040204" pitchFamily="50" charset="-128"/>
              </a:rPr>
              <a:t>(As-Is)</a:t>
            </a:r>
            <a:endParaRPr lang="ja-JP" altLang="en-US" sz="1200" b="1" dirty="0">
              <a:solidFill>
                <a:schemeClr val="bg1"/>
              </a:solidFill>
              <a:latin typeface="Meiryo UI" panose="020B0604030504040204" pitchFamily="50" charset="-128"/>
              <a:ea typeface="Meiryo UI" panose="020B0604030504040204" pitchFamily="50" charset="-128"/>
            </a:endParaRPr>
          </a:p>
        </p:txBody>
      </p:sp>
      <p:grpSp>
        <p:nvGrpSpPr>
          <p:cNvPr id="29" name="グループ化 28">
            <a:extLst>
              <a:ext uri="{FF2B5EF4-FFF2-40B4-BE49-F238E27FC236}">
                <a16:creationId xmlns:a16="http://schemas.microsoft.com/office/drawing/2014/main" id="{81FE65D2-9E7B-698C-8A01-B0EAC685BECC}"/>
              </a:ext>
            </a:extLst>
          </p:cNvPr>
          <p:cNvGrpSpPr/>
          <p:nvPr/>
        </p:nvGrpSpPr>
        <p:grpSpPr>
          <a:xfrm>
            <a:off x="1688218" y="3074790"/>
            <a:ext cx="3471274" cy="2659354"/>
            <a:chOff x="812800" y="2332777"/>
            <a:chExt cx="1840775" cy="2685428"/>
          </a:xfrm>
        </p:grpSpPr>
        <p:sp>
          <p:nvSpPr>
            <p:cNvPr id="30" name="テキスト ボックス 29">
              <a:extLst>
                <a:ext uri="{FF2B5EF4-FFF2-40B4-BE49-F238E27FC236}">
                  <a16:creationId xmlns:a16="http://schemas.microsoft.com/office/drawing/2014/main" id="{E333C6F5-C8A3-DA9C-3292-1EDB61B07B74}"/>
                </a:ext>
              </a:extLst>
            </p:cNvPr>
            <p:cNvSpPr txBox="1"/>
            <p:nvPr/>
          </p:nvSpPr>
          <p:spPr>
            <a:xfrm>
              <a:off x="812800" y="2452554"/>
              <a:ext cx="1840775" cy="2565651"/>
            </a:xfrm>
            <a:prstGeom prst="rect">
              <a:avLst/>
            </a:prstGeom>
            <a:noFill/>
          </p:spPr>
          <p:txBody>
            <a:bodyPr wrap="square" lIns="36000" tIns="0" rIns="25200" bIns="0" rtlCol="0" anchor="t">
              <a:noAutofit/>
            </a:bodyPr>
            <a:lstStyle/>
            <a:p>
              <a:r>
                <a:rPr lang="ja-JP" altLang="en-US" sz="1100" dirty="0">
                  <a:latin typeface="Meiryo UI" panose="020B0604030504040204" pitchFamily="50" charset="-128"/>
                  <a:ea typeface="Meiryo UI" panose="020B0604030504040204" pitchFamily="50" charset="-128"/>
                </a:rPr>
                <a:t>■主な活動</a:t>
              </a:r>
            </a:p>
            <a:p>
              <a:r>
                <a:rPr lang="ja-JP" altLang="en-US" sz="1100" dirty="0">
                  <a:latin typeface="Meiryo UI" panose="020B0604030504040204" pitchFamily="50" charset="-128"/>
                  <a:ea typeface="Meiryo UI" panose="020B0604030504040204" pitchFamily="50" charset="-128"/>
                </a:rPr>
                <a:t>・既存業務・システム調査</a:t>
              </a:r>
            </a:p>
            <a:p>
              <a:r>
                <a:rPr lang="ja-JP" altLang="en-US" sz="1100" dirty="0">
                  <a:latin typeface="Meiryo UI" panose="020B0604030504040204" pitchFamily="50" charset="-128"/>
                  <a:ea typeface="Meiryo UI" panose="020B0604030504040204" pitchFamily="50" charset="-128"/>
                </a:rPr>
                <a:t>・システム比較検討資料作成</a:t>
              </a:r>
            </a:p>
            <a:p>
              <a:r>
                <a:rPr lang="ja-JP" altLang="en-US" sz="1100" dirty="0">
                  <a:latin typeface="Meiryo UI" panose="020B0604030504040204" pitchFamily="50" charset="-128"/>
                  <a:ea typeface="Meiryo UI" panose="020B0604030504040204" pitchFamily="50" charset="-128"/>
                </a:rPr>
                <a:t>・選定意思決定会議</a:t>
              </a:r>
            </a:p>
            <a:p>
              <a:endParaRPr lang="ja-JP" altLang="en-US" sz="1100" dirty="0">
                <a:latin typeface="Meiryo UI" panose="020B0604030504040204" pitchFamily="50" charset="-128"/>
                <a:ea typeface="Meiryo UI" panose="020B0604030504040204" pitchFamily="50" charset="-128"/>
              </a:endParaRPr>
            </a:p>
            <a:p>
              <a:br>
                <a:rPr lang="en-US" altLang="ja-JP" sz="1100" dirty="0">
                  <a:latin typeface="Meiryo UI" panose="020B0604030504040204" pitchFamily="50" charset="-128"/>
                  <a:ea typeface="Meiryo UI" panose="020B0604030504040204" pitchFamily="50" charset="-128"/>
                </a:rPr>
              </a:br>
              <a:r>
                <a:rPr lang="ja-JP" altLang="en-US" sz="1100" dirty="0">
                  <a:latin typeface="Meiryo UI" panose="020B0604030504040204" pitchFamily="50" charset="-128"/>
                  <a:ea typeface="Meiryo UI" panose="020B0604030504040204" pitchFamily="50" charset="-128"/>
                </a:rPr>
                <a:t>■主な作成物</a:t>
              </a:r>
            </a:p>
            <a:p>
              <a:r>
                <a:rPr lang="ja-JP" altLang="en-US" sz="1100" dirty="0">
                  <a:latin typeface="Meiryo UI" panose="020B0604030504040204" pitchFamily="50" charset="-128"/>
                  <a:ea typeface="Meiryo UI" panose="020B0604030504040204" pitchFamily="50" charset="-128"/>
                </a:rPr>
                <a:t>・現状業務フロー図／ヒアリングシート</a:t>
              </a:r>
            </a:p>
            <a:p>
              <a:r>
                <a:rPr lang="ja-JP" altLang="en-US" sz="1100" dirty="0">
                  <a:latin typeface="Meiryo UI" panose="020B0604030504040204" pitchFamily="50" charset="-128"/>
                  <a:ea typeface="Meiryo UI" panose="020B0604030504040204" pitchFamily="50" charset="-128"/>
                </a:rPr>
                <a:t>・システム比較・評価レポート</a:t>
              </a:r>
            </a:p>
            <a:p>
              <a:r>
                <a:rPr lang="ja-JP" altLang="en-US" sz="1100" dirty="0">
                  <a:latin typeface="Meiryo UI" panose="020B0604030504040204" pitchFamily="50" charset="-128"/>
                  <a:ea typeface="Meiryo UI" panose="020B0604030504040204" pitchFamily="50" charset="-128"/>
                </a:rPr>
                <a:t>・システム選定理由書・承認資料</a:t>
              </a:r>
            </a:p>
            <a:p>
              <a:br>
                <a:rPr lang="en-US" altLang="ja-JP" sz="1100" dirty="0">
                  <a:latin typeface="Meiryo UI" panose="020B0604030504040204" pitchFamily="50" charset="-128"/>
                  <a:ea typeface="Meiryo UI" panose="020B0604030504040204" pitchFamily="50" charset="-128"/>
                </a:rPr>
              </a:br>
              <a:endParaRPr lang="ja-JP" altLang="en-US" sz="1100" dirty="0">
                <a:latin typeface="Meiryo UI" panose="020B0604030504040204" pitchFamily="50" charset="-128"/>
                <a:ea typeface="Meiryo UI" panose="020B0604030504040204" pitchFamily="50" charset="-128"/>
              </a:endParaRPr>
            </a:p>
            <a:p>
              <a:r>
                <a:rPr lang="ja-JP" altLang="en-US" sz="1100" dirty="0">
                  <a:latin typeface="Meiryo UI" panose="020B0604030504040204" pitchFamily="50" charset="-128"/>
                  <a:ea typeface="Meiryo UI" panose="020B0604030504040204" pitchFamily="50" charset="-128"/>
                </a:rPr>
                <a:t>■想定工数</a:t>
              </a:r>
            </a:p>
            <a:p>
              <a:r>
                <a:rPr lang="ja-JP" altLang="en-US" sz="1100" dirty="0">
                  <a:latin typeface="Meiryo UI" panose="020B0604030504040204" pitchFamily="50" charset="-128"/>
                  <a:ea typeface="Meiryo UI" panose="020B0604030504040204" pitchFamily="50" charset="-128"/>
                </a:rPr>
                <a:t>・</a:t>
              </a:r>
              <a:r>
                <a:rPr lang="en-US" altLang="ja-JP" sz="1100" dirty="0">
                  <a:latin typeface="Meiryo UI" panose="020B0604030504040204" pitchFamily="50" charset="-128"/>
                  <a:ea typeface="Meiryo UI" panose="020B0604030504040204" pitchFamily="50" charset="-128"/>
                </a:rPr>
                <a:t>1.5</a:t>
              </a:r>
              <a:r>
                <a:rPr lang="ja-JP" altLang="en-US" sz="1100" dirty="0">
                  <a:latin typeface="Meiryo UI" panose="020B0604030504040204" pitchFamily="50" charset="-128"/>
                  <a:ea typeface="Meiryo UI" panose="020B0604030504040204" pitchFamily="50" charset="-128"/>
                </a:rPr>
                <a:t>人月</a:t>
              </a:r>
            </a:p>
          </p:txBody>
        </p:sp>
        <p:grpSp>
          <p:nvGrpSpPr>
            <p:cNvPr id="31" name="グループ化 30">
              <a:extLst>
                <a:ext uri="{FF2B5EF4-FFF2-40B4-BE49-F238E27FC236}">
                  <a16:creationId xmlns:a16="http://schemas.microsoft.com/office/drawing/2014/main" id="{CDB9AB7C-7ECE-643F-FDBC-A52F62DB947D}"/>
                </a:ext>
              </a:extLst>
            </p:cNvPr>
            <p:cNvGrpSpPr/>
            <p:nvPr/>
          </p:nvGrpSpPr>
          <p:grpSpPr>
            <a:xfrm>
              <a:off x="812800" y="2332777"/>
              <a:ext cx="1840775" cy="2685426"/>
              <a:chOff x="418951" y="2188229"/>
              <a:chExt cx="1840775" cy="3913069"/>
            </a:xfrm>
          </p:grpSpPr>
          <p:sp>
            <p:nvSpPr>
              <p:cNvPr id="32" name="右大かっこ 31">
                <a:extLst>
                  <a:ext uri="{FF2B5EF4-FFF2-40B4-BE49-F238E27FC236}">
                    <a16:creationId xmlns:a16="http://schemas.microsoft.com/office/drawing/2014/main" id="{3636BDA0-0C12-706D-D39B-C2115679BFD8}"/>
                  </a:ext>
                </a:extLst>
              </p:cNvPr>
              <p:cNvSpPr/>
              <p:nvPr/>
            </p:nvSpPr>
            <p:spPr>
              <a:xfrm>
                <a:off x="2124306" y="2188229"/>
                <a:ext cx="135420" cy="3913069"/>
              </a:xfrm>
              <a:prstGeom prst="rightBracket">
                <a:avLst>
                  <a:gd name="adj" fmla="val 0"/>
                </a:avLst>
              </a:prstGeom>
              <a:ln w="9525"/>
            </p:spPr>
            <p:style>
              <a:lnRef idx="1">
                <a:schemeClr val="accent1"/>
              </a:lnRef>
              <a:fillRef idx="0">
                <a:schemeClr val="accent1"/>
              </a:fillRef>
              <a:effectRef idx="0">
                <a:schemeClr val="accent1"/>
              </a:effectRef>
              <a:fontRef idx="minor">
                <a:schemeClr val="tx1"/>
              </a:fontRef>
            </p:style>
            <p:txBody>
              <a:bodyPr lIns="336000" tIns="0" rIns="336000" bIns="0" rtlCol="0" anchor="ctr">
                <a:noAutofit/>
              </a:bodyPr>
              <a:lstStyle/>
              <a:p>
                <a:pPr algn="ctr"/>
                <a:endParaRPr kumimoji="1" lang="ja-JP" altLang="en-US" sz="1100" b="1">
                  <a:latin typeface="Meiryo UI" panose="020B0604030504040204" pitchFamily="50" charset="-128"/>
                  <a:ea typeface="Meiryo UI" panose="020B0604030504040204" pitchFamily="50" charset="-128"/>
                </a:endParaRPr>
              </a:p>
            </p:txBody>
          </p:sp>
          <p:sp>
            <p:nvSpPr>
              <p:cNvPr id="33" name="右大かっこ 32">
                <a:extLst>
                  <a:ext uri="{FF2B5EF4-FFF2-40B4-BE49-F238E27FC236}">
                    <a16:creationId xmlns:a16="http://schemas.microsoft.com/office/drawing/2014/main" id="{86E263A7-F851-654B-A64C-96EED15AB22A}"/>
                  </a:ext>
                </a:extLst>
              </p:cNvPr>
              <p:cNvSpPr/>
              <p:nvPr/>
            </p:nvSpPr>
            <p:spPr>
              <a:xfrm flipH="1">
                <a:off x="418951" y="2188229"/>
                <a:ext cx="135420" cy="3913069"/>
              </a:xfrm>
              <a:prstGeom prst="rightBracket">
                <a:avLst>
                  <a:gd name="adj" fmla="val 0"/>
                </a:avLst>
              </a:prstGeom>
              <a:ln w="9525"/>
            </p:spPr>
            <p:style>
              <a:lnRef idx="1">
                <a:schemeClr val="accent1"/>
              </a:lnRef>
              <a:fillRef idx="0">
                <a:schemeClr val="accent1"/>
              </a:fillRef>
              <a:effectRef idx="0">
                <a:schemeClr val="accent1"/>
              </a:effectRef>
              <a:fontRef idx="minor">
                <a:schemeClr val="tx1"/>
              </a:fontRef>
            </p:style>
            <p:txBody>
              <a:bodyPr lIns="336000" tIns="0" rIns="336000" bIns="0" rtlCol="0" anchor="ctr">
                <a:noAutofit/>
              </a:bodyPr>
              <a:lstStyle/>
              <a:p>
                <a:pPr algn="ctr"/>
                <a:endParaRPr kumimoji="1" lang="ja-JP" altLang="en-US" sz="1100" b="1">
                  <a:latin typeface="Meiryo UI" panose="020B0604030504040204" pitchFamily="50" charset="-128"/>
                  <a:ea typeface="Meiryo UI" panose="020B0604030504040204" pitchFamily="50" charset="-128"/>
                </a:endParaRPr>
              </a:p>
            </p:txBody>
          </p:sp>
        </p:grpSp>
      </p:grpSp>
      <p:sp>
        <p:nvSpPr>
          <p:cNvPr id="34" name="正方形/長方形 33">
            <a:extLst>
              <a:ext uri="{FF2B5EF4-FFF2-40B4-BE49-F238E27FC236}">
                <a16:creationId xmlns:a16="http://schemas.microsoft.com/office/drawing/2014/main" id="{3DC3BA00-FEE9-9F1D-E36A-07AE612B7EAF}"/>
              </a:ext>
            </a:extLst>
          </p:cNvPr>
          <p:cNvSpPr/>
          <p:nvPr/>
        </p:nvSpPr>
        <p:spPr>
          <a:xfrm flipH="1">
            <a:off x="5255444" y="2129064"/>
            <a:ext cx="792578" cy="353812"/>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dirty="0">
                <a:latin typeface="Meiryo UI" panose="020B0604030504040204" pitchFamily="50" charset="-128"/>
                <a:ea typeface="Meiryo UI" panose="020B0604030504040204" pitchFamily="50" charset="-128"/>
              </a:rPr>
              <a:t>9</a:t>
            </a:r>
            <a:r>
              <a:rPr lang="ja-JP" altLang="en-US" sz="1050" dirty="0">
                <a:latin typeface="Meiryo UI" panose="020B0604030504040204" pitchFamily="50" charset="-128"/>
                <a:ea typeface="Meiryo UI" panose="020B0604030504040204" pitchFamily="50" charset="-128"/>
              </a:rPr>
              <a:t>週</a:t>
            </a:r>
          </a:p>
        </p:txBody>
      </p:sp>
      <p:sp>
        <p:nvSpPr>
          <p:cNvPr id="35" name="正方形/長方形 34">
            <a:extLst>
              <a:ext uri="{FF2B5EF4-FFF2-40B4-BE49-F238E27FC236}">
                <a16:creationId xmlns:a16="http://schemas.microsoft.com/office/drawing/2014/main" id="{021A5F13-D152-24ED-5B36-3FD7816B880F}"/>
              </a:ext>
            </a:extLst>
          </p:cNvPr>
          <p:cNvSpPr/>
          <p:nvPr/>
        </p:nvSpPr>
        <p:spPr>
          <a:xfrm flipH="1">
            <a:off x="812794" y="2129064"/>
            <a:ext cx="792578" cy="353812"/>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dirty="0">
                <a:latin typeface="Meiryo UI" panose="020B0604030504040204" pitchFamily="50" charset="-128"/>
                <a:ea typeface="Meiryo UI" panose="020B0604030504040204" pitchFamily="50" charset="-128"/>
              </a:rPr>
              <a:t>5</a:t>
            </a:r>
            <a:r>
              <a:rPr lang="ja-JP" altLang="en-US" sz="1050" dirty="0">
                <a:latin typeface="Meiryo UI" panose="020B0604030504040204" pitchFamily="50" charset="-128"/>
                <a:ea typeface="Meiryo UI" panose="020B0604030504040204" pitchFamily="50" charset="-128"/>
              </a:rPr>
              <a:t>週</a:t>
            </a:r>
          </a:p>
        </p:txBody>
      </p:sp>
      <p:sp>
        <p:nvSpPr>
          <p:cNvPr id="36" name="正方形/長方形 35">
            <a:extLst>
              <a:ext uri="{FF2B5EF4-FFF2-40B4-BE49-F238E27FC236}">
                <a16:creationId xmlns:a16="http://schemas.microsoft.com/office/drawing/2014/main" id="{A3569838-A6FE-A081-2BA6-A69C43C24952}"/>
              </a:ext>
            </a:extLst>
          </p:cNvPr>
          <p:cNvSpPr/>
          <p:nvPr/>
        </p:nvSpPr>
        <p:spPr>
          <a:xfrm flipH="1">
            <a:off x="1701324" y="2129064"/>
            <a:ext cx="792578" cy="353812"/>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dirty="0">
                <a:latin typeface="Meiryo UI" panose="020B0604030504040204" pitchFamily="50" charset="-128"/>
                <a:ea typeface="Meiryo UI" panose="020B0604030504040204" pitchFamily="50" charset="-128"/>
              </a:rPr>
              <a:t>12</a:t>
            </a:r>
            <a:r>
              <a:rPr lang="ja-JP" altLang="en-US" sz="1050" dirty="0">
                <a:latin typeface="Meiryo UI" panose="020B0604030504040204" pitchFamily="50" charset="-128"/>
                <a:ea typeface="Meiryo UI" panose="020B0604030504040204" pitchFamily="50" charset="-128"/>
              </a:rPr>
              <a:t>週</a:t>
            </a:r>
          </a:p>
        </p:txBody>
      </p:sp>
      <p:sp>
        <p:nvSpPr>
          <p:cNvPr id="37" name="正方形/長方形 36">
            <a:extLst>
              <a:ext uri="{FF2B5EF4-FFF2-40B4-BE49-F238E27FC236}">
                <a16:creationId xmlns:a16="http://schemas.microsoft.com/office/drawing/2014/main" id="{099FCCA7-6EA3-3B63-87B5-BBE0FF78A115}"/>
              </a:ext>
            </a:extLst>
          </p:cNvPr>
          <p:cNvSpPr/>
          <p:nvPr/>
        </p:nvSpPr>
        <p:spPr>
          <a:xfrm flipH="1">
            <a:off x="2589854" y="2129064"/>
            <a:ext cx="792578" cy="353812"/>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dirty="0">
                <a:latin typeface="Meiryo UI" panose="020B0604030504040204" pitchFamily="50" charset="-128"/>
                <a:ea typeface="Meiryo UI" panose="020B0604030504040204" pitchFamily="50" charset="-128"/>
              </a:rPr>
              <a:t>19</a:t>
            </a:r>
            <a:r>
              <a:rPr lang="ja-JP" altLang="en-US" sz="1050" dirty="0">
                <a:latin typeface="Meiryo UI" panose="020B0604030504040204" pitchFamily="50" charset="-128"/>
                <a:ea typeface="Meiryo UI" panose="020B0604030504040204" pitchFamily="50" charset="-128"/>
              </a:rPr>
              <a:t>週</a:t>
            </a:r>
          </a:p>
        </p:txBody>
      </p:sp>
      <p:sp>
        <p:nvSpPr>
          <p:cNvPr id="38" name="正方形/長方形 37">
            <a:extLst>
              <a:ext uri="{FF2B5EF4-FFF2-40B4-BE49-F238E27FC236}">
                <a16:creationId xmlns:a16="http://schemas.microsoft.com/office/drawing/2014/main" id="{4BC42311-BEF9-DFA5-3828-3127EB5DA1ED}"/>
              </a:ext>
            </a:extLst>
          </p:cNvPr>
          <p:cNvSpPr/>
          <p:nvPr/>
        </p:nvSpPr>
        <p:spPr>
          <a:xfrm flipH="1">
            <a:off x="3478384" y="2129064"/>
            <a:ext cx="792578" cy="353812"/>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dirty="0">
                <a:latin typeface="Meiryo UI" panose="020B0604030504040204" pitchFamily="50" charset="-128"/>
                <a:ea typeface="Meiryo UI" panose="020B0604030504040204" pitchFamily="50" charset="-128"/>
              </a:rPr>
              <a:t>26</a:t>
            </a:r>
            <a:r>
              <a:rPr lang="ja-JP" altLang="en-US" sz="1050" dirty="0">
                <a:latin typeface="Meiryo UI" panose="020B0604030504040204" pitchFamily="50" charset="-128"/>
                <a:ea typeface="Meiryo UI" panose="020B0604030504040204" pitchFamily="50" charset="-128"/>
              </a:rPr>
              <a:t>週</a:t>
            </a:r>
          </a:p>
        </p:txBody>
      </p:sp>
      <p:sp>
        <p:nvSpPr>
          <p:cNvPr id="39" name="正方形/長方形 38">
            <a:extLst>
              <a:ext uri="{FF2B5EF4-FFF2-40B4-BE49-F238E27FC236}">
                <a16:creationId xmlns:a16="http://schemas.microsoft.com/office/drawing/2014/main" id="{76992BB4-DBBF-AACD-168E-4FA6CCD797CC}"/>
              </a:ext>
            </a:extLst>
          </p:cNvPr>
          <p:cNvSpPr/>
          <p:nvPr/>
        </p:nvSpPr>
        <p:spPr>
          <a:xfrm flipH="1">
            <a:off x="4366914" y="2129064"/>
            <a:ext cx="792578" cy="353812"/>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dirty="0">
                <a:latin typeface="Meiryo UI" panose="020B0604030504040204" pitchFamily="50" charset="-128"/>
                <a:ea typeface="Meiryo UI" panose="020B0604030504040204" pitchFamily="50" charset="-128"/>
              </a:rPr>
              <a:t>2</a:t>
            </a:r>
            <a:r>
              <a:rPr lang="ja-JP" altLang="en-US" sz="1050" dirty="0">
                <a:latin typeface="Meiryo UI" panose="020B0604030504040204" pitchFamily="50" charset="-128"/>
                <a:ea typeface="Meiryo UI" panose="020B0604030504040204" pitchFamily="50" charset="-128"/>
              </a:rPr>
              <a:t>週</a:t>
            </a:r>
          </a:p>
        </p:txBody>
      </p:sp>
      <p:sp>
        <p:nvSpPr>
          <p:cNvPr id="40" name="正方形/長方形 39">
            <a:extLst>
              <a:ext uri="{FF2B5EF4-FFF2-40B4-BE49-F238E27FC236}">
                <a16:creationId xmlns:a16="http://schemas.microsoft.com/office/drawing/2014/main" id="{CA0D89DA-C058-9D5A-C9D8-40F28FDA16FD}"/>
              </a:ext>
            </a:extLst>
          </p:cNvPr>
          <p:cNvSpPr/>
          <p:nvPr/>
        </p:nvSpPr>
        <p:spPr>
          <a:xfrm flipH="1">
            <a:off x="6143974" y="2129064"/>
            <a:ext cx="792578" cy="353812"/>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dirty="0">
                <a:latin typeface="Meiryo UI" panose="020B0604030504040204" pitchFamily="50" charset="-128"/>
                <a:ea typeface="Meiryo UI" panose="020B0604030504040204" pitchFamily="50" charset="-128"/>
              </a:rPr>
              <a:t>16</a:t>
            </a:r>
            <a:r>
              <a:rPr lang="ja-JP" altLang="en-US" sz="1050" dirty="0">
                <a:latin typeface="Meiryo UI" panose="020B0604030504040204" pitchFamily="50" charset="-128"/>
                <a:ea typeface="Meiryo UI" panose="020B0604030504040204" pitchFamily="50" charset="-128"/>
              </a:rPr>
              <a:t>週</a:t>
            </a:r>
          </a:p>
        </p:txBody>
      </p:sp>
      <p:sp>
        <p:nvSpPr>
          <p:cNvPr id="41" name="正方形/長方形 40">
            <a:extLst>
              <a:ext uri="{FF2B5EF4-FFF2-40B4-BE49-F238E27FC236}">
                <a16:creationId xmlns:a16="http://schemas.microsoft.com/office/drawing/2014/main" id="{EFDC1855-9FB7-9020-0E58-4C7D9CF57A94}"/>
              </a:ext>
            </a:extLst>
          </p:cNvPr>
          <p:cNvSpPr/>
          <p:nvPr/>
        </p:nvSpPr>
        <p:spPr>
          <a:xfrm flipH="1">
            <a:off x="7032504" y="2129064"/>
            <a:ext cx="792578" cy="353812"/>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dirty="0">
                <a:latin typeface="Meiryo UI" panose="020B0604030504040204" pitchFamily="50" charset="-128"/>
                <a:ea typeface="Meiryo UI" panose="020B0604030504040204" pitchFamily="50" charset="-128"/>
              </a:rPr>
              <a:t>23</a:t>
            </a:r>
            <a:r>
              <a:rPr lang="ja-JP" altLang="en-US" sz="1050" dirty="0">
                <a:latin typeface="Meiryo UI" panose="020B0604030504040204" pitchFamily="50" charset="-128"/>
                <a:ea typeface="Meiryo UI" panose="020B0604030504040204" pitchFamily="50" charset="-128"/>
              </a:rPr>
              <a:t>週</a:t>
            </a:r>
          </a:p>
        </p:txBody>
      </p:sp>
      <p:sp>
        <p:nvSpPr>
          <p:cNvPr id="45" name="正方形/長方形 44">
            <a:extLst>
              <a:ext uri="{FF2B5EF4-FFF2-40B4-BE49-F238E27FC236}">
                <a16:creationId xmlns:a16="http://schemas.microsoft.com/office/drawing/2014/main" id="{D058390C-154F-9A43-F8D0-06A54210711E}"/>
              </a:ext>
            </a:extLst>
          </p:cNvPr>
          <p:cNvSpPr/>
          <p:nvPr/>
        </p:nvSpPr>
        <p:spPr>
          <a:xfrm flipH="1">
            <a:off x="7921034" y="2129064"/>
            <a:ext cx="792578" cy="353812"/>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dirty="0">
                <a:latin typeface="Meiryo UI" panose="020B0604030504040204" pitchFamily="50" charset="-128"/>
                <a:ea typeface="Meiryo UI" panose="020B0604030504040204" pitchFamily="50" charset="-128"/>
              </a:rPr>
              <a:t>2</a:t>
            </a:r>
            <a:r>
              <a:rPr lang="ja-JP" altLang="en-US" sz="1050" dirty="0">
                <a:latin typeface="Meiryo UI" panose="020B0604030504040204" pitchFamily="50" charset="-128"/>
                <a:ea typeface="Meiryo UI" panose="020B0604030504040204" pitchFamily="50" charset="-128"/>
              </a:rPr>
              <a:t>週</a:t>
            </a:r>
          </a:p>
        </p:txBody>
      </p:sp>
      <p:sp>
        <p:nvSpPr>
          <p:cNvPr id="49" name="正方形/長方形 48">
            <a:extLst>
              <a:ext uri="{FF2B5EF4-FFF2-40B4-BE49-F238E27FC236}">
                <a16:creationId xmlns:a16="http://schemas.microsoft.com/office/drawing/2014/main" id="{74401B27-CACB-EA00-E33F-F39581AA24B7}"/>
              </a:ext>
            </a:extLst>
          </p:cNvPr>
          <p:cNvSpPr/>
          <p:nvPr/>
        </p:nvSpPr>
        <p:spPr>
          <a:xfrm flipH="1">
            <a:off x="8809564" y="2129064"/>
            <a:ext cx="792578" cy="353812"/>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dirty="0">
                <a:latin typeface="Meiryo UI" panose="020B0604030504040204" pitchFamily="50" charset="-128"/>
                <a:ea typeface="Meiryo UI" panose="020B0604030504040204" pitchFamily="50" charset="-128"/>
              </a:rPr>
              <a:t>9</a:t>
            </a:r>
            <a:r>
              <a:rPr lang="ja-JP" altLang="en-US" sz="1050" dirty="0">
                <a:latin typeface="Meiryo UI" panose="020B0604030504040204" pitchFamily="50" charset="-128"/>
                <a:ea typeface="Meiryo UI" panose="020B0604030504040204" pitchFamily="50" charset="-128"/>
              </a:rPr>
              <a:t>週</a:t>
            </a:r>
          </a:p>
        </p:txBody>
      </p:sp>
      <p:sp>
        <p:nvSpPr>
          <p:cNvPr id="50" name="正方形/長方形 49">
            <a:extLst>
              <a:ext uri="{FF2B5EF4-FFF2-40B4-BE49-F238E27FC236}">
                <a16:creationId xmlns:a16="http://schemas.microsoft.com/office/drawing/2014/main" id="{569C5AA3-D6EB-6209-A9A4-D5CE7A66A52E}"/>
              </a:ext>
            </a:extLst>
          </p:cNvPr>
          <p:cNvSpPr/>
          <p:nvPr/>
        </p:nvSpPr>
        <p:spPr>
          <a:xfrm flipH="1">
            <a:off x="9698094" y="2129064"/>
            <a:ext cx="792578" cy="353812"/>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dirty="0">
                <a:latin typeface="Meiryo UI" panose="020B0604030504040204" pitchFamily="50" charset="-128"/>
                <a:ea typeface="Meiryo UI" panose="020B0604030504040204" pitchFamily="50" charset="-128"/>
              </a:rPr>
              <a:t>16</a:t>
            </a:r>
            <a:r>
              <a:rPr lang="ja-JP" altLang="en-US" sz="1050" dirty="0">
                <a:latin typeface="Meiryo UI" panose="020B0604030504040204" pitchFamily="50" charset="-128"/>
                <a:ea typeface="Meiryo UI" panose="020B0604030504040204" pitchFamily="50" charset="-128"/>
              </a:rPr>
              <a:t>週</a:t>
            </a:r>
          </a:p>
        </p:txBody>
      </p:sp>
      <p:sp>
        <p:nvSpPr>
          <p:cNvPr id="51" name="正方形/長方形 50">
            <a:extLst>
              <a:ext uri="{FF2B5EF4-FFF2-40B4-BE49-F238E27FC236}">
                <a16:creationId xmlns:a16="http://schemas.microsoft.com/office/drawing/2014/main" id="{12C0E3A9-2023-15AE-1CA9-A340ABF580D7}"/>
              </a:ext>
            </a:extLst>
          </p:cNvPr>
          <p:cNvSpPr/>
          <p:nvPr/>
        </p:nvSpPr>
        <p:spPr>
          <a:xfrm>
            <a:off x="813838" y="1816675"/>
            <a:ext cx="3457124" cy="25490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dirty="0">
                <a:latin typeface="Meiryo UI" panose="020B0604030504040204" pitchFamily="50" charset="-128"/>
                <a:ea typeface="Meiryo UI" panose="020B0604030504040204" pitchFamily="50" charset="-128"/>
              </a:rPr>
              <a:t>1</a:t>
            </a:r>
            <a:r>
              <a:rPr lang="ja-JP" altLang="en-US" sz="1400" dirty="0">
                <a:latin typeface="Meiryo UI" panose="020B0604030504040204" pitchFamily="50" charset="-128"/>
                <a:ea typeface="Meiryo UI" panose="020B0604030504040204" pitchFamily="50" charset="-128"/>
              </a:rPr>
              <a:t>月</a:t>
            </a:r>
          </a:p>
        </p:txBody>
      </p:sp>
      <p:sp>
        <p:nvSpPr>
          <p:cNvPr id="52" name="正方形/長方形 51">
            <a:extLst>
              <a:ext uri="{FF2B5EF4-FFF2-40B4-BE49-F238E27FC236}">
                <a16:creationId xmlns:a16="http://schemas.microsoft.com/office/drawing/2014/main" id="{B034C8C4-3994-1538-6363-89FE02FD7BFF}"/>
              </a:ext>
            </a:extLst>
          </p:cNvPr>
          <p:cNvSpPr/>
          <p:nvPr/>
        </p:nvSpPr>
        <p:spPr>
          <a:xfrm>
            <a:off x="4367693" y="1816675"/>
            <a:ext cx="3457382" cy="25490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dirty="0">
                <a:latin typeface="Meiryo UI" panose="020B0604030504040204" pitchFamily="50" charset="-128"/>
                <a:ea typeface="Meiryo UI" panose="020B0604030504040204" pitchFamily="50" charset="-128"/>
              </a:rPr>
              <a:t>2</a:t>
            </a:r>
            <a:r>
              <a:rPr lang="ja-JP" altLang="en-US" sz="1400" dirty="0">
                <a:latin typeface="Meiryo UI" panose="020B0604030504040204" pitchFamily="50" charset="-128"/>
                <a:ea typeface="Meiryo UI" panose="020B0604030504040204" pitchFamily="50" charset="-128"/>
              </a:rPr>
              <a:t>月</a:t>
            </a:r>
          </a:p>
        </p:txBody>
      </p:sp>
      <p:sp>
        <p:nvSpPr>
          <p:cNvPr id="53" name="正方形/長方形 52">
            <a:extLst>
              <a:ext uri="{FF2B5EF4-FFF2-40B4-BE49-F238E27FC236}">
                <a16:creationId xmlns:a16="http://schemas.microsoft.com/office/drawing/2014/main" id="{678CA6E7-5060-473D-C2EA-A3FF97D06DA3}"/>
              </a:ext>
            </a:extLst>
          </p:cNvPr>
          <p:cNvSpPr/>
          <p:nvPr/>
        </p:nvSpPr>
        <p:spPr>
          <a:xfrm>
            <a:off x="7921807" y="1816675"/>
            <a:ext cx="3457391" cy="25490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dirty="0">
                <a:latin typeface="Meiryo UI" panose="020B0604030504040204" pitchFamily="50" charset="-128"/>
                <a:ea typeface="Meiryo UI" panose="020B0604030504040204" pitchFamily="50" charset="-128"/>
              </a:rPr>
              <a:t>3</a:t>
            </a:r>
            <a:r>
              <a:rPr lang="ja-JP" altLang="en-US" sz="1400" dirty="0">
                <a:latin typeface="Meiryo UI" panose="020B0604030504040204" pitchFamily="50" charset="-128"/>
                <a:ea typeface="Meiryo UI" panose="020B0604030504040204" pitchFamily="50" charset="-128"/>
              </a:rPr>
              <a:t>月</a:t>
            </a:r>
          </a:p>
        </p:txBody>
      </p:sp>
      <p:sp>
        <p:nvSpPr>
          <p:cNvPr id="54" name="正方形/長方形 53">
            <a:extLst>
              <a:ext uri="{FF2B5EF4-FFF2-40B4-BE49-F238E27FC236}">
                <a16:creationId xmlns:a16="http://schemas.microsoft.com/office/drawing/2014/main" id="{F3CC1E24-4ED3-56FE-CB1B-C7C5F0E9917B}"/>
              </a:ext>
            </a:extLst>
          </p:cNvPr>
          <p:cNvSpPr/>
          <p:nvPr/>
        </p:nvSpPr>
        <p:spPr>
          <a:xfrm flipH="1">
            <a:off x="10586619" y="2129064"/>
            <a:ext cx="792578" cy="353812"/>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dirty="0">
                <a:latin typeface="Meiryo UI" panose="020B0604030504040204" pitchFamily="50" charset="-128"/>
                <a:ea typeface="Meiryo UI" panose="020B0604030504040204" pitchFamily="50" charset="-128"/>
              </a:rPr>
              <a:t>23</a:t>
            </a:r>
            <a:r>
              <a:rPr lang="ja-JP" altLang="en-US" sz="1050" dirty="0">
                <a:latin typeface="Meiryo UI" panose="020B0604030504040204" pitchFamily="50" charset="-128"/>
                <a:ea typeface="Meiryo UI" panose="020B0604030504040204" pitchFamily="50" charset="-128"/>
              </a:rPr>
              <a:t>週</a:t>
            </a:r>
          </a:p>
        </p:txBody>
      </p:sp>
      <p:sp>
        <p:nvSpPr>
          <p:cNvPr id="55" name="正方形/長方形 54">
            <a:extLst>
              <a:ext uri="{FF2B5EF4-FFF2-40B4-BE49-F238E27FC236}">
                <a16:creationId xmlns:a16="http://schemas.microsoft.com/office/drawing/2014/main" id="{1C303F9B-9514-B790-5CC8-EE12D3F83CCE}"/>
              </a:ext>
            </a:extLst>
          </p:cNvPr>
          <p:cNvSpPr/>
          <p:nvPr/>
        </p:nvSpPr>
        <p:spPr>
          <a:xfrm flipH="1">
            <a:off x="812791" y="2540361"/>
            <a:ext cx="792577" cy="3188842"/>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latin typeface="Meiryo UI" panose="020B0604030504040204" pitchFamily="50" charset="-128"/>
              <a:ea typeface="Meiryo UI" panose="020B0604030504040204" pitchFamily="50" charset="-128"/>
            </a:endParaRPr>
          </a:p>
        </p:txBody>
      </p:sp>
      <p:sp>
        <p:nvSpPr>
          <p:cNvPr id="56" name="正方形/長方形 55">
            <a:extLst>
              <a:ext uri="{FF2B5EF4-FFF2-40B4-BE49-F238E27FC236}">
                <a16:creationId xmlns:a16="http://schemas.microsoft.com/office/drawing/2014/main" id="{31279EF3-7361-E6E9-8FEC-52A9A1750BE9}"/>
              </a:ext>
            </a:extLst>
          </p:cNvPr>
          <p:cNvSpPr/>
          <p:nvPr/>
        </p:nvSpPr>
        <p:spPr>
          <a:xfrm>
            <a:off x="812795" y="1522239"/>
            <a:ext cx="10566402" cy="25490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dirty="0">
                <a:latin typeface="Meiryo UI" panose="020B0604030504040204" pitchFamily="50" charset="-128"/>
                <a:ea typeface="Meiryo UI" panose="020B0604030504040204" pitchFamily="50" charset="-128"/>
              </a:rPr>
              <a:t>2026</a:t>
            </a:r>
            <a:endParaRPr lang="ja-JP" altLang="en-US" sz="1400" dirty="0">
              <a:latin typeface="Meiryo UI" panose="020B0604030504040204" pitchFamily="50" charset="-128"/>
              <a:ea typeface="Meiryo UI" panose="020B0604030504040204" pitchFamily="50" charset="-128"/>
            </a:endParaRPr>
          </a:p>
        </p:txBody>
      </p:sp>
      <p:sp>
        <p:nvSpPr>
          <p:cNvPr id="57" name="テキスト ボックス 56">
            <a:extLst>
              <a:ext uri="{FF2B5EF4-FFF2-40B4-BE49-F238E27FC236}">
                <a16:creationId xmlns:a16="http://schemas.microsoft.com/office/drawing/2014/main" id="{C0D59312-271B-A4FD-2DB8-157B956B5961}"/>
              </a:ext>
            </a:extLst>
          </p:cNvPr>
          <p:cNvSpPr txBox="1"/>
          <p:nvPr/>
        </p:nvSpPr>
        <p:spPr>
          <a:xfrm>
            <a:off x="841482" y="5729203"/>
            <a:ext cx="10566399" cy="600164"/>
          </a:xfrm>
          <a:prstGeom prst="rect">
            <a:avLst/>
          </a:prstGeom>
          <a:noFill/>
        </p:spPr>
        <p:txBody>
          <a:bodyPr wrap="square">
            <a:spAutoFit/>
          </a:bodyPr>
          <a:lstStyle/>
          <a:p>
            <a:r>
              <a:rPr lang="en-US" altLang="ja-JP" sz="1100" b="1" dirty="0">
                <a:latin typeface="Meiryo UI" panose="020B0604030504040204" pitchFamily="50" charset="-128"/>
                <a:ea typeface="Meiryo UI" panose="020B0604030504040204" pitchFamily="50" charset="-128"/>
              </a:rPr>
              <a:t>【</a:t>
            </a:r>
            <a:r>
              <a:rPr lang="ja-JP" altLang="en-US" sz="1100" b="1" dirty="0">
                <a:latin typeface="Meiryo UI" panose="020B0604030504040204" pitchFamily="50" charset="-128"/>
                <a:ea typeface="Meiryo UI" panose="020B0604030504040204" pitchFamily="50" charset="-128"/>
              </a:rPr>
              <a:t>留意事項</a:t>
            </a:r>
            <a:r>
              <a:rPr lang="en-US" altLang="ja-JP" sz="1100" b="1" dirty="0">
                <a:latin typeface="Meiryo UI" panose="020B0604030504040204" pitchFamily="50" charset="-128"/>
                <a:ea typeface="Meiryo UI" panose="020B0604030504040204" pitchFamily="50" charset="-128"/>
              </a:rPr>
              <a:t>】</a:t>
            </a:r>
          </a:p>
          <a:p>
            <a:r>
              <a:rPr lang="ja-JP" altLang="en-US" sz="1100" b="1" dirty="0">
                <a:latin typeface="Meiryo UI" panose="020B0604030504040204" pitchFamily="50" charset="-128"/>
                <a:ea typeface="Meiryo UI" panose="020B0604030504040204" pitchFamily="50" charset="-128"/>
              </a:rPr>
              <a:t>・</a:t>
            </a:r>
            <a:r>
              <a:rPr lang="en-US" altLang="ja-JP" sz="1100" b="1" dirty="0">
                <a:latin typeface="Meiryo UI" panose="020B0604030504040204" pitchFamily="50" charset="-128"/>
                <a:ea typeface="Meiryo UI" panose="020B0604030504040204" pitchFamily="50" charset="-128"/>
              </a:rPr>
              <a:t>As-Is</a:t>
            </a:r>
            <a:r>
              <a:rPr lang="ja-JP" altLang="en-US" sz="1100" b="1" dirty="0">
                <a:latin typeface="Meiryo UI" panose="020B0604030504040204" pitchFamily="50" charset="-128"/>
                <a:ea typeface="Meiryo UI" panose="020B0604030504040204" pitchFamily="50" charset="-128"/>
              </a:rPr>
              <a:t>調査の結果により、</a:t>
            </a:r>
            <a:r>
              <a:rPr lang="en-US" altLang="ja-JP" sz="1100" b="1" dirty="0">
                <a:latin typeface="Meiryo UI" panose="020B0604030504040204" pitchFamily="50" charset="-128"/>
                <a:ea typeface="Meiryo UI" panose="020B0604030504040204" pitchFamily="50" charset="-128"/>
              </a:rPr>
              <a:t>Phase2</a:t>
            </a:r>
            <a:r>
              <a:rPr lang="ja-JP" altLang="en-US" sz="1100" b="1" dirty="0">
                <a:latin typeface="Meiryo UI" panose="020B0604030504040204" pitchFamily="50" charset="-128"/>
                <a:ea typeface="Meiryo UI" panose="020B0604030504040204" pitchFamily="50" charset="-128"/>
              </a:rPr>
              <a:t>以降の検討内容や優先順位が変動する可能性があります。</a:t>
            </a:r>
          </a:p>
          <a:p>
            <a:r>
              <a:rPr lang="ja-JP" altLang="en-US" sz="1100" b="1" dirty="0">
                <a:latin typeface="Meiryo UI" panose="020B0604030504040204" pitchFamily="50" charset="-128"/>
                <a:ea typeface="Meiryo UI" panose="020B0604030504040204" pitchFamily="50" charset="-128"/>
              </a:rPr>
              <a:t>・</a:t>
            </a:r>
            <a:r>
              <a:rPr lang="en-US" altLang="ja-JP" sz="1100" b="1" dirty="0">
                <a:latin typeface="Meiryo UI" panose="020B0604030504040204" pitchFamily="50" charset="-128"/>
                <a:ea typeface="Meiryo UI" panose="020B0604030504040204" pitchFamily="50" charset="-128"/>
              </a:rPr>
              <a:t>3</a:t>
            </a:r>
            <a:r>
              <a:rPr lang="ja-JP" altLang="en-US" sz="1100" b="1" dirty="0">
                <a:latin typeface="Meiryo UI" panose="020B0604030504040204" pitchFamily="50" charset="-128"/>
                <a:ea typeface="Meiryo UI" panose="020B0604030504040204" pitchFamily="50" charset="-128"/>
              </a:rPr>
              <a:t>月</a:t>
            </a:r>
            <a:r>
              <a:rPr lang="en-US" altLang="ja-JP" sz="1100" b="1" dirty="0">
                <a:latin typeface="Meiryo UI" panose="020B0604030504040204" pitchFamily="50" charset="-128"/>
                <a:ea typeface="Meiryo UI" panose="020B0604030504040204" pitchFamily="50" charset="-128"/>
              </a:rPr>
              <a:t>20</a:t>
            </a:r>
            <a:r>
              <a:rPr lang="ja-JP" altLang="en-US" sz="1100" b="1" dirty="0">
                <a:latin typeface="Meiryo UI" panose="020B0604030504040204" pitchFamily="50" charset="-128"/>
                <a:ea typeface="Meiryo UI" panose="020B0604030504040204" pitchFamily="50" charset="-128"/>
              </a:rPr>
              <a:t>日の納期厳守を目指しますが、追加要件の発生状況によってはスケジュール調整が必要になる可能性がある点を予めご了承ください。</a:t>
            </a:r>
          </a:p>
        </p:txBody>
      </p:sp>
      <p:sp>
        <p:nvSpPr>
          <p:cNvPr id="58" name="正方形/長方形 57">
            <a:extLst>
              <a:ext uri="{FF2B5EF4-FFF2-40B4-BE49-F238E27FC236}">
                <a16:creationId xmlns:a16="http://schemas.microsoft.com/office/drawing/2014/main" id="{A24597E8-5832-CE38-C8F1-CF4F495AD5FB}"/>
              </a:ext>
            </a:extLst>
          </p:cNvPr>
          <p:cNvSpPr/>
          <p:nvPr/>
        </p:nvSpPr>
        <p:spPr>
          <a:xfrm flipH="1">
            <a:off x="10586616" y="2516393"/>
            <a:ext cx="772173" cy="3212805"/>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5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4744800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A6515-DA99-5C64-EDAF-F8C325D0AE6B}"/>
            </a:ext>
          </a:extLst>
        </p:cNvPr>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A78D2E8E-0951-B775-807A-C9B9C0A0375F}"/>
              </a:ext>
            </a:extLst>
          </p:cNvPr>
          <p:cNvSpPr>
            <a:spLocks noGrp="1"/>
          </p:cNvSpPr>
          <p:nvPr>
            <p:ph type="body" sz="quarter" idx="15"/>
          </p:nvPr>
        </p:nvSpPr>
        <p:spPr>
          <a:xfrm>
            <a:off x="390525" y="918785"/>
            <a:ext cx="10988675" cy="707451"/>
          </a:xfrm>
        </p:spPr>
        <p:txBody>
          <a:bodyPr/>
          <a:lstStyle/>
          <a:p>
            <a:pPr marL="0" indent="0">
              <a:buNone/>
            </a:pPr>
            <a:r>
              <a:rPr lang="en-US" altLang="ja-JP" sz="1800" dirty="0">
                <a:latin typeface="Meiryo UI" panose="020B0604030504040204" pitchFamily="50" charset="-128"/>
                <a:ea typeface="Meiryo UI" panose="020B0604030504040204" pitchFamily="50" charset="-128"/>
              </a:rPr>
              <a:t>2026</a:t>
            </a:r>
            <a:r>
              <a:rPr lang="ja-JP" altLang="en-US" sz="1800" dirty="0">
                <a:latin typeface="Meiryo UI" panose="020B0604030504040204" pitchFamily="50" charset="-128"/>
                <a:ea typeface="Meiryo UI" panose="020B0604030504040204" pitchFamily="50" charset="-128"/>
              </a:rPr>
              <a:t>年</a:t>
            </a:r>
            <a:r>
              <a:rPr lang="en-US" altLang="ja-JP" sz="1800" dirty="0">
                <a:latin typeface="Meiryo UI" panose="020B0604030504040204" pitchFamily="50" charset="-128"/>
                <a:ea typeface="Meiryo UI" panose="020B0604030504040204" pitchFamily="50" charset="-128"/>
              </a:rPr>
              <a:t>1</a:t>
            </a:r>
            <a:r>
              <a:rPr lang="ja-JP" altLang="en-US" sz="1800" dirty="0">
                <a:latin typeface="Meiryo UI" panose="020B0604030504040204" pitchFamily="50" charset="-128"/>
                <a:ea typeface="Meiryo UI" panose="020B0604030504040204" pitchFamily="50" charset="-128"/>
              </a:rPr>
              <a:t>月</a:t>
            </a:r>
            <a:r>
              <a:rPr lang="en-US" altLang="ja-JP" sz="1800" dirty="0">
                <a:latin typeface="Meiryo UI" panose="020B0604030504040204" pitchFamily="50" charset="-128"/>
                <a:ea typeface="Meiryo UI" panose="020B0604030504040204" pitchFamily="50" charset="-128"/>
              </a:rPr>
              <a:t>12</a:t>
            </a:r>
            <a:r>
              <a:rPr lang="ja-JP" altLang="en-US" sz="1800" dirty="0">
                <a:latin typeface="Meiryo UI" panose="020B0604030504040204" pitchFamily="50" charset="-128"/>
                <a:ea typeface="Meiryo UI" panose="020B0604030504040204" pitchFamily="50" charset="-128"/>
              </a:rPr>
              <a:t>日の開始から</a:t>
            </a:r>
            <a:r>
              <a:rPr lang="en-US" altLang="ja-JP" sz="1800" dirty="0">
                <a:latin typeface="Meiryo UI" panose="020B0604030504040204" pitchFamily="50" charset="-128"/>
                <a:ea typeface="Meiryo UI" panose="020B0604030504040204" pitchFamily="50" charset="-128"/>
              </a:rPr>
              <a:t>3</a:t>
            </a:r>
            <a:r>
              <a:rPr lang="ja-JP" altLang="en-US" sz="1800" dirty="0">
                <a:latin typeface="Meiryo UI" panose="020B0604030504040204" pitchFamily="50" charset="-128"/>
                <a:ea typeface="Meiryo UI" panose="020B0604030504040204" pitchFamily="50" charset="-128"/>
              </a:rPr>
              <a:t>月第</a:t>
            </a:r>
            <a:r>
              <a:rPr lang="en-US" altLang="ja-JP" sz="1800" dirty="0">
                <a:latin typeface="Meiryo UI" panose="020B0604030504040204" pitchFamily="50" charset="-128"/>
                <a:ea typeface="Meiryo UI" panose="020B0604030504040204" pitchFamily="50" charset="-128"/>
              </a:rPr>
              <a:t>3</a:t>
            </a:r>
            <a:r>
              <a:rPr lang="ja-JP" altLang="en-US" sz="1800" dirty="0">
                <a:latin typeface="Meiryo UI" panose="020B0604030504040204" pitchFamily="50" charset="-128"/>
                <a:ea typeface="Meiryo UI" panose="020B0604030504040204" pitchFamily="50" charset="-128"/>
              </a:rPr>
              <a:t>週（</a:t>
            </a:r>
            <a:r>
              <a:rPr lang="en-US" altLang="ja-JP" sz="1800" dirty="0">
                <a:latin typeface="Meiryo UI" panose="020B0604030504040204" pitchFamily="50" charset="-128"/>
                <a:ea typeface="Meiryo UI" panose="020B0604030504040204" pitchFamily="50" charset="-128"/>
              </a:rPr>
              <a:t>3/16</a:t>
            </a:r>
            <a:r>
              <a:rPr lang="ja-JP" altLang="en-US" sz="1800" dirty="0">
                <a:latin typeface="Meiryo UI" panose="020B0604030504040204" pitchFamily="50" charset="-128"/>
                <a:ea typeface="Meiryo UI" panose="020B0604030504040204" pitchFamily="50" charset="-128"/>
              </a:rPr>
              <a:t>週）の取りまとめまで、比較的タイトな日程での推進となりますため、各マイルストーンでのレビュー・ご承認を計画的にいただけますよう、進め方をご相談申し上げます。</a:t>
            </a:r>
            <a:endParaRPr kumimoji="1" lang="ja-JP" altLang="en-US" sz="1800" dirty="0">
              <a:latin typeface="Meiryo UI" panose="020B0604030504040204" pitchFamily="50" charset="-128"/>
              <a:ea typeface="Meiryo UI" panose="020B0604030504040204" pitchFamily="50" charset="-128"/>
            </a:endParaRPr>
          </a:p>
        </p:txBody>
      </p:sp>
      <p:sp>
        <p:nvSpPr>
          <p:cNvPr id="3" name="タイトル 2">
            <a:extLst>
              <a:ext uri="{FF2B5EF4-FFF2-40B4-BE49-F238E27FC236}">
                <a16:creationId xmlns:a16="http://schemas.microsoft.com/office/drawing/2014/main" id="{A6DB31DE-F680-CBE0-7AAE-2E2F8BC71A5A}"/>
              </a:ext>
            </a:extLst>
          </p:cNvPr>
          <p:cNvSpPr>
            <a:spLocks noGrp="1"/>
          </p:cNvSpPr>
          <p:nvPr>
            <p:ph type="title"/>
          </p:nvPr>
        </p:nvSpPr>
        <p:spPr/>
        <p:txBody>
          <a:bodyPr/>
          <a:lstStyle/>
          <a:p>
            <a:r>
              <a:rPr lang="ja-JP" altLang="en-US" dirty="0">
                <a:latin typeface="Meiryo UI" panose="020B0604030504040204" pitchFamily="50" charset="-128"/>
                <a:ea typeface="Meiryo UI" panose="020B0604030504040204" pitchFamily="50" charset="-128"/>
              </a:rPr>
              <a:t>全体スケジュール・</a:t>
            </a:r>
            <a:r>
              <a:rPr lang="en-US" altLang="ja-JP" dirty="0">
                <a:latin typeface="Meiryo UI" panose="020B0604030504040204" pitchFamily="50" charset="-128"/>
                <a:ea typeface="Meiryo UI" panose="020B0604030504040204" pitchFamily="50" charset="-128"/>
              </a:rPr>
              <a:t>WBS</a:t>
            </a:r>
            <a:endParaRPr kumimoji="1" lang="ja-JP" altLang="en-US" dirty="0">
              <a:latin typeface="Meiryo UI" panose="020B0604030504040204" pitchFamily="50" charset="-128"/>
              <a:ea typeface="Meiryo UI" panose="020B0604030504040204" pitchFamily="50" charset="-128"/>
            </a:endParaRPr>
          </a:p>
        </p:txBody>
      </p:sp>
      <p:graphicFrame>
        <p:nvGraphicFramePr>
          <p:cNvPr id="4" name="表 3">
            <a:extLst>
              <a:ext uri="{FF2B5EF4-FFF2-40B4-BE49-F238E27FC236}">
                <a16:creationId xmlns:a16="http://schemas.microsoft.com/office/drawing/2014/main" id="{844099A9-40A5-091B-51D3-4525BA92F543}"/>
              </a:ext>
            </a:extLst>
          </p:cNvPr>
          <p:cNvGraphicFramePr>
            <a:graphicFrameLocks noGrp="1"/>
          </p:cNvGraphicFramePr>
          <p:nvPr>
            <p:extLst>
              <p:ext uri="{D42A27DB-BD31-4B8C-83A1-F6EECF244321}">
                <p14:modId xmlns:p14="http://schemas.microsoft.com/office/powerpoint/2010/main" val="3852741407"/>
              </p:ext>
            </p:extLst>
          </p:nvPr>
        </p:nvGraphicFramePr>
        <p:xfrm>
          <a:off x="812803" y="1780465"/>
          <a:ext cx="10566397" cy="4254362"/>
        </p:xfrm>
        <a:graphic>
          <a:graphicData uri="http://schemas.openxmlformats.org/drawingml/2006/table">
            <a:tbl>
              <a:tblPr/>
              <a:tblGrid>
                <a:gridCol w="1883430">
                  <a:extLst>
                    <a:ext uri="{9D8B030D-6E8A-4147-A177-3AD203B41FA5}">
                      <a16:colId xmlns:a16="http://schemas.microsoft.com/office/drawing/2014/main" val="3467447710"/>
                    </a:ext>
                  </a:extLst>
                </a:gridCol>
                <a:gridCol w="2084443">
                  <a:extLst>
                    <a:ext uri="{9D8B030D-6E8A-4147-A177-3AD203B41FA5}">
                      <a16:colId xmlns:a16="http://schemas.microsoft.com/office/drawing/2014/main" val="2521912959"/>
                    </a:ext>
                  </a:extLst>
                </a:gridCol>
                <a:gridCol w="549877">
                  <a:extLst>
                    <a:ext uri="{9D8B030D-6E8A-4147-A177-3AD203B41FA5}">
                      <a16:colId xmlns:a16="http://schemas.microsoft.com/office/drawing/2014/main" val="3305106038"/>
                    </a:ext>
                  </a:extLst>
                </a:gridCol>
                <a:gridCol w="549877">
                  <a:extLst>
                    <a:ext uri="{9D8B030D-6E8A-4147-A177-3AD203B41FA5}">
                      <a16:colId xmlns:a16="http://schemas.microsoft.com/office/drawing/2014/main" val="518626523"/>
                    </a:ext>
                  </a:extLst>
                </a:gridCol>
                <a:gridCol w="549877">
                  <a:extLst>
                    <a:ext uri="{9D8B030D-6E8A-4147-A177-3AD203B41FA5}">
                      <a16:colId xmlns:a16="http://schemas.microsoft.com/office/drawing/2014/main" val="154507700"/>
                    </a:ext>
                  </a:extLst>
                </a:gridCol>
                <a:gridCol w="549877">
                  <a:extLst>
                    <a:ext uri="{9D8B030D-6E8A-4147-A177-3AD203B41FA5}">
                      <a16:colId xmlns:a16="http://schemas.microsoft.com/office/drawing/2014/main" val="2365951487"/>
                    </a:ext>
                  </a:extLst>
                </a:gridCol>
                <a:gridCol w="549877">
                  <a:extLst>
                    <a:ext uri="{9D8B030D-6E8A-4147-A177-3AD203B41FA5}">
                      <a16:colId xmlns:a16="http://schemas.microsoft.com/office/drawing/2014/main" val="2700734399"/>
                    </a:ext>
                  </a:extLst>
                </a:gridCol>
                <a:gridCol w="549877">
                  <a:extLst>
                    <a:ext uri="{9D8B030D-6E8A-4147-A177-3AD203B41FA5}">
                      <a16:colId xmlns:a16="http://schemas.microsoft.com/office/drawing/2014/main" val="2206949477"/>
                    </a:ext>
                  </a:extLst>
                </a:gridCol>
                <a:gridCol w="549877">
                  <a:extLst>
                    <a:ext uri="{9D8B030D-6E8A-4147-A177-3AD203B41FA5}">
                      <a16:colId xmlns:a16="http://schemas.microsoft.com/office/drawing/2014/main" val="534976335"/>
                    </a:ext>
                  </a:extLst>
                </a:gridCol>
                <a:gridCol w="549877">
                  <a:extLst>
                    <a:ext uri="{9D8B030D-6E8A-4147-A177-3AD203B41FA5}">
                      <a16:colId xmlns:a16="http://schemas.microsoft.com/office/drawing/2014/main" val="3039706700"/>
                    </a:ext>
                  </a:extLst>
                </a:gridCol>
                <a:gridCol w="549877">
                  <a:extLst>
                    <a:ext uri="{9D8B030D-6E8A-4147-A177-3AD203B41FA5}">
                      <a16:colId xmlns:a16="http://schemas.microsoft.com/office/drawing/2014/main" val="383437889"/>
                    </a:ext>
                  </a:extLst>
                </a:gridCol>
                <a:gridCol w="549877">
                  <a:extLst>
                    <a:ext uri="{9D8B030D-6E8A-4147-A177-3AD203B41FA5}">
                      <a16:colId xmlns:a16="http://schemas.microsoft.com/office/drawing/2014/main" val="780750061"/>
                    </a:ext>
                  </a:extLst>
                </a:gridCol>
                <a:gridCol w="549877">
                  <a:extLst>
                    <a:ext uri="{9D8B030D-6E8A-4147-A177-3AD203B41FA5}">
                      <a16:colId xmlns:a16="http://schemas.microsoft.com/office/drawing/2014/main" val="3175478346"/>
                    </a:ext>
                  </a:extLst>
                </a:gridCol>
                <a:gridCol w="549877">
                  <a:extLst>
                    <a:ext uri="{9D8B030D-6E8A-4147-A177-3AD203B41FA5}">
                      <a16:colId xmlns:a16="http://schemas.microsoft.com/office/drawing/2014/main" val="3820849156"/>
                    </a:ext>
                  </a:extLst>
                </a:gridCol>
              </a:tblGrid>
              <a:tr h="263354">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1100" b="0" i="0" u="none" strike="noStrike" dirty="0">
                          <a:solidFill>
                            <a:schemeClr val="bg1"/>
                          </a:solidFill>
                          <a:effectLst/>
                          <a:latin typeface="Meiryo UI" panose="020B0604030504040204" pitchFamily="50" charset="-128"/>
                          <a:ea typeface="Meiryo UI" panose="020B0604030504040204" pitchFamily="50" charset="-128"/>
                        </a:rPr>
                        <a:t>　</a:t>
                      </a:r>
                    </a:p>
                  </a:txBody>
                  <a:tcPr marL="7064" marR="7064" marT="7064"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fontAlgn="ctr"/>
                      <a:endParaRPr lang="ja-JP" altLang="en-US" sz="1100" b="0" i="0" u="none" strike="noStrike" dirty="0">
                        <a:solidFill>
                          <a:schemeClr val="bg1"/>
                        </a:solidFill>
                        <a:effectLst/>
                        <a:latin typeface="Meiryo UI" panose="020B0604030504040204" pitchFamily="50" charset="-128"/>
                        <a:ea typeface="Meiryo UI" panose="020B0604030504040204" pitchFamily="50" charset="-128"/>
                      </a:endParaRPr>
                    </a:p>
                  </a:txBody>
                  <a:tcPr marL="7064" marR="7064" marT="7064"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gridSpan="4">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rtl="0" fontAlgn="ctr"/>
                      <a:r>
                        <a:rPr lang="en-US" altLang="ja-JP" sz="900" b="1" i="0" u="none" strike="noStrike" dirty="0">
                          <a:solidFill>
                            <a:schemeClr val="bg1"/>
                          </a:solidFill>
                          <a:effectLst/>
                          <a:latin typeface="Meiryo UI" panose="020B0604030504040204" pitchFamily="50" charset="-128"/>
                          <a:ea typeface="Meiryo UI" panose="020B0604030504040204" pitchFamily="50" charset="-128"/>
                        </a:rPr>
                        <a:t>1</a:t>
                      </a:r>
                      <a:r>
                        <a:rPr lang="ja-JP" altLang="en-US" sz="900" b="1" i="0" u="none" strike="noStrike" dirty="0">
                          <a:solidFill>
                            <a:schemeClr val="bg1"/>
                          </a:solidFill>
                          <a:effectLst/>
                          <a:latin typeface="Meiryo UI" panose="020B0604030504040204" pitchFamily="50" charset="-128"/>
                          <a:ea typeface="Meiryo UI" panose="020B0604030504040204" pitchFamily="50" charset="-128"/>
                        </a:rPr>
                        <a:t>月</a:t>
                      </a:r>
                    </a:p>
                  </a:txBody>
                  <a:tcPr marL="7064" marR="7064" marT="7064"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4">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rtl="0" fontAlgn="ctr"/>
                      <a:r>
                        <a:rPr lang="en-US" altLang="ja-JP" sz="900" b="1" i="0" u="none" strike="noStrike" dirty="0">
                          <a:solidFill>
                            <a:schemeClr val="bg1"/>
                          </a:solidFill>
                          <a:effectLst/>
                          <a:latin typeface="Meiryo UI" panose="020B0604030504040204" pitchFamily="50" charset="-128"/>
                          <a:ea typeface="Meiryo UI" panose="020B0604030504040204" pitchFamily="50" charset="-128"/>
                        </a:rPr>
                        <a:t>2</a:t>
                      </a:r>
                      <a:r>
                        <a:rPr lang="ja-JP" altLang="en-US" sz="900" b="1" i="0" u="none" strike="noStrike" dirty="0">
                          <a:solidFill>
                            <a:schemeClr val="bg1"/>
                          </a:solidFill>
                          <a:effectLst/>
                          <a:latin typeface="Meiryo UI" panose="020B0604030504040204" pitchFamily="50" charset="-128"/>
                          <a:ea typeface="Meiryo UI" panose="020B0604030504040204" pitchFamily="50" charset="-128"/>
                        </a:rPr>
                        <a:t>月</a:t>
                      </a:r>
                    </a:p>
                  </a:txBody>
                  <a:tcPr marL="7064" marR="7064" marT="7064"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4">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rtl="0" fontAlgn="ctr"/>
                      <a:r>
                        <a:rPr lang="en-US" altLang="ja-JP" sz="900" b="1" i="0" u="none" strike="noStrike" dirty="0">
                          <a:solidFill>
                            <a:schemeClr val="bg1"/>
                          </a:solidFill>
                          <a:effectLst/>
                          <a:latin typeface="Meiryo UI" panose="020B0604030504040204" pitchFamily="50" charset="-128"/>
                          <a:ea typeface="Meiryo UI" panose="020B0604030504040204" pitchFamily="50" charset="-128"/>
                        </a:rPr>
                        <a:t>3</a:t>
                      </a:r>
                      <a:r>
                        <a:rPr lang="ja-JP" altLang="en-US" sz="900" b="1" i="0" u="none" strike="noStrike" dirty="0">
                          <a:solidFill>
                            <a:schemeClr val="bg1"/>
                          </a:solidFill>
                          <a:effectLst/>
                          <a:latin typeface="Meiryo UI" panose="020B0604030504040204" pitchFamily="50" charset="-128"/>
                          <a:ea typeface="Meiryo UI" panose="020B0604030504040204" pitchFamily="50" charset="-128"/>
                        </a:rPr>
                        <a:t>月</a:t>
                      </a:r>
                    </a:p>
                  </a:txBody>
                  <a:tcPr marL="7064" marR="7064" marT="7064"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2593591408"/>
                  </a:ext>
                </a:extLst>
              </a:tr>
              <a:tr h="263354">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l" fontAlgn="ctr"/>
                      <a:r>
                        <a:rPr lang="ja-JP" altLang="en-US" sz="900" b="1" i="0" u="none" strike="noStrike" dirty="0">
                          <a:solidFill>
                            <a:schemeClr val="bg1"/>
                          </a:solidFill>
                          <a:effectLst/>
                          <a:latin typeface="Meiryo UI" panose="020B0604030504040204" pitchFamily="50" charset="-128"/>
                          <a:ea typeface="Meiryo UI" panose="020B0604030504040204" pitchFamily="50" charset="-128"/>
                        </a:rPr>
                        <a:t>主要実施事項</a:t>
                      </a:r>
                    </a:p>
                  </a:txBody>
                  <a:tcPr marL="7064" marR="7064" marT="7064"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l" fontAlgn="ctr"/>
                      <a:r>
                        <a:rPr lang="ja-JP" altLang="en-US" sz="900" b="1" i="0" u="none" strike="noStrike" dirty="0">
                          <a:solidFill>
                            <a:schemeClr val="bg1"/>
                          </a:solidFill>
                          <a:effectLst/>
                          <a:latin typeface="Meiryo UI" panose="020B0604030504040204" pitchFamily="50" charset="-128"/>
                          <a:ea typeface="Meiryo UI" panose="020B0604030504040204" pitchFamily="50" charset="-128"/>
                        </a:rPr>
                        <a:t>想定作成物</a:t>
                      </a:r>
                    </a:p>
                  </a:txBody>
                  <a:tcPr marL="7064" marR="7064" marT="7064"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rtl="0" fontAlgn="ctr"/>
                      <a:r>
                        <a:rPr lang="en-US" altLang="ja-JP" sz="900" b="0" i="0" u="none" strike="noStrike" dirty="0">
                          <a:solidFill>
                            <a:schemeClr val="bg1"/>
                          </a:solidFill>
                          <a:effectLst/>
                          <a:latin typeface="Meiryo UI" panose="020B0604030504040204" pitchFamily="50" charset="-128"/>
                          <a:ea typeface="Meiryo UI" panose="020B0604030504040204" pitchFamily="50" charset="-128"/>
                        </a:rPr>
                        <a:t>5</a:t>
                      </a:r>
                      <a:r>
                        <a:rPr lang="ja-JP" altLang="en-US" sz="900" b="0" i="0" u="none" strike="noStrike" dirty="0">
                          <a:solidFill>
                            <a:schemeClr val="bg1"/>
                          </a:solidFill>
                          <a:effectLst/>
                          <a:latin typeface="Meiryo UI" panose="020B0604030504040204" pitchFamily="50" charset="-128"/>
                          <a:ea typeface="Meiryo UI" panose="020B0604030504040204" pitchFamily="50" charset="-128"/>
                        </a:rPr>
                        <a:t>週</a:t>
                      </a:r>
                    </a:p>
                  </a:txBody>
                  <a:tcPr marL="7064" marR="7064" marT="7064"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rtl="0" fontAlgn="ctr"/>
                      <a:r>
                        <a:rPr lang="en-US" altLang="ja-JP" sz="900" b="0" i="0" u="none" strike="noStrike" dirty="0">
                          <a:solidFill>
                            <a:schemeClr val="bg1"/>
                          </a:solidFill>
                          <a:effectLst/>
                          <a:latin typeface="Meiryo UI" panose="020B0604030504040204" pitchFamily="50" charset="-128"/>
                          <a:ea typeface="Meiryo UI" panose="020B0604030504040204" pitchFamily="50" charset="-128"/>
                        </a:rPr>
                        <a:t>12</a:t>
                      </a:r>
                      <a:r>
                        <a:rPr lang="ja-JP" altLang="en-US" sz="900" b="0" i="0" u="none" strike="noStrike" dirty="0">
                          <a:solidFill>
                            <a:schemeClr val="bg1"/>
                          </a:solidFill>
                          <a:effectLst/>
                          <a:latin typeface="Meiryo UI" panose="020B0604030504040204" pitchFamily="50" charset="-128"/>
                          <a:ea typeface="Meiryo UI" panose="020B0604030504040204" pitchFamily="50" charset="-128"/>
                        </a:rPr>
                        <a:t>週</a:t>
                      </a:r>
                    </a:p>
                  </a:txBody>
                  <a:tcPr marL="7064" marR="7064" marT="7064"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rtl="0" fontAlgn="ctr"/>
                      <a:r>
                        <a:rPr lang="en-US" altLang="ja-JP" sz="900" b="0" i="0" u="none" strike="noStrike" dirty="0">
                          <a:solidFill>
                            <a:schemeClr val="bg1"/>
                          </a:solidFill>
                          <a:effectLst/>
                          <a:latin typeface="Meiryo UI" panose="020B0604030504040204" pitchFamily="50" charset="-128"/>
                          <a:ea typeface="Meiryo UI" panose="020B0604030504040204" pitchFamily="50" charset="-128"/>
                        </a:rPr>
                        <a:t>19</a:t>
                      </a:r>
                      <a:r>
                        <a:rPr lang="ja-JP" altLang="en-US" sz="900" b="0" i="0" u="none" strike="noStrike" dirty="0">
                          <a:solidFill>
                            <a:schemeClr val="bg1"/>
                          </a:solidFill>
                          <a:effectLst/>
                          <a:latin typeface="Meiryo UI" panose="020B0604030504040204" pitchFamily="50" charset="-128"/>
                          <a:ea typeface="Meiryo UI" panose="020B0604030504040204" pitchFamily="50" charset="-128"/>
                        </a:rPr>
                        <a:t>週</a:t>
                      </a:r>
                    </a:p>
                  </a:txBody>
                  <a:tcPr marL="7064" marR="7064" marT="7064"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rtl="0" fontAlgn="ctr"/>
                      <a:r>
                        <a:rPr lang="en-US" altLang="ja-JP" sz="900" b="0" i="0" u="none" strike="noStrike" dirty="0">
                          <a:solidFill>
                            <a:schemeClr val="bg1"/>
                          </a:solidFill>
                          <a:effectLst/>
                          <a:latin typeface="Meiryo UI" panose="020B0604030504040204" pitchFamily="50" charset="-128"/>
                          <a:ea typeface="Meiryo UI" panose="020B0604030504040204" pitchFamily="50" charset="-128"/>
                        </a:rPr>
                        <a:t>26</a:t>
                      </a:r>
                      <a:r>
                        <a:rPr lang="ja-JP" altLang="en-US" sz="900" b="0" i="0" u="none" strike="noStrike" dirty="0">
                          <a:solidFill>
                            <a:schemeClr val="bg1"/>
                          </a:solidFill>
                          <a:effectLst/>
                          <a:latin typeface="Meiryo UI" panose="020B0604030504040204" pitchFamily="50" charset="-128"/>
                          <a:ea typeface="Meiryo UI" panose="020B0604030504040204" pitchFamily="50" charset="-128"/>
                        </a:rPr>
                        <a:t>週</a:t>
                      </a:r>
                    </a:p>
                  </a:txBody>
                  <a:tcPr marL="7064" marR="7064" marT="7064"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rtl="0" fontAlgn="ctr"/>
                      <a:r>
                        <a:rPr lang="en-US" altLang="ja-JP" sz="900" b="0" i="0" u="none" strike="noStrike" dirty="0">
                          <a:solidFill>
                            <a:schemeClr val="bg1"/>
                          </a:solidFill>
                          <a:effectLst/>
                          <a:latin typeface="Meiryo UI" panose="020B0604030504040204" pitchFamily="50" charset="-128"/>
                          <a:ea typeface="Meiryo UI" panose="020B0604030504040204" pitchFamily="50" charset="-128"/>
                        </a:rPr>
                        <a:t>2</a:t>
                      </a:r>
                      <a:r>
                        <a:rPr lang="ja-JP" altLang="en-US" sz="900" b="0" i="0" u="none" strike="noStrike" dirty="0">
                          <a:solidFill>
                            <a:schemeClr val="bg1"/>
                          </a:solidFill>
                          <a:effectLst/>
                          <a:latin typeface="Meiryo UI" panose="020B0604030504040204" pitchFamily="50" charset="-128"/>
                          <a:ea typeface="Meiryo UI" panose="020B0604030504040204" pitchFamily="50" charset="-128"/>
                        </a:rPr>
                        <a:t>週</a:t>
                      </a:r>
                    </a:p>
                  </a:txBody>
                  <a:tcPr marL="7064" marR="7064" marT="7064"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rtl="0" fontAlgn="ctr"/>
                      <a:r>
                        <a:rPr lang="en-US" altLang="ja-JP" sz="900" b="0" i="0" u="none" strike="noStrike" dirty="0">
                          <a:solidFill>
                            <a:schemeClr val="bg1"/>
                          </a:solidFill>
                          <a:effectLst/>
                          <a:latin typeface="Meiryo UI" panose="020B0604030504040204" pitchFamily="50" charset="-128"/>
                          <a:ea typeface="Meiryo UI" panose="020B0604030504040204" pitchFamily="50" charset="-128"/>
                        </a:rPr>
                        <a:t>9</a:t>
                      </a:r>
                      <a:r>
                        <a:rPr lang="ja-JP" altLang="en-US" sz="900" b="0" i="0" u="none" strike="noStrike" dirty="0">
                          <a:solidFill>
                            <a:schemeClr val="bg1"/>
                          </a:solidFill>
                          <a:effectLst/>
                          <a:latin typeface="Meiryo UI" panose="020B0604030504040204" pitchFamily="50" charset="-128"/>
                          <a:ea typeface="Meiryo UI" panose="020B0604030504040204" pitchFamily="50" charset="-128"/>
                        </a:rPr>
                        <a:t>週</a:t>
                      </a:r>
                    </a:p>
                  </a:txBody>
                  <a:tcPr marL="7064" marR="7064" marT="7064"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rtl="0" fontAlgn="ctr"/>
                      <a:r>
                        <a:rPr lang="en-US" altLang="ja-JP" sz="900" b="0" i="0" u="none" strike="noStrike" dirty="0">
                          <a:solidFill>
                            <a:schemeClr val="bg1"/>
                          </a:solidFill>
                          <a:effectLst/>
                          <a:latin typeface="Meiryo UI" panose="020B0604030504040204" pitchFamily="50" charset="-128"/>
                          <a:ea typeface="Meiryo UI" panose="020B0604030504040204" pitchFamily="50" charset="-128"/>
                        </a:rPr>
                        <a:t>16</a:t>
                      </a:r>
                      <a:r>
                        <a:rPr lang="ja-JP" altLang="en-US" sz="900" b="0" i="0" u="none" strike="noStrike" dirty="0">
                          <a:solidFill>
                            <a:schemeClr val="bg1"/>
                          </a:solidFill>
                          <a:effectLst/>
                          <a:latin typeface="Meiryo UI" panose="020B0604030504040204" pitchFamily="50" charset="-128"/>
                          <a:ea typeface="Meiryo UI" panose="020B0604030504040204" pitchFamily="50" charset="-128"/>
                        </a:rPr>
                        <a:t>週</a:t>
                      </a:r>
                    </a:p>
                  </a:txBody>
                  <a:tcPr marL="7064" marR="7064" marT="7064"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rtl="0" fontAlgn="ctr"/>
                      <a:r>
                        <a:rPr lang="en-US" altLang="ja-JP" sz="900" b="0" i="0" u="none" strike="noStrike" dirty="0">
                          <a:solidFill>
                            <a:schemeClr val="bg1"/>
                          </a:solidFill>
                          <a:effectLst/>
                          <a:latin typeface="Meiryo UI" panose="020B0604030504040204" pitchFamily="50" charset="-128"/>
                          <a:ea typeface="Meiryo UI" panose="020B0604030504040204" pitchFamily="50" charset="-128"/>
                        </a:rPr>
                        <a:t>23</a:t>
                      </a:r>
                      <a:r>
                        <a:rPr lang="ja-JP" altLang="en-US" sz="900" b="0" i="0" u="none" strike="noStrike" dirty="0">
                          <a:solidFill>
                            <a:schemeClr val="bg1"/>
                          </a:solidFill>
                          <a:effectLst/>
                          <a:latin typeface="Meiryo UI" panose="020B0604030504040204" pitchFamily="50" charset="-128"/>
                          <a:ea typeface="Meiryo UI" panose="020B0604030504040204" pitchFamily="50" charset="-128"/>
                        </a:rPr>
                        <a:t>週</a:t>
                      </a:r>
                    </a:p>
                  </a:txBody>
                  <a:tcPr marL="7064" marR="7064" marT="7064"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rtl="0" fontAlgn="ctr"/>
                      <a:r>
                        <a:rPr lang="en-US" altLang="ja-JP" sz="900" b="0" i="0" u="none" strike="noStrike" dirty="0">
                          <a:solidFill>
                            <a:schemeClr val="bg1"/>
                          </a:solidFill>
                          <a:effectLst/>
                          <a:latin typeface="Meiryo UI" panose="020B0604030504040204" pitchFamily="50" charset="-128"/>
                          <a:ea typeface="Meiryo UI" panose="020B0604030504040204" pitchFamily="50" charset="-128"/>
                        </a:rPr>
                        <a:t>2</a:t>
                      </a:r>
                      <a:r>
                        <a:rPr lang="ja-JP" altLang="en-US" sz="900" b="0" i="0" u="none" strike="noStrike" dirty="0">
                          <a:solidFill>
                            <a:schemeClr val="bg1"/>
                          </a:solidFill>
                          <a:effectLst/>
                          <a:latin typeface="Meiryo UI" panose="020B0604030504040204" pitchFamily="50" charset="-128"/>
                          <a:ea typeface="Meiryo UI" panose="020B0604030504040204" pitchFamily="50" charset="-128"/>
                        </a:rPr>
                        <a:t>週</a:t>
                      </a:r>
                    </a:p>
                  </a:txBody>
                  <a:tcPr marL="7064" marR="7064" marT="7064"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rtl="0" fontAlgn="ctr"/>
                      <a:r>
                        <a:rPr lang="en-US" altLang="ja-JP" sz="900" b="0" i="0" u="none" strike="noStrike" dirty="0">
                          <a:solidFill>
                            <a:schemeClr val="bg1"/>
                          </a:solidFill>
                          <a:effectLst/>
                          <a:latin typeface="Meiryo UI" panose="020B0604030504040204" pitchFamily="50" charset="-128"/>
                          <a:ea typeface="Meiryo UI" panose="020B0604030504040204" pitchFamily="50" charset="-128"/>
                        </a:rPr>
                        <a:t>9</a:t>
                      </a:r>
                      <a:r>
                        <a:rPr lang="ja-JP" altLang="en-US" sz="900" b="0" i="0" u="none" strike="noStrike" dirty="0">
                          <a:solidFill>
                            <a:schemeClr val="bg1"/>
                          </a:solidFill>
                          <a:effectLst/>
                          <a:latin typeface="Meiryo UI" panose="020B0604030504040204" pitchFamily="50" charset="-128"/>
                          <a:ea typeface="Meiryo UI" panose="020B0604030504040204" pitchFamily="50" charset="-128"/>
                        </a:rPr>
                        <a:t>週</a:t>
                      </a:r>
                    </a:p>
                  </a:txBody>
                  <a:tcPr marL="7064" marR="7064" marT="7064"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rtl="0" fontAlgn="ctr"/>
                      <a:r>
                        <a:rPr lang="en-US" altLang="ja-JP" sz="900" b="0" i="0" u="none" strike="noStrike" dirty="0">
                          <a:solidFill>
                            <a:schemeClr val="bg1"/>
                          </a:solidFill>
                          <a:effectLst/>
                          <a:latin typeface="Meiryo UI" panose="020B0604030504040204" pitchFamily="50" charset="-128"/>
                          <a:ea typeface="Meiryo UI" panose="020B0604030504040204" pitchFamily="50" charset="-128"/>
                        </a:rPr>
                        <a:t>16</a:t>
                      </a:r>
                      <a:r>
                        <a:rPr lang="ja-JP" altLang="en-US" sz="900" b="0" i="0" u="none" strike="noStrike" dirty="0">
                          <a:solidFill>
                            <a:schemeClr val="bg1"/>
                          </a:solidFill>
                          <a:effectLst/>
                          <a:latin typeface="Meiryo UI" panose="020B0604030504040204" pitchFamily="50" charset="-128"/>
                          <a:ea typeface="Meiryo UI" panose="020B0604030504040204" pitchFamily="50" charset="-128"/>
                        </a:rPr>
                        <a:t>週</a:t>
                      </a:r>
                    </a:p>
                  </a:txBody>
                  <a:tcPr marL="7064" marR="7064" marT="7064"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rtl="0" fontAlgn="ctr"/>
                      <a:r>
                        <a:rPr lang="en-US" altLang="ja-JP" sz="900" b="0" i="0" u="none" strike="noStrike" dirty="0">
                          <a:solidFill>
                            <a:schemeClr val="bg1"/>
                          </a:solidFill>
                          <a:effectLst/>
                          <a:latin typeface="Meiryo UI" panose="020B0604030504040204" pitchFamily="50" charset="-128"/>
                          <a:ea typeface="Meiryo UI" panose="020B0604030504040204" pitchFamily="50" charset="-128"/>
                        </a:rPr>
                        <a:t>23</a:t>
                      </a:r>
                      <a:r>
                        <a:rPr lang="ja-JP" altLang="en-US" sz="900" b="0" i="0" u="none" strike="noStrike" dirty="0">
                          <a:solidFill>
                            <a:schemeClr val="bg1"/>
                          </a:solidFill>
                          <a:effectLst/>
                          <a:latin typeface="Meiryo UI" panose="020B0604030504040204" pitchFamily="50" charset="-128"/>
                          <a:ea typeface="Meiryo UI" panose="020B0604030504040204" pitchFamily="50" charset="-128"/>
                        </a:rPr>
                        <a:t>週</a:t>
                      </a:r>
                    </a:p>
                  </a:txBody>
                  <a:tcPr marL="7064" marR="7064" marT="7064"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4066502405"/>
                  </a:ext>
                </a:extLst>
              </a:tr>
              <a:tr h="266261">
                <a:tc gridSpan="2">
                  <a:txBody>
                    <a:bodyPr/>
                    <a:lstStyle/>
                    <a:p>
                      <a:pPr rtl="0" fontAlgn="b"/>
                      <a:r>
                        <a:rPr lang="ja-JP" altLang="en-US" sz="1050" b="1" dirty="0">
                          <a:solidFill>
                            <a:schemeClr val="bg2"/>
                          </a:solidFill>
                          <a:effectLst/>
                          <a:latin typeface="Meiryo UI" panose="020B0604030504040204" pitchFamily="50" charset="-128"/>
                          <a:ea typeface="Meiryo UI" panose="020B0604030504040204" pitchFamily="50" charset="-128"/>
                        </a:rPr>
                        <a:t>マイルストーン</a:t>
                      </a:r>
                      <a:endParaRPr lang="en-US" altLang="ja-JP" sz="1050" b="1" dirty="0">
                        <a:solidFill>
                          <a:schemeClr val="bg2"/>
                        </a:solidFill>
                        <a:effectLst/>
                        <a:latin typeface="Meiryo UI" panose="020B0604030504040204" pitchFamily="50" charset="-128"/>
                        <a:ea typeface="Meiryo UI" panose="020B0604030504040204" pitchFamily="50" charset="-128"/>
                      </a:endParaRPr>
                    </a:p>
                  </a:txBody>
                  <a:tcPr marL="9836" marR="9836" marT="6557" marB="65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hMerge="1">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ja-JP" altLang="en-US" sz="1050" b="1" dirty="0">
                        <a:solidFill>
                          <a:schemeClr val="bg2"/>
                        </a:solidFill>
                        <a:effectLst/>
                        <a:latin typeface="Meiryo UI" panose="020B0604030504040204" pitchFamily="50" charset="-128"/>
                        <a:ea typeface="Meiryo UI" panose="020B0604030504040204" pitchFamily="50" charset="-128"/>
                      </a:endParaRPr>
                    </a:p>
                  </a:txBody>
                  <a:tcPr marL="9836" marR="9836" marT="6557" marB="65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l"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l"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l" fontAlgn="ctr"/>
                      <a:r>
                        <a:rPr lang="ja-JP" altLang="en-US" sz="900" b="0" i="0" u="none" strike="noStrike">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l"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l"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l"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l"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l"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l" fontAlgn="ctr"/>
                      <a:r>
                        <a:rPr lang="ja-JP" altLang="en-US" sz="900" b="0" i="0" u="none" strike="noStrike">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l"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l"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l"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extLst>
                  <a:ext uri="{0D108BD9-81ED-4DB2-BD59-A6C34878D82A}">
                    <a16:rowId xmlns:a16="http://schemas.microsoft.com/office/drawing/2014/main" val="1245745944"/>
                  </a:ext>
                </a:extLst>
              </a:tr>
              <a:tr h="266261">
                <a:tc gridSpan="2">
                  <a:txBody>
                    <a:bodyPr/>
                    <a:lstStyle/>
                    <a:p>
                      <a:pPr rtl="0" fontAlgn="b"/>
                      <a:r>
                        <a:rPr lang="ja-JP" altLang="en-US" sz="1050" b="1" dirty="0">
                          <a:solidFill>
                            <a:schemeClr val="bg2"/>
                          </a:solidFill>
                          <a:effectLst/>
                          <a:latin typeface="Meiryo UI" panose="020B0604030504040204" pitchFamily="50" charset="-128"/>
                          <a:ea typeface="Meiryo UI" panose="020B0604030504040204" pitchFamily="50" charset="-128"/>
                        </a:rPr>
                        <a:t>現状分析</a:t>
                      </a:r>
                    </a:p>
                  </a:txBody>
                  <a:tcPr marL="9836" marR="9836" marT="6557" marB="65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hMerge="1">
                  <a:txBody>
                    <a:bodyPr/>
                    <a:lstStyle/>
                    <a:p>
                      <a:pPr rtl="0" fontAlgn="b"/>
                      <a:endParaRPr lang="ja-JP" altLang="en-US" sz="1050" b="1" dirty="0">
                        <a:solidFill>
                          <a:schemeClr val="bg2"/>
                        </a:solidFill>
                        <a:effectLst/>
                        <a:latin typeface="Meiryo UI" panose="020B0604030504040204" pitchFamily="50" charset="-128"/>
                        <a:ea typeface="Meiryo UI" panose="020B0604030504040204" pitchFamily="50" charset="-128"/>
                      </a:endParaRPr>
                    </a:p>
                  </a:txBody>
                  <a:tcPr marL="9836" marR="9836" marT="6557" marB="65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algn="l"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algn="l"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algn="l"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algn="l"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algn="l" fontAlgn="ctr"/>
                      <a:endParaRPr lang="ja-JP" altLang="en-US" sz="900" b="0" i="0" u="none" strike="noStrike">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algn="l"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algn="l" fontAlgn="ctr"/>
                      <a:endParaRPr lang="ja-JP" altLang="en-US" sz="900" b="0" i="0" u="none" strike="noStrike">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algn="l"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algn="l"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algn="l"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algn="l"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algn="l"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extLst>
                  <a:ext uri="{0D108BD9-81ED-4DB2-BD59-A6C34878D82A}">
                    <a16:rowId xmlns:a16="http://schemas.microsoft.com/office/drawing/2014/main" val="1087243012"/>
                  </a:ext>
                </a:extLst>
              </a:tr>
              <a:tr h="266261">
                <a:tc>
                  <a:txBody>
                    <a:bodyPr/>
                    <a:lstStyle/>
                    <a:p>
                      <a:pPr rtl="0" fontAlgn="b">
                        <a:buNone/>
                      </a:pPr>
                      <a:r>
                        <a:rPr lang="ja-JP" altLang="en-US" sz="1000" dirty="0">
                          <a:solidFill>
                            <a:schemeClr val="bg2"/>
                          </a:solidFill>
                          <a:effectLst/>
                          <a:latin typeface="Meiryo UI" panose="020B0604030504040204" pitchFamily="50" charset="-128"/>
                          <a:ea typeface="Meiryo UI" panose="020B0604030504040204" pitchFamily="50" charset="-128"/>
                        </a:rPr>
                        <a:t>既存業務・システム調査</a:t>
                      </a:r>
                    </a:p>
                  </a:txBody>
                  <a:tcPr marL="0" marR="0" marT="6557" marB="65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buNone/>
                      </a:pPr>
                      <a:r>
                        <a:rPr lang="ja-JP" altLang="en-US" sz="1000" dirty="0">
                          <a:solidFill>
                            <a:schemeClr val="bg2"/>
                          </a:solidFill>
                          <a:effectLst/>
                          <a:latin typeface="Meiryo UI" panose="020B0604030504040204" pitchFamily="50" charset="-128"/>
                          <a:ea typeface="Meiryo UI" panose="020B0604030504040204" pitchFamily="50" charset="-128"/>
                        </a:rPr>
                        <a:t>現状業務フロー図／ヒアリングシート</a:t>
                      </a:r>
                    </a:p>
                  </a:txBody>
                  <a:tcPr marL="0" marR="0" marT="6557" marB="65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l"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289793742"/>
                  </a:ext>
                </a:extLst>
              </a:tr>
              <a:tr h="266261">
                <a:tc>
                  <a:txBody>
                    <a:bodyPr/>
                    <a:lstStyle/>
                    <a:p>
                      <a:pPr rtl="0" fontAlgn="b">
                        <a:buNone/>
                      </a:pPr>
                      <a:r>
                        <a:rPr lang="ja-JP" altLang="en-US" sz="1000" dirty="0">
                          <a:solidFill>
                            <a:schemeClr val="bg2"/>
                          </a:solidFill>
                          <a:effectLst/>
                          <a:latin typeface="Meiryo UI" panose="020B0604030504040204" pitchFamily="50" charset="-128"/>
                          <a:ea typeface="Meiryo UI" panose="020B0604030504040204" pitchFamily="50" charset="-128"/>
                        </a:rPr>
                        <a:t>システム比較検討</a:t>
                      </a:r>
                    </a:p>
                  </a:txBody>
                  <a:tcPr marL="0" marR="0" marT="6557" marB="65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buNone/>
                      </a:pPr>
                      <a:r>
                        <a:rPr lang="ja-JP" altLang="en-US" sz="1000" dirty="0">
                          <a:solidFill>
                            <a:schemeClr val="bg2"/>
                          </a:solidFill>
                          <a:effectLst/>
                          <a:latin typeface="Meiryo UI" panose="020B0604030504040204" pitchFamily="50" charset="-128"/>
                          <a:ea typeface="Meiryo UI" panose="020B0604030504040204" pitchFamily="50" charset="-128"/>
                        </a:rPr>
                        <a:t>システム比較・評価レポート</a:t>
                      </a:r>
                    </a:p>
                  </a:txBody>
                  <a:tcPr marL="0" marR="0" marT="6557" marB="65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l"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endParaRPr lang="ja-JP" altLang="en-US" sz="900" b="0" i="0" u="none" strike="noStrike">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endParaRPr lang="ja-JP" altLang="en-US" sz="900" b="0" i="0" u="none" strike="noStrike">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endParaRPr lang="ja-JP" altLang="en-US" sz="900" b="0" i="0" u="none" strike="noStrike">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endParaRPr lang="ja-JP" altLang="en-US" sz="900" b="0" i="0" u="none" strike="noStrike">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172472411"/>
                  </a:ext>
                </a:extLst>
              </a:tr>
              <a:tr h="266261">
                <a:tc>
                  <a:txBody>
                    <a:bodyPr/>
                    <a:lstStyle/>
                    <a:p>
                      <a:pPr rtl="0" fontAlgn="b">
                        <a:buNone/>
                      </a:pPr>
                      <a:r>
                        <a:rPr lang="ja-JP" altLang="en-US" sz="1000" dirty="0">
                          <a:solidFill>
                            <a:schemeClr val="bg2"/>
                          </a:solidFill>
                          <a:effectLst/>
                          <a:latin typeface="Meiryo UI" panose="020B0604030504040204" pitchFamily="50" charset="-128"/>
                          <a:ea typeface="Meiryo UI" panose="020B0604030504040204" pitchFamily="50" charset="-128"/>
                        </a:rPr>
                        <a:t>システム選定理由書</a:t>
                      </a:r>
                      <a:r>
                        <a:rPr lang="zh-TW" altLang="en-US" sz="1000" dirty="0">
                          <a:solidFill>
                            <a:schemeClr val="bg2"/>
                          </a:solidFill>
                          <a:effectLst/>
                          <a:latin typeface="Meiryo UI" panose="020B0604030504040204" pitchFamily="50" charset="-128"/>
                          <a:ea typeface="Meiryo UI" panose="020B0604030504040204" pitchFamily="50" charset="-128"/>
                        </a:rPr>
                        <a:t>作成</a:t>
                      </a:r>
                      <a:endParaRPr lang="ja-JP" altLang="en-US" sz="1000" dirty="0">
                        <a:solidFill>
                          <a:schemeClr val="bg2"/>
                        </a:solidFill>
                        <a:effectLst/>
                        <a:latin typeface="Meiryo UI" panose="020B0604030504040204" pitchFamily="50" charset="-128"/>
                        <a:ea typeface="Meiryo UI" panose="020B0604030504040204" pitchFamily="50" charset="-128"/>
                      </a:endParaRPr>
                    </a:p>
                  </a:txBody>
                  <a:tcPr marL="0" marR="0" marT="6557" marB="65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ja-JP" altLang="en-US" sz="1000" b="0" i="0" u="none" strike="noStrike" dirty="0">
                          <a:solidFill>
                            <a:schemeClr val="bg2"/>
                          </a:solidFill>
                          <a:effectLst/>
                          <a:latin typeface="Meiryo UI" panose="020B0604030504040204" pitchFamily="50" charset="-128"/>
                          <a:ea typeface="Meiryo UI" panose="020B0604030504040204" pitchFamily="50" charset="-128"/>
                        </a:rPr>
                        <a:t>システム</a:t>
                      </a:r>
                      <a:r>
                        <a:rPr lang="zh-TW" altLang="en-US" sz="1000" b="0" i="0" u="none" strike="noStrike" dirty="0">
                          <a:solidFill>
                            <a:schemeClr val="bg2"/>
                          </a:solidFill>
                          <a:effectLst/>
                          <a:latin typeface="Meiryo UI" panose="020B0604030504040204" pitchFamily="50" charset="-128"/>
                          <a:ea typeface="Meiryo UI" panose="020B0604030504040204" pitchFamily="50" charset="-128"/>
                        </a:rPr>
                        <a:t>選定理由書／承認資料</a:t>
                      </a:r>
                      <a:endParaRPr lang="ja-JP" altLang="en-US" sz="1000" b="0" i="0" u="none" strike="noStrike" dirty="0">
                        <a:solidFill>
                          <a:schemeClr val="bg2"/>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117673284"/>
                  </a:ext>
                </a:extLst>
              </a:tr>
              <a:tr h="266261">
                <a:tc gridSpan="2">
                  <a:txBody>
                    <a:bodyPr/>
                    <a:lstStyle/>
                    <a:p>
                      <a:pPr rtl="0" fontAlgn="b"/>
                      <a:r>
                        <a:rPr lang="ja-JP" altLang="en-US" sz="1050" b="1" dirty="0">
                          <a:solidFill>
                            <a:schemeClr val="bg2"/>
                          </a:solidFill>
                          <a:effectLst/>
                          <a:latin typeface="Meiryo UI" panose="020B0604030504040204" pitchFamily="50" charset="-128"/>
                          <a:ea typeface="Meiryo UI" panose="020B0604030504040204" pitchFamily="50" charset="-128"/>
                        </a:rPr>
                        <a:t>業務設計</a:t>
                      </a:r>
                    </a:p>
                  </a:txBody>
                  <a:tcPr marL="9836" marR="9836" marT="6557" marB="65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hMerge="1">
                  <a:txBody>
                    <a:bodyPr/>
                    <a:lstStyle/>
                    <a:p>
                      <a:pPr rtl="0" fontAlgn="b"/>
                      <a:endParaRPr lang="ja-JP" altLang="en-US" sz="1050" b="1" dirty="0">
                        <a:solidFill>
                          <a:schemeClr val="bg2"/>
                        </a:solidFill>
                        <a:effectLst/>
                        <a:latin typeface="Meiryo UI" panose="020B0604030504040204" pitchFamily="50" charset="-128"/>
                        <a:ea typeface="Meiryo UI" panose="020B0604030504040204" pitchFamily="50" charset="-128"/>
                      </a:endParaRPr>
                    </a:p>
                  </a:txBody>
                  <a:tcPr marL="9836" marR="9836" marT="6557" marB="65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extLst>
                  <a:ext uri="{0D108BD9-81ED-4DB2-BD59-A6C34878D82A}">
                    <a16:rowId xmlns:a16="http://schemas.microsoft.com/office/drawing/2014/main" val="3243553578"/>
                  </a:ext>
                </a:extLst>
              </a:tr>
              <a:tr h="266261">
                <a:tc>
                  <a:txBody>
                    <a:bodyPr/>
                    <a:lstStyle/>
                    <a:p>
                      <a:pPr rtl="0" fontAlgn="b">
                        <a:buNone/>
                      </a:pPr>
                      <a:r>
                        <a:rPr lang="ja-JP" altLang="en-US" sz="1000" dirty="0">
                          <a:solidFill>
                            <a:schemeClr val="bg2"/>
                          </a:solidFill>
                          <a:effectLst/>
                          <a:latin typeface="Meiryo UI" panose="020B0604030504040204" pitchFamily="50" charset="-128"/>
                          <a:ea typeface="Meiryo UI" panose="020B0604030504040204" pitchFamily="50" charset="-128"/>
                        </a:rPr>
                        <a:t>新業務フロー策定</a:t>
                      </a:r>
                      <a:endParaRPr lang="en-US" sz="1000" dirty="0">
                        <a:solidFill>
                          <a:schemeClr val="bg2"/>
                        </a:solidFill>
                        <a:effectLst/>
                        <a:latin typeface="Meiryo UI" panose="020B0604030504040204" pitchFamily="50" charset="-128"/>
                        <a:ea typeface="Meiryo UI" panose="020B0604030504040204" pitchFamily="50" charset="-128"/>
                      </a:endParaRPr>
                    </a:p>
                  </a:txBody>
                  <a:tcPr marL="0" marR="0" marT="6557" marB="65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buNone/>
                      </a:pPr>
                      <a:r>
                        <a:rPr lang="ja-JP" altLang="en-US" sz="1000" dirty="0">
                          <a:solidFill>
                            <a:schemeClr val="bg2"/>
                          </a:solidFill>
                          <a:effectLst/>
                          <a:latin typeface="Meiryo UI" panose="020B0604030504040204" pitchFamily="50" charset="-128"/>
                          <a:ea typeface="Meiryo UI" panose="020B0604030504040204" pitchFamily="50" charset="-128"/>
                        </a:rPr>
                        <a:t>新業務フロー図</a:t>
                      </a:r>
                    </a:p>
                  </a:txBody>
                  <a:tcPr marL="0" marR="0" marT="6557" marB="65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l"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l"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l"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l"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l"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l"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l"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l"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l"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l"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l"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l"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988907808"/>
                  </a:ext>
                </a:extLst>
              </a:tr>
              <a:tr h="266261">
                <a:tc>
                  <a:txBody>
                    <a:bodyPr/>
                    <a:lstStyle/>
                    <a:p>
                      <a:pPr rtl="0" fontAlgn="b">
                        <a:buNone/>
                      </a:pPr>
                      <a:r>
                        <a:rPr lang="ja-JP" altLang="en-US" sz="1000" dirty="0">
                          <a:solidFill>
                            <a:schemeClr val="bg2"/>
                          </a:solidFill>
                          <a:effectLst/>
                          <a:latin typeface="Meiryo UI" panose="020B0604030504040204" pitchFamily="50" charset="-128"/>
                          <a:ea typeface="Meiryo UI" panose="020B0604030504040204" pitchFamily="50" charset="-128"/>
                        </a:rPr>
                        <a:t>機能要件定義セッション</a:t>
                      </a:r>
                    </a:p>
                  </a:txBody>
                  <a:tcPr marL="0" marR="0" marT="6557" marB="65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buNone/>
                      </a:pPr>
                      <a:r>
                        <a:rPr lang="ja-JP" altLang="en-US" sz="1000" dirty="0">
                          <a:solidFill>
                            <a:schemeClr val="bg2"/>
                          </a:solidFill>
                          <a:effectLst/>
                          <a:latin typeface="Meiryo UI" panose="020B0604030504040204" pitchFamily="50" charset="-128"/>
                          <a:ea typeface="Meiryo UI" panose="020B0604030504040204" pitchFamily="50" charset="-128"/>
                        </a:rPr>
                        <a:t>機能要件定義書</a:t>
                      </a:r>
                    </a:p>
                  </a:txBody>
                  <a:tcPr marL="0" marR="0" marT="6557" marB="65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388019253"/>
                  </a:ext>
                </a:extLst>
              </a:tr>
              <a:tr h="266261">
                <a:tc>
                  <a:txBody>
                    <a:bodyPr/>
                    <a:lstStyle/>
                    <a:p>
                      <a:pPr rtl="0" fontAlgn="b">
                        <a:buNone/>
                      </a:pPr>
                      <a:r>
                        <a:rPr lang="ja-JP" altLang="en-US" sz="1000" dirty="0">
                          <a:solidFill>
                            <a:schemeClr val="bg2"/>
                          </a:solidFill>
                          <a:effectLst/>
                          <a:latin typeface="Meiryo UI" panose="020B0604030504040204" pitchFamily="50" charset="-128"/>
                          <a:ea typeface="Meiryo UI" panose="020B0604030504040204" pitchFamily="50" charset="-128"/>
                        </a:rPr>
                        <a:t>非機能要件の整理</a:t>
                      </a:r>
                    </a:p>
                  </a:txBody>
                  <a:tcPr marL="0" marR="0" marT="6557" marB="65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ja-JP" altLang="en-US" sz="1000" dirty="0">
                          <a:solidFill>
                            <a:schemeClr val="bg2"/>
                          </a:solidFill>
                          <a:effectLst/>
                          <a:latin typeface="Meiryo UI" panose="020B0604030504040204" pitchFamily="50" charset="-128"/>
                          <a:ea typeface="Meiryo UI" panose="020B0604030504040204" pitchFamily="50" charset="-128"/>
                        </a:rPr>
                        <a:t>非機能要件定義書</a:t>
                      </a:r>
                    </a:p>
                  </a:txBody>
                  <a:tcPr marL="0" marR="0" marT="6557" marB="65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496243330"/>
                  </a:ext>
                </a:extLst>
              </a:tr>
              <a:tr h="266261">
                <a:tc gridSpan="2">
                  <a:txBody>
                    <a:bodyPr/>
                    <a:lstStyle/>
                    <a:p>
                      <a:pPr rtl="0" fontAlgn="b"/>
                      <a:r>
                        <a:rPr lang="ja-JP" altLang="en-US" sz="1050" b="1" dirty="0">
                          <a:solidFill>
                            <a:schemeClr val="bg2"/>
                          </a:solidFill>
                          <a:effectLst/>
                          <a:latin typeface="Meiryo UI" panose="020B0604030504040204" pitchFamily="50" charset="-128"/>
                          <a:ea typeface="Meiryo UI" panose="020B0604030504040204" pitchFamily="50" charset="-128"/>
                        </a:rPr>
                        <a:t>システム構想</a:t>
                      </a:r>
                    </a:p>
                  </a:txBody>
                  <a:tcPr marL="9836" marR="9836" marT="6557" marB="65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hMerge="1">
                  <a:txBody>
                    <a:bodyPr/>
                    <a:lstStyle/>
                    <a:p>
                      <a:pPr rtl="0" fontAlgn="b"/>
                      <a:endParaRPr lang="ja-JP" altLang="en-US" sz="1050" b="1" dirty="0">
                        <a:solidFill>
                          <a:schemeClr val="bg2"/>
                        </a:solidFill>
                        <a:effectLst/>
                        <a:latin typeface="Meiryo UI" panose="020B0604030504040204" pitchFamily="50" charset="-128"/>
                        <a:ea typeface="Meiryo UI" panose="020B0604030504040204" pitchFamily="50" charset="-128"/>
                      </a:endParaRPr>
                    </a:p>
                  </a:txBody>
                  <a:tcPr marL="9836" marR="9836" marT="6557" marB="65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l"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l"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l" fontAlgn="ctr"/>
                      <a:r>
                        <a:rPr lang="ja-JP" altLang="en-US" sz="900" b="0" i="0" u="none" strike="noStrike">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l"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l" fontAlgn="ctr"/>
                      <a:r>
                        <a:rPr lang="ja-JP" altLang="en-US" sz="900" b="0" i="0" u="none" strike="noStrike">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l" fontAlgn="ctr"/>
                      <a:r>
                        <a:rPr lang="ja-JP" altLang="en-US" sz="900" b="0" i="0" u="none" strike="noStrike">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l" fontAlgn="ctr"/>
                      <a:r>
                        <a:rPr lang="ja-JP" altLang="en-US" sz="900" b="0" i="0" u="none" strike="noStrike">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l" fontAlgn="ctr"/>
                      <a:r>
                        <a:rPr lang="ja-JP" altLang="en-US" sz="900" b="0" i="0" u="none" strike="noStrike">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l"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l"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l"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l"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extLst>
                  <a:ext uri="{0D108BD9-81ED-4DB2-BD59-A6C34878D82A}">
                    <a16:rowId xmlns:a16="http://schemas.microsoft.com/office/drawing/2014/main" val="1409798538"/>
                  </a:ext>
                </a:extLst>
              </a:tr>
              <a:tr h="266261">
                <a:tc>
                  <a:txBody>
                    <a:bodyPr/>
                    <a:lstStyle/>
                    <a:p>
                      <a:pPr rtl="0" fontAlgn="b">
                        <a:buNone/>
                      </a:pPr>
                      <a:r>
                        <a:rPr lang="ja-JP" altLang="en-US" sz="1000" dirty="0">
                          <a:solidFill>
                            <a:schemeClr val="bg2"/>
                          </a:solidFill>
                          <a:effectLst/>
                          <a:latin typeface="Meiryo UI" panose="020B0604030504040204" pitchFamily="50" charset="-128"/>
                          <a:ea typeface="Meiryo UI" panose="020B0604030504040204" pitchFamily="50" charset="-128"/>
                        </a:rPr>
                        <a:t>システムアーキテクチャ設計</a:t>
                      </a:r>
                    </a:p>
                  </a:txBody>
                  <a:tcPr marL="0" marR="0" marT="6557" marB="65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全体システム構成図</a:t>
                      </a:r>
                    </a:p>
                  </a:txBody>
                  <a:tcPr marL="0" marR="0" marT="6557" marB="65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282240042"/>
                  </a:ext>
                </a:extLst>
              </a:tr>
              <a:tr h="266261">
                <a:tc>
                  <a:txBody>
                    <a:bodyPr/>
                    <a:lstStyle/>
                    <a:p>
                      <a:pPr rtl="0" fontAlgn="b">
                        <a:buNone/>
                      </a:pPr>
                      <a:r>
                        <a:rPr lang="ja-JP" altLang="en-US" sz="1000" b="0" dirty="0">
                          <a:solidFill>
                            <a:schemeClr val="bg2"/>
                          </a:solidFill>
                          <a:effectLst/>
                          <a:latin typeface="Meiryo UI" panose="020B0604030504040204" pitchFamily="50" charset="-128"/>
                          <a:ea typeface="Meiryo UI" panose="020B0604030504040204" pitchFamily="50" charset="-128"/>
                        </a:rPr>
                        <a:t>データモデル設計</a:t>
                      </a:r>
                      <a:endParaRPr lang="en-US" altLang="ja-JP" sz="1000" b="0" dirty="0">
                        <a:solidFill>
                          <a:schemeClr val="bg2"/>
                        </a:solidFill>
                        <a:effectLst/>
                        <a:latin typeface="Meiryo UI" panose="020B0604030504040204" pitchFamily="50" charset="-128"/>
                        <a:ea typeface="Meiryo UI" panose="020B0604030504040204" pitchFamily="50" charset="-128"/>
                      </a:endParaRPr>
                    </a:p>
                  </a:txBody>
                  <a:tcPr marL="0" marR="0" marT="6557" marB="65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データモデル設計書</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857068699"/>
                  </a:ext>
                </a:extLst>
              </a:tr>
              <a:tr h="266261">
                <a:tc>
                  <a:txBody>
                    <a:bodyPr/>
                    <a:lstStyle/>
                    <a:p>
                      <a:pPr rtl="0" fontAlgn="b"/>
                      <a:r>
                        <a:rPr lang="ja-JP" altLang="en-US" sz="1000" b="0" dirty="0">
                          <a:solidFill>
                            <a:schemeClr val="bg2"/>
                          </a:solidFill>
                          <a:effectLst/>
                          <a:latin typeface="Meiryo UI" panose="020B0604030504040204" pitchFamily="50" charset="-128"/>
                          <a:ea typeface="Meiryo UI" panose="020B0604030504040204" pitchFamily="50" charset="-128"/>
                        </a:rPr>
                        <a:t>開発</a:t>
                      </a:r>
                      <a:r>
                        <a:rPr lang="en-US" altLang="ja-JP" sz="1000" b="0" dirty="0">
                          <a:solidFill>
                            <a:schemeClr val="bg2"/>
                          </a:solidFill>
                          <a:effectLst/>
                          <a:latin typeface="Meiryo UI" panose="020B0604030504040204" pitchFamily="50" charset="-128"/>
                          <a:ea typeface="Meiryo UI" panose="020B0604030504040204" pitchFamily="50" charset="-128"/>
                        </a:rPr>
                        <a:t>WBS</a:t>
                      </a:r>
                      <a:endParaRPr lang="ja-JP" altLang="en-US" sz="1000" b="0" dirty="0">
                        <a:solidFill>
                          <a:schemeClr val="bg2"/>
                        </a:solidFill>
                        <a:effectLst/>
                        <a:latin typeface="Meiryo UI" panose="020B0604030504040204" pitchFamily="50" charset="-128"/>
                        <a:ea typeface="Meiryo UI" panose="020B0604030504040204" pitchFamily="50" charset="-128"/>
                      </a:endParaRPr>
                    </a:p>
                  </a:txBody>
                  <a:tcPr marL="9836" marR="9836" marT="6557" marB="65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r>
                        <a:rPr lang="ja-JP" altLang="en-US" sz="1000" b="0" dirty="0">
                          <a:solidFill>
                            <a:schemeClr val="bg2"/>
                          </a:solidFill>
                          <a:effectLst/>
                          <a:latin typeface="Meiryo UI" panose="020B0604030504040204" pitchFamily="50" charset="-128"/>
                          <a:ea typeface="Meiryo UI" panose="020B0604030504040204" pitchFamily="50" charset="-128"/>
                        </a:rPr>
                        <a:t>開発実行計画書・</a:t>
                      </a:r>
                      <a:r>
                        <a:rPr lang="en-US" altLang="ja-JP" sz="1000" b="0" dirty="0">
                          <a:solidFill>
                            <a:schemeClr val="bg2"/>
                          </a:solidFill>
                          <a:effectLst/>
                          <a:latin typeface="Meiryo UI" panose="020B0604030504040204" pitchFamily="50" charset="-128"/>
                          <a:ea typeface="Meiryo UI" panose="020B0604030504040204" pitchFamily="50" charset="-128"/>
                        </a:rPr>
                        <a:t>WBS</a:t>
                      </a:r>
                      <a:endParaRPr lang="ja-JP" altLang="en-US" sz="1000" b="0" dirty="0">
                        <a:solidFill>
                          <a:schemeClr val="bg2"/>
                        </a:solidFill>
                        <a:effectLst/>
                        <a:latin typeface="Meiryo UI" panose="020B0604030504040204" pitchFamily="50" charset="-128"/>
                        <a:ea typeface="Meiryo UI" panose="020B0604030504040204" pitchFamily="50" charset="-128"/>
                      </a:endParaRPr>
                    </a:p>
                  </a:txBody>
                  <a:tcPr marL="9836" marR="9836" marT="6557" marB="65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595323544"/>
                  </a:ext>
                </a:extLst>
              </a:tr>
              <a:tr h="266261">
                <a:tc>
                  <a:txBody>
                    <a:bodyPr/>
                    <a:lstStyle/>
                    <a:p>
                      <a:pPr rtl="0" fontAlgn="b"/>
                      <a:r>
                        <a:rPr lang="ja-JP" altLang="en-US" sz="1000" b="0" dirty="0">
                          <a:solidFill>
                            <a:schemeClr val="bg2"/>
                          </a:solidFill>
                          <a:effectLst/>
                          <a:latin typeface="Meiryo UI" panose="020B0604030504040204" pitchFamily="50" charset="-128"/>
                          <a:ea typeface="Meiryo UI" panose="020B0604030504040204" pitchFamily="50" charset="-128"/>
                        </a:rPr>
                        <a:t>概算見積もり</a:t>
                      </a:r>
                    </a:p>
                  </a:txBody>
                  <a:tcPr marL="9836" marR="9836" marT="6557" marB="65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概算見積書</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470499288"/>
                  </a:ext>
                </a:extLst>
              </a:tr>
            </a:tbl>
          </a:graphicData>
        </a:graphic>
      </p:graphicFrame>
      <p:sp>
        <p:nvSpPr>
          <p:cNvPr id="21" name="矢印: 五方向 20">
            <a:extLst>
              <a:ext uri="{FF2B5EF4-FFF2-40B4-BE49-F238E27FC236}">
                <a16:creationId xmlns:a16="http://schemas.microsoft.com/office/drawing/2014/main" id="{E40A2D4C-C9F0-0301-AD11-2D3E22377BFD}"/>
              </a:ext>
            </a:extLst>
          </p:cNvPr>
          <p:cNvSpPr/>
          <p:nvPr/>
        </p:nvSpPr>
        <p:spPr>
          <a:xfrm>
            <a:off x="5324795" y="2858528"/>
            <a:ext cx="1617028" cy="200025"/>
          </a:xfrm>
          <a:prstGeom prst="homePlat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Meiryo UI" panose="020B0604030504040204" pitchFamily="50" charset="-128"/>
              <a:ea typeface="Meiryo UI" panose="020B0604030504040204" pitchFamily="50" charset="-128"/>
            </a:endParaRPr>
          </a:p>
        </p:txBody>
      </p:sp>
      <p:sp>
        <p:nvSpPr>
          <p:cNvPr id="22" name="矢印: 五方向 21">
            <a:extLst>
              <a:ext uri="{FF2B5EF4-FFF2-40B4-BE49-F238E27FC236}">
                <a16:creationId xmlns:a16="http://schemas.microsoft.com/office/drawing/2014/main" id="{81590015-1E71-C224-444B-87FE493E1D37}"/>
              </a:ext>
            </a:extLst>
          </p:cNvPr>
          <p:cNvSpPr/>
          <p:nvPr/>
        </p:nvSpPr>
        <p:spPr>
          <a:xfrm>
            <a:off x="5884865" y="3150345"/>
            <a:ext cx="1636078" cy="200025"/>
          </a:xfrm>
          <a:prstGeom prst="homePlat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Meiryo UI" panose="020B0604030504040204" pitchFamily="50" charset="-128"/>
              <a:ea typeface="Meiryo UI" panose="020B0604030504040204" pitchFamily="50" charset="-128"/>
            </a:endParaRPr>
          </a:p>
        </p:txBody>
      </p:sp>
      <p:sp>
        <p:nvSpPr>
          <p:cNvPr id="23" name="矢印: 五方向 22">
            <a:extLst>
              <a:ext uri="{FF2B5EF4-FFF2-40B4-BE49-F238E27FC236}">
                <a16:creationId xmlns:a16="http://schemas.microsoft.com/office/drawing/2014/main" id="{10F93917-4034-A8F5-8820-D2154DFCD25C}"/>
              </a:ext>
            </a:extLst>
          </p:cNvPr>
          <p:cNvSpPr/>
          <p:nvPr/>
        </p:nvSpPr>
        <p:spPr>
          <a:xfrm>
            <a:off x="6453944" y="3403202"/>
            <a:ext cx="1636078" cy="200025"/>
          </a:xfrm>
          <a:prstGeom prst="homePlat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Meiryo UI" panose="020B0604030504040204" pitchFamily="50" charset="-128"/>
              <a:ea typeface="Meiryo UI" panose="020B0604030504040204" pitchFamily="50" charset="-128"/>
            </a:endParaRPr>
          </a:p>
        </p:txBody>
      </p:sp>
      <p:sp>
        <p:nvSpPr>
          <p:cNvPr id="25" name="矢印: 五方向 24">
            <a:extLst>
              <a:ext uri="{FF2B5EF4-FFF2-40B4-BE49-F238E27FC236}">
                <a16:creationId xmlns:a16="http://schemas.microsoft.com/office/drawing/2014/main" id="{88AA2351-00B3-479D-98A7-AAE973EE378F}"/>
              </a:ext>
            </a:extLst>
          </p:cNvPr>
          <p:cNvSpPr/>
          <p:nvPr/>
        </p:nvSpPr>
        <p:spPr>
          <a:xfrm>
            <a:off x="8090022" y="3924803"/>
            <a:ext cx="1061601" cy="200025"/>
          </a:xfrm>
          <a:prstGeom prst="homePlat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Meiryo UI" panose="020B0604030504040204" pitchFamily="50" charset="-128"/>
              <a:ea typeface="Meiryo UI" panose="020B0604030504040204" pitchFamily="50" charset="-128"/>
            </a:endParaRPr>
          </a:p>
        </p:txBody>
      </p:sp>
      <p:sp>
        <p:nvSpPr>
          <p:cNvPr id="26" name="矢印: 五方向 25">
            <a:extLst>
              <a:ext uri="{FF2B5EF4-FFF2-40B4-BE49-F238E27FC236}">
                <a16:creationId xmlns:a16="http://schemas.microsoft.com/office/drawing/2014/main" id="{1E7861B1-5459-1DF7-29CC-A03C433BB18C}"/>
              </a:ext>
            </a:extLst>
          </p:cNvPr>
          <p:cNvSpPr/>
          <p:nvPr/>
        </p:nvSpPr>
        <p:spPr>
          <a:xfrm>
            <a:off x="8090022" y="4197555"/>
            <a:ext cx="1061600" cy="200025"/>
          </a:xfrm>
          <a:prstGeom prst="homePlat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Meiryo UI" panose="020B0604030504040204" pitchFamily="50" charset="-128"/>
              <a:ea typeface="Meiryo UI" panose="020B0604030504040204" pitchFamily="50" charset="-128"/>
            </a:endParaRPr>
          </a:p>
        </p:txBody>
      </p:sp>
      <p:sp>
        <p:nvSpPr>
          <p:cNvPr id="27" name="矢印: 五方向 26">
            <a:extLst>
              <a:ext uri="{FF2B5EF4-FFF2-40B4-BE49-F238E27FC236}">
                <a16:creationId xmlns:a16="http://schemas.microsoft.com/office/drawing/2014/main" id="{677BCA83-29A0-24BC-3F95-9007AAC6E3F3}"/>
              </a:ext>
            </a:extLst>
          </p:cNvPr>
          <p:cNvSpPr/>
          <p:nvPr/>
        </p:nvSpPr>
        <p:spPr>
          <a:xfrm>
            <a:off x="8668705" y="4457699"/>
            <a:ext cx="1061601" cy="200025"/>
          </a:xfrm>
          <a:prstGeom prst="homePlat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Meiryo UI" panose="020B0604030504040204" pitchFamily="50" charset="-128"/>
              <a:ea typeface="Meiryo UI" panose="020B0604030504040204" pitchFamily="50" charset="-128"/>
            </a:endParaRPr>
          </a:p>
        </p:txBody>
      </p:sp>
      <p:sp>
        <p:nvSpPr>
          <p:cNvPr id="28" name="矢印: 五方向 27">
            <a:extLst>
              <a:ext uri="{FF2B5EF4-FFF2-40B4-BE49-F238E27FC236}">
                <a16:creationId xmlns:a16="http://schemas.microsoft.com/office/drawing/2014/main" id="{03FAED6B-A698-D02D-2E30-0F18D9275C47}"/>
              </a:ext>
            </a:extLst>
          </p:cNvPr>
          <p:cNvSpPr/>
          <p:nvPr/>
        </p:nvSpPr>
        <p:spPr>
          <a:xfrm>
            <a:off x="9199505" y="4990595"/>
            <a:ext cx="1061600" cy="200025"/>
          </a:xfrm>
          <a:prstGeom prst="homePlat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Meiryo UI" panose="020B0604030504040204" pitchFamily="50" charset="-128"/>
              <a:ea typeface="Meiryo UI" panose="020B0604030504040204" pitchFamily="50" charset="-128"/>
            </a:endParaRPr>
          </a:p>
        </p:txBody>
      </p:sp>
      <p:sp>
        <p:nvSpPr>
          <p:cNvPr id="29" name="矢印: 五方向 28">
            <a:extLst>
              <a:ext uri="{FF2B5EF4-FFF2-40B4-BE49-F238E27FC236}">
                <a16:creationId xmlns:a16="http://schemas.microsoft.com/office/drawing/2014/main" id="{DAEBDE38-BC55-C899-7DB4-E51CC3696661}"/>
              </a:ext>
            </a:extLst>
          </p:cNvPr>
          <p:cNvSpPr/>
          <p:nvPr/>
        </p:nvSpPr>
        <p:spPr>
          <a:xfrm>
            <a:off x="9730305" y="5251925"/>
            <a:ext cx="1061600" cy="200025"/>
          </a:xfrm>
          <a:prstGeom prst="homePlat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Meiryo UI" panose="020B0604030504040204" pitchFamily="50" charset="-128"/>
              <a:ea typeface="Meiryo UI" panose="020B0604030504040204" pitchFamily="50" charset="-128"/>
            </a:endParaRPr>
          </a:p>
        </p:txBody>
      </p:sp>
      <p:sp>
        <p:nvSpPr>
          <p:cNvPr id="30" name="矢印: 五方向 29">
            <a:extLst>
              <a:ext uri="{FF2B5EF4-FFF2-40B4-BE49-F238E27FC236}">
                <a16:creationId xmlns:a16="http://schemas.microsoft.com/office/drawing/2014/main" id="{4E710458-DD52-7357-BF65-A68DD3321471}"/>
              </a:ext>
            </a:extLst>
          </p:cNvPr>
          <p:cNvSpPr/>
          <p:nvPr/>
        </p:nvSpPr>
        <p:spPr>
          <a:xfrm>
            <a:off x="9758029" y="5512711"/>
            <a:ext cx="1033876" cy="200025"/>
          </a:xfrm>
          <a:prstGeom prst="homePlat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Meiryo UI" panose="020B0604030504040204" pitchFamily="50" charset="-128"/>
              <a:ea typeface="Meiryo UI" panose="020B0604030504040204" pitchFamily="50" charset="-128"/>
            </a:endParaRPr>
          </a:p>
        </p:txBody>
      </p:sp>
      <p:sp>
        <p:nvSpPr>
          <p:cNvPr id="31" name="テキスト ボックス 30">
            <a:extLst>
              <a:ext uri="{FF2B5EF4-FFF2-40B4-BE49-F238E27FC236}">
                <a16:creationId xmlns:a16="http://schemas.microsoft.com/office/drawing/2014/main" id="{288F41AA-0C78-688B-67AB-67F730F21F4B}"/>
              </a:ext>
            </a:extLst>
          </p:cNvPr>
          <p:cNvSpPr txBox="1"/>
          <p:nvPr/>
        </p:nvSpPr>
        <p:spPr>
          <a:xfrm>
            <a:off x="5284473" y="2312178"/>
            <a:ext cx="971550" cy="253916"/>
          </a:xfrm>
          <a:prstGeom prst="rect">
            <a:avLst/>
          </a:prstGeom>
          <a:noFill/>
        </p:spPr>
        <p:txBody>
          <a:bodyPr wrap="square">
            <a:spAutoFit/>
          </a:bodyPr>
          <a:lstStyle/>
          <a:p>
            <a:r>
              <a:rPr lang="ja-JP" altLang="en-US" sz="1050" b="1" dirty="0">
                <a:solidFill>
                  <a:schemeClr val="bg2"/>
                </a:solidFill>
                <a:latin typeface="Meiryo UI" panose="020B0604030504040204" pitchFamily="50" charset="-128"/>
                <a:ea typeface="Meiryo UI" panose="020B0604030504040204" pitchFamily="50" charset="-128"/>
              </a:rPr>
              <a:t>▼</a:t>
            </a:r>
            <a:r>
              <a:rPr lang="ja-JP" altLang="en-US" sz="1050" b="1" i="0" dirty="0">
                <a:solidFill>
                  <a:schemeClr val="bg2"/>
                </a:solidFill>
                <a:effectLst/>
                <a:latin typeface="Meiryo UI" panose="020B0604030504040204" pitchFamily="50" charset="-128"/>
                <a:ea typeface="Meiryo UI" panose="020B0604030504040204" pitchFamily="50" charset="-128"/>
              </a:rPr>
              <a:t>キックオフ</a:t>
            </a:r>
            <a:endParaRPr lang="ja-JP" altLang="en-US" sz="1050" b="1" dirty="0">
              <a:solidFill>
                <a:schemeClr val="bg2"/>
              </a:solidFill>
              <a:latin typeface="Meiryo UI" panose="020B0604030504040204" pitchFamily="50" charset="-128"/>
              <a:ea typeface="Meiryo UI" panose="020B0604030504040204" pitchFamily="50" charset="-128"/>
            </a:endParaRPr>
          </a:p>
        </p:txBody>
      </p:sp>
      <p:sp>
        <p:nvSpPr>
          <p:cNvPr id="32" name="テキスト ボックス 31">
            <a:extLst>
              <a:ext uri="{FF2B5EF4-FFF2-40B4-BE49-F238E27FC236}">
                <a16:creationId xmlns:a16="http://schemas.microsoft.com/office/drawing/2014/main" id="{79D4CADC-67F3-A4EB-F06C-2A1C9541CC7D}"/>
              </a:ext>
            </a:extLst>
          </p:cNvPr>
          <p:cNvSpPr txBox="1"/>
          <p:nvPr/>
        </p:nvSpPr>
        <p:spPr>
          <a:xfrm>
            <a:off x="7520943" y="2332093"/>
            <a:ext cx="1147763" cy="253916"/>
          </a:xfrm>
          <a:prstGeom prst="rect">
            <a:avLst/>
          </a:prstGeom>
          <a:noFill/>
        </p:spPr>
        <p:txBody>
          <a:bodyPr wrap="square">
            <a:spAutoFit/>
          </a:bodyPr>
          <a:lstStyle/>
          <a:p>
            <a:r>
              <a:rPr lang="ja-JP" altLang="en-US" sz="1050" b="1" dirty="0">
                <a:solidFill>
                  <a:schemeClr val="bg2"/>
                </a:solidFill>
                <a:latin typeface="Meiryo UI" panose="020B0604030504040204" pitchFamily="50" charset="-128"/>
                <a:ea typeface="Meiryo UI" panose="020B0604030504040204" pitchFamily="50" charset="-128"/>
              </a:rPr>
              <a:t>▼</a:t>
            </a:r>
            <a:r>
              <a:rPr lang="ja-JP" altLang="en-US" sz="1050" b="1" i="0" dirty="0">
                <a:solidFill>
                  <a:schemeClr val="bg2"/>
                </a:solidFill>
                <a:effectLst/>
                <a:latin typeface="Meiryo UI" panose="020B0604030504040204" pitchFamily="50" charset="-128"/>
                <a:ea typeface="Meiryo UI" panose="020B0604030504040204" pitchFamily="50" charset="-128"/>
              </a:rPr>
              <a:t>選定意思決定</a:t>
            </a:r>
            <a:endParaRPr lang="ja-JP" altLang="en-US" sz="1050" b="1" dirty="0">
              <a:solidFill>
                <a:schemeClr val="bg2"/>
              </a:solidFill>
              <a:latin typeface="Meiryo UI" panose="020B0604030504040204" pitchFamily="50" charset="-128"/>
              <a:ea typeface="Meiryo UI" panose="020B0604030504040204" pitchFamily="50" charset="-128"/>
            </a:endParaRPr>
          </a:p>
        </p:txBody>
      </p:sp>
      <p:sp>
        <p:nvSpPr>
          <p:cNvPr id="6" name="矢印: 五方向 5">
            <a:extLst>
              <a:ext uri="{FF2B5EF4-FFF2-40B4-BE49-F238E27FC236}">
                <a16:creationId xmlns:a16="http://schemas.microsoft.com/office/drawing/2014/main" id="{555798AF-7507-FE92-2BFB-39976E6448F8}"/>
              </a:ext>
            </a:extLst>
          </p:cNvPr>
          <p:cNvSpPr/>
          <p:nvPr/>
        </p:nvSpPr>
        <p:spPr>
          <a:xfrm>
            <a:off x="10261105" y="5784821"/>
            <a:ext cx="530800" cy="200025"/>
          </a:xfrm>
          <a:prstGeom prst="homePlat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0121371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1D24C-C8CD-0A8F-19A1-E98A7447BA3A}"/>
            </a:ext>
          </a:extLst>
        </p:cNvPr>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0860CF9B-47B7-66B3-CA20-26BA135FACC6}"/>
              </a:ext>
            </a:extLst>
          </p:cNvPr>
          <p:cNvSpPr>
            <a:spLocks noGrp="1"/>
          </p:cNvSpPr>
          <p:nvPr>
            <p:ph type="body" sz="quarter" idx="15"/>
          </p:nvPr>
        </p:nvSpPr>
        <p:spPr>
          <a:xfrm>
            <a:off x="390525" y="990600"/>
            <a:ext cx="10987193" cy="558800"/>
          </a:xfrm>
        </p:spPr>
        <p:txBody>
          <a:bodyPr/>
          <a:lstStyle/>
          <a:p>
            <a:pPr marL="0" indent="0">
              <a:buNone/>
            </a:pPr>
            <a:r>
              <a:rPr lang="ja-JP" altLang="en-US" sz="1800" dirty="0">
                <a:latin typeface="Meiryo UI" panose="020B0604030504040204" pitchFamily="50" charset="-128"/>
                <a:ea typeface="Meiryo UI" panose="020B0604030504040204" pitchFamily="50" charset="-128"/>
              </a:rPr>
              <a:t>各フェーズで作成する主要成果物と、</a:t>
            </a:r>
            <a:r>
              <a:rPr lang="en-US" altLang="ja-JP" sz="1800" dirty="0">
                <a:latin typeface="Meiryo UI" panose="020B0604030504040204" pitchFamily="50" charset="-128"/>
                <a:ea typeface="Meiryo UI" panose="020B0604030504040204" pitchFamily="50" charset="-128"/>
              </a:rPr>
              <a:t>TMC</a:t>
            </a:r>
            <a:r>
              <a:rPr lang="ja-JP" altLang="en-US" sz="1800" dirty="0">
                <a:latin typeface="Meiryo UI" panose="020B0604030504040204" pitchFamily="50" charset="-128"/>
                <a:ea typeface="Meiryo UI" panose="020B0604030504040204" pitchFamily="50" charset="-128"/>
              </a:rPr>
              <a:t>様／</a:t>
            </a:r>
            <a:r>
              <a:rPr lang="en-US" altLang="ja-JP" sz="1800" dirty="0">
                <a:latin typeface="Meiryo UI" panose="020B0604030504040204" pitchFamily="50" charset="-128"/>
                <a:ea typeface="Meiryo UI" panose="020B0604030504040204" pitchFamily="50" charset="-128"/>
              </a:rPr>
              <a:t>CTC</a:t>
            </a:r>
            <a:r>
              <a:rPr lang="ja-JP" altLang="en-US" sz="1800" dirty="0">
                <a:latin typeface="Meiryo UI" panose="020B0604030504040204" pitchFamily="50" charset="-128"/>
                <a:ea typeface="Meiryo UI" panose="020B0604030504040204" pitchFamily="50" charset="-128"/>
              </a:rPr>
              <a:t>側の実施事項（ご協力事項）および合意の場を整理し、手戻りなく推進するための前提を明確化します。</a:t>
            </a:r>
          </a:p>
        </p:txBody>
      </p:sp>
      <p:sp>
        <p:nvSpPr>
          <p:cNvPr id="3" name="タイトル 2">
            <a:extLst>
              <a:ext uri="{FF2B5EF4-FFF2-40B4-BE49-F238E27FC236}">
                <a16:creationId xmlns:a16="http://schemas.microsoft.com/office/drawing/2014/main" id="{1C0ADC0E-5C54-6AB4-40EF-D6C9AAC4B1E0}"/>
              </a:ext>
            </a:extLst>
          </p:cNvPr>
          <p:cNvSpPr>
            <a:spLocks noGrp="1"/>
          </p:cNvSpPr>
          <p:nvPr>
            <p:ph type="title"/>
          </p:nvPr>
        </p:nvSpPr>
        <p:spPr/>
        <p:txBody>
          <a:bodyPr/>
          <a:lstStyle/>
          <a:p>
            <a:r>
              <a:rPr lang="ja-JP" altLang="en-US" dirty="0">
                <a:latin typeface="Meiryo UI" panose="020B0604030504040204" pitchFamily="50" charset="-128"/>
                <a:ea typeface="Meiryo UI" panose="020B0604030504040204" pitchFamily="50" charset="-128"/>
              </a:rPr>
              <a:t>フェーズ別の作成物と役割分担</a:t>
            </a:r>
            <a:r>
              <a:rPr lang="en-US" altLang="ja-JP" dirty="0">
                <a:latin typeface="Meiryo UI" panose="020B0604030504040204" pitchFamily="50" charset="-128"/>
                <a:ea typeface="Meiryo UI" panose="020B0604030504040204" pitchFamily="50" charset="-128"/>
              </a:rPr>
              <a:t>(1/2)</a:t>
            </a:r>
            <a:endParaRPr lang="ja-JP" altLang="en-US" dirty="0">
              <a:latin typeface="Meiryo UI" panose="020B0604030504040204" pitchFamily="50" charset="-128"/>
              <a:ea typeface="Meiryo UI" panose="020B0604030504040204" pitchFamily="50" charset="-128"/>
            </a:endParaRPr>
          </a:p>
        </p:txBody>
      </p:sp>
      <p:graphicFrame>
        <p:nvGraphicFramePr>
          <p:cNvPr id="4" name="表 3">
            <a:extLst>
              <a:ext uri="{FF2B5EF4-FFF2-40B4-BE49-F238E27FC236}">
                <a16:creationId xmlns:a16="http://schemas.microsoft.com/office/drawing/2014/main" id="{EA482030-A108-1FA9-3F73-C9D52073A9A6}"/>
              </a:ext>
            </a:extLst>
          </p:cNvPr>
          <p:cNvGraphicFramePr>
            <a:graphicFrameLocks noGrp="1"/>
          </p:cNvGraphicFramePr>
          <p:nvPr>
            <p:extLst>
              <p:ext uri="{D42A27DB-BD31-4B8C-83A1-F6EECF244321}">
                <p14:modId xmlns:p14="http://schemas.microsoft.com/office/powerpoint/2010/main" val="1730294292"/>
              </p:ext>
            </p:extLst>
          </p:nvPr>
        </p:nvGraphicFramePr>
        <p:xfrm>
          <a:off x="814282" y="1760427"/>
          <a:ext cx="10563436" cy="4453047"/>
        </p:xfrm>
        <a:graphic>
          <a:graphicData uri="http://schemas.openxmlformats.org/drawingml/2006/table">
            <a:tbl>
              <a:tblPr/>
              <a:tblGrid>
                <a:gridCol w="1366943">
                  <a:extLst>
                    <a:ext uri="{9D8B030D-6E8A-4147-A177-3AD203B41FA5}">
                      <a16:colId xmlns:a16="http://schemas.microsoft.com/office/drawing/2014/main" val="2989783398"/>
                    </a:ext>
                  </a:extLst>
                </a:gridCol>
                <a:gridCol w="1752600">
                  <a:extLst>
                    <a:ext uri="{9D8B030D-6E8A-4147-A177-3AD203B41FA5}">
                      <a16:colId xmlns:a16="http://schemas.microsoft.com/office/drawing/2014/main" val="1383491693"/>
                    </a:ext>
                  </a:extLst>
                </a:gridCol>
                <a:gridCol w="3629025">
                  <a:extLst>
                    <a:ext uri="{9D8B030D-6E8A-4147-A177-3AD203B41FA5}">
                      <a16:colId xmlns:a16="http://schemas.microsoft.com/office/drawing/2014/main" val="1051710756"/>
                    </a:ext>
                  </a:extLst>
                </a:gridCol>
                <a:gridCol w="3814868">
                  <a:extLst>
                    <a:ext uri="{9D8B030D-6E8A-4147-A177-3AD203B41FA5}">
                      <a16:colId xmlns:a16="http://schemas.microsoft.com/office/drawing/2014/main" val="443009232"/>
                    </a:ext>
                  </a:extLst>
                </a:gridCol>
              </a:tblGrid>
              <a:tr h="415702">
                <a:tc>
                  <a:txBody>
                    <a:bodyPr/>
                    <a:lstStyle/>
                    <a:p>
                      <a:pPr rtl="0" fontAlgn="t"/>
                      <a:r>
                        <a:rPr lang="ja-JP" altLang="en-US" sz="1200" b="1" dirty="0">
                          <a:solidFill>
                            <a:schemeClr val="bg1"/>
                          </a:solidFill>
                          <a:effectLst/>
                          <a:latin typeface="Meiryo UI" panose="020B0604030504040204" pitchFamily="50" charset="-128"/>
                          <a:ea typeface="Meiryo UI" panose="020B0604030504040204" pitchFamily="50" charset="-128"/>
                        </a:rPr>
                        <a:t>フェーズ</a:t>
                      </a: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tx1"/>
                    </a:solidFill>
                  </a:tcPr>
                </a:tc>
                <a:tc>
                  <a:txBody>
                    <a:bodyPr/>
                    <a:lstStyle/>
                    <a:p>
                      <a:pPr rtl="0" fontAlgn="t"/>
                      <a:r>
                        <a:rPr lang="ja-JP" altLang="en-US" sz="1200" b="1" dirty="0">
                          <a:solidFill>
                            <a:schemeClr val="bg1"/>
                          </a:solidFill>
                          <a:effectLst/>
                          <a:latin typeface="Meiryo UI" panose="020B0604030504040204" pitchFamily="50" charset="-128"/>
                          <a:ea typeface="Meiryo UI" panose="020B0604030504040204" pitchFamily="50" charset="-128"/>
                        </a:rPr>
                        <a:t>作成物</a:t>
                      </a: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tx1"/>
                    </a:solidFill>
                  </a:tcPr>
                </a:tc>
                <a:tc>
                  <a:txBody>
                    <a:bodyPr/>
                    <a:lstStyle/>
                    <a:p>
                      <a:pPr rtl="0" fontAlgn="t"/>
                      <a:r>
                        <a:rPr lang="ja-JP" altLang="en-US" sz="1200" b="1" strike="noStrike" baseline="0" dirty="0">
                          <a:solidFill>
                            <a:schemeClr val="bg1"/>
                          </a:solidFill>
                          <a:effectLst/>
                          <a:latin typeface="Meiryo UI" panose="020B0604030504040204" pitchFamily="50" charset="-128"/>
                          <a:ea typeface="Meiryo UI" panose="020B0604030504040204" pitchFamily="50" charset="-128"/>
                        </a:rPr>
                        <a:t>貴社の役割</a:t>
                      </a:r>
                      <a:endParaRPr lang="ja-JP" altLang="en-US" sz="1200" b="1" strike="dblStrike" baseline="0" dirty="0">
                        <a:solidFill>
                          <a:schemeClr val="bg1"/>
                        </a:solidFill>
                        <a:effectLst/>
                        <a:latin typeface="Meiryo UI" panose="020B0604030504040204" pitchFamily="50" charset="-128"/>
                        <a:ea typeface="Meiryo UI" panose="020B0604030504040204" pitchFamily="50" charset="-128"/>
                      </a:endParaRP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tx1"/>
                    </a:solidFill>
                  </a:tcPr>
                </a:tc>
                <a:tc>
                  <a:txBody>
                    <a:bodyPr/>
                    <a:lstStyle/>
                    <a:p>
                      <a:pPr rtl="0" fontAlgn="t"/>
                      <a:r>
                        <a:rPr lang="ja-JP" altLang="en-US" sz="1200" b="1" dirty="0">
                          <a:solidFill>
                            <a:schemeClr val="bg1"/>
                          </a:solidFill>
                          <a:effectLst/>
                          <a:latin typeface="Meiryo UI" panose="020B0604030504040204" pitchFamily="50" charset="-128"/>
                          <a:ea typeface="Meiryo UI" panose="020B0604030504040204" pitchFamily="50" charset="-128"/>
                        </a:rPr>
                        <a:t>弊社の</a:t>
                      </a:r>
                      <a:r>
                        <a:rPr lang="ja-JP" altLang="en-US" sz="1200" b="1" strike="noStrike" baseline="0" dirty="0">
                          <a:solidFill>
                            <a:schemeClr val="bg1"/>
                          </a:solidFill>
                          <a:effectLst/>
                          <a:latin typeface="Meiryo UI" panose="020B0604030504040204" pitchFamily="50" charset="-128"/>
                          <a:ea typeface="Meiryo UI" panose="020B0604030504040204" pitchFamily="50" charset="-128"/>
                        </a:rPr>
                        <a:t>役割</a:t>
                      </a:r>
                      <a:endParaRPr lang="ja-JP" altLang="en-US" sz="1200" b="1" strike="dblStrike" baseline="0" dirty="0">
                        <a:solidFill>
                          <a:schemeClr val="bg1"/>
                        </a:solidFill>
                        <a:effectLst/>
                        <a:latin typeface="Meiryo UI" panose="020B0604030504040204" pitchFamily="50" charset="-128"/>
                        <a:ea typeface="Meiryo UI" panose="020B0604030504040204" pitchFamily="50" charset="-128"/>
                      </a:endParaRP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tx1"/>
                    </a:solidFill>
                  </a:tcPr>
                </a:tc>
                <a:extLst>
                  <a:ext uri="{0D108BD9-81ED-4DB2-BD59-A6C34878D82A}">
                    <a16:rowId xmlns:a16="http://schemas.microsoft.com/office/drawing/2014/main" val="2279316255"/>
                  </a:ext>
                </a:extLst>
              </a:tr>
              <a:tr h="807469">
                <a:tc>
                  <a:txBody>
                    <a:bodyPr/>
                    <a:lstStyle/>
                    <a:p>
                      <a:pPr rtl="0" fontAlgn="t"/>
                      <a:r>
                        <a:rPr lang="ja-JP" altLang="en-US" sz="1200" dirty="0">
                          <a:effectLst/>
                          <a:latin typeface="Meiryo UI" panose="020B0604030504040204" pitchFamily="50" charset="-128"/>
                          <a:ea typeface="Meiryo UI" panose="020B0604030504040204" pitchFamily="50" charset="-128"/>
                        </a:rPr>
                        <a:t>共通</a:t>
                      </a: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r>
                        <a:rPr lang="zh-TW" altLang="en-US" sz="1200" dirty="0">
                          <a:effectLst/>
                          <a:latin typeface="Meiryo UI" panose="020B0604030504040204" pitchFamily="50" charset="-128"/>
                          <a:ea typeface="Meiryo UI" panose="020B0604030504040204" pitchFamily="50" charset="-128"/>
                        </a:rPr>
                        <a:t>週間報告書、課題管理表</a:t>
                      </a: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r>
                        <a:rPr lang="ja-JP" altLang="en-US" sz="1200" dirty="0">
                          <a:effectLst/>
                          <a:latin typeface="Meiryo UI" panose="020B0604030504040204" pitchFamily="50" charset="-128"/>
                          <a:ea typeface="Meiryo UI" panose="020B0604030504040204" pitchFamily="50" charset="-128"/>
                        </a:rPr>
                        <a:t>定例会への出席、発生した課題に対する社内調整と最終判断。</a:t>
                      </a: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r>
                        <a:rPr lang="ja-JP" altLang="en-US" sz="1200" dirty="0">
                          <a:effectLst/>
                          <a:latin typeface="Meiryo UI" panose="020B0604030504040204" pitchFamily="50" charset="-128"/>
                          <a:ea typeface="Meiryo UI" panose="020B0604030504040204" pitchFamily="50" charset="-128"/>
                        </a:rPr>
                        <a:t>進行管理、課題の整理・可視化、会議のファシリテーション。</a:t>
                      </a: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015636514"/>
                  </a:ext>
                </a:extLst>
              </a:tr>
              <a:tr h="807469">
                <a:tc>
                  <a:txBody>
                    <a:bodyPr/>
                    <a:lstStyle/>
                    <a:p>
                      <a:pPr rtl="0" fontAlgn="t"/>
                      <a:r>
                        <a:rPr lang="en-US" altLang="ja-JP" sz="1200" dirty="0">
                          <a:effectLst/>
                          <a:latin typeface="Meiryo UI" panose="020B0604030504040204" pitchFamily="50" charset="-128"/>
                          <a:ea typeface="Meiryo UI" panose="020B0604030504040204" pitchFamily="50" charset="-128"/>
                        </a:rPr>
                        <a:t>1. </a:t>
                      </a:r>
                      <a:r>
                        <a:rPr lang="ja-JP" altLang="en-US" sz="1200" dirty="0">
                          <a:effectLst/>
                          <a:latin typeface="Meiryo UI" panose="020B0604030504040204" pitchFamily="50" charset="-128"/>
                          <a:ea typeface="Meiryo UI" panose="020B0604030504040204" pitchFamily="50" charset="-128"/>
                        </a:rPr>
                        <a:t>立上げ</a:t>
                      </a: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r>
                        <a:rPr lang="ja-JP" altLang="en-US" sz="1200" dirty="0">
                          <a:effectLst/>
                          <a:latin typeface="Meiryo UI" panose="020B0604030504040204" pitchFamily="50" charset="-128"/>
                          <a:ea typeface="Meiryo UI" panose="020B0604030504040204" pitchFamily="50" charset="-128"/>
                        </a:rPr>
                        <a:t>プロジェクト計画書</a:t>
                      </a:r>
                      <a:endParaRPr lang="en-US" altLang="ja-JP" sz="1200" dirty="0">
                        <a:effectLst/>
                        <a:latin typeface="Meiryo UI" panose="020B0604030504040204" pitchFamily="50" charset="-128"/>
                        <a:ea typeface="Meiryo UI" panose="020B0604030504040204" pitchFamily="50" charset="-128"/>
                      </a:endParaRPr>
                    </a:p>
                    <a:p>
                      <a:pPr rtl="0" fontAlgn="t"/>
                      <a:r>
                        <a:rPr lang="en-US" altLang="ja-JP" sz="1200" dirty="0">
                          <a:effectLst/>
                          <a:latin typeface="Meiryo UI" panose="020B0604030504040204" pitchFamily="50" charset="-128"/>
                          <a:ea typeface="Meiryo UI" panose="020B0604030504040204" pitchFamily="50" charset="-128"/>
                        </a:rPr>
                        <a:t>(</a:t>
                      </a:r>
                      <a:r>
                        <a:rPr lang="ja-JP" altLang="en-US" sz="1200" dirty="0">
                          <a:effectLst/>
                          <a:latin typeface="Meiryo UI" panose="020B0604030504040204" pitchFamily="50" charset="-128"/>
                          <a:ea typeface="Meiryo UI" panose="020B0604030504040204" pitchFamily="50" charset="-128"/>
                        </a:rPr>
                        <a:t>本資料</a:t>
                      </a:r>
                      <a:r>
                        <a:rPr lang="en-US" altLang="ja-JP" sz="1200" dirty="0">
                          <a:effectLst/>
                          <a:latin typeface="Meiryo UI" panose="020B0604030504040204" pitchFamily="50" charset="-128"/>
                          <a:ea typeface="Meiryo UI" panose="020B0604030504040204" pitchFamily="50" charset="-128"/>
                        </a:rPr>
                        <a:t>)</a:t>
                      </a:r>
                      <a:endParaRPr lang="ja-JP" altLang="en-US" sz="1200" dirty="0">
                        <a:effectLst/>
                        <a:latin typeface="Meiryo UI" panose="020B0604030504040204" pitchFamily="50" charset="-128"/>
                        <a:ea typeface="Meiryo UI" panose="020B0604030504040204" pitchFamily="50" charset="-128"/>
                      </a:endParaRP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r>
                        <a:rPr lang="ja-JP" altLang="en-US" sz="1200" dirty="0">
                          <a:effectLst/>
                          <a:latin typeface="Meiryo UI" panose="020B0604030504040204" pitchFamily="50" charset="-128"/>
                          <a:ea typeface="Meiryo UI" panose="020B0604030504040204" pitchFamily="50" charset="-128"/>
                        </a:rPr>
                        <a:t>プロジェクトの目的・ゴール・制約事項の最終承認。</a:t>
                      </a: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r>
                        <a:rPr lang="ja-JP" altLang="en-US" sz="1200" dirty="0">
                          <a:effectLst/>
                          <a:latin typeface="Meiryo UI" panose="020B0604030504040204" pitchFamily="50" charset="-128"/>
                          <a:ea typeface="Meiryo UI" panose="020B0604030504040204" pitchFamily="50" charset="-128"/>
                        </a:rPr>
                        <a:t>全体計画、推進体制、コミュニケーションルールの策定と提示。</a:t>
                      </a: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891278621"/>
                  </a:ext>
                </a:extLst>
              </a:tr>
              <a:tr h="807469">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altLang="ja-JP" sz="1200" dirty="0">
                          <a:effectLst/>
                          <a:latin typeface="Meiryo UI" panose="020B0604030504040204" pitchFamily="50" charset="-128"/>
                          <a:ea typeface="Meiryo UI" panose="020B0604030504040204" pitchFamily="50" charset="-128"/>
                        </a:rPr>
                        <a:t>2. </a:t>
                      </a:r>
                      <a:r>
                        <a:rPr lang="ja-JP" altLang="en-US" sz="1200" dirty="0">
                          <a:effectLst/>
                          <a:latin typeface="Meiryo UI" panose="020B0604030504040204" pitchFamily="50" charset="-128"/>
                          <a:ea typeface="Meiryo UI" panose="020B0604030504040204" pitchFamily="50" charset="-128"/>
                        </a:rPr>
                        <a:t>現状分析</a:t>
                      </a:r>
                    </a:p>
                    <a:p>
                      <a:pPr rtl="0" fontAlgn="t"/>
                      <a:endParaRPr lang="ja-JP" altLang="en-US" sz="1200" dirty="0">
                        <a:effectLst/>
                        <a:latin typeface="Meiryo UI" panose="020B0604030504040204" pitchFamily="50" charset="-128"/>
                        <a:ea typeface="Meiryo UI" panose="020B0604030504040204" pitchFamily="50" charset="-128"/>
                      </a:endParaRP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r>
                        <a:rPr lang="ja-JP" altLang="en-US" sz="1200" dirty="0">
                          <a:effectLst/>
                          <a:latin typeface="Meiryo UI" panose="020B0604030504040204" pitchFamily="50" charset="-128"/>
                          <a:ea typeface="Meiryo UI" panose="020B0604030504040204" pitchFamily="50" charset="-128"/>
                        </a:rPr>
                        <a:t>現状業務フロー図／ヒアリングシート</a:t>
                      </a:r>
                      <a:endParaRPr lang="en-US" sz="1200" dirty="0">
                        <a:effectLst/>
                        <a:latin typeface="Meiryo UI" panose="020B0604030504040204" pitchFamily="50" charset="-128"/>
                        <a:ea typeface="Meiryo UI" panose="020B0604030504040204" pitchFamily="50" charset="-128"/>
                      </a:endParaRP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r>
                        <a:rPr lang="ja-JP" altLang="en-US" sz="1200" dirty="0">
                          <a:effectLst/>
                          <a:latin typeface="Meiryo UI" panose="020B0604030504040204" pitchFamily="50" charset="-128"/>
                          <a:ea typeface="Meiryo UI" panose="020B0604030504040204" pitchFamily="50" charset="-128"/>
                        </a:rPr>
                        <a:t>現場の実態を共有し、フロー図の内容（流れ・担当・例外）を確認・修正</a:t>
                      </a: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r>
                        <a:rPr lang="ja-JP" altLang="en-US" sz="1200" dirty="0">
                          <a:effectLst/>
                          <a:latin typeface="Meiryo UI" panose="020B0604030504040204" pitchFamily="50" charset="-128"/>
                          <a:ea typeface="Meiryo UI" panose="020B0604030504040204" pitchFamily="50" charset="-128"/>
                        </a:rPr>
                        <a:t>ヒアリングで業務の流れを整理し、現状業務フロー図とヒアリングシートを作成</a:t>
                      </a: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606840985"/>
                  </a:ext>
                </a:extLst>
              </a:tr>
              <a:tr h="807469">
                <a:tc>
                  <a:txBody>
                    <a:bodyPr/>
                    <a:lstStyle/>
                    <a:p>
                      <a:pPr rtl="0" fontAlgn="t"/>
                      <a:endParaRPr lang="ja-JP" altLang="en-US" sz="1200" dirty="0">
                        <a:effectLst/>
                        <a:latin typeface="Meiryo UI" panose="020B0604030504040204" pitchFamily="50" charset="-128"/>
                        <a:ea typeface="Meiryo UI" panose="020B0604030504040204" pitchFamily="50" charset="-128"/>
                      </a:endParaRP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r>
                        <a:rPr lang="ja-JP" altLang="en-US" sz="1200" dirty="0">
                          <a:effectLst/>
                          <a:latin typeface="Meiryo UI" panose="020B0604030504040204" pitchFamily="50" charset="-128"/>
                          <a:ea typeface="Meiryo UI" panose="020B0604030504040204" pitchFamily="50" charset="-128"/>
                        </a:rPr>
                        <a:t>システム比較・評価レポート</a:t>
                      </a: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r>
                        <a:rPr lang="ja-JP" altLang="en-US" sz="1200" dirty="0">
                          <a:effectLst/>
                          <a:latin typeface="Meiryo UI" panose="020B0604030504040204" pitchFamily="50" charset="-128"/>
                          <a:ea typeface="Meiryo UI" panose="020B0604030504040204" pitchFamily="50" charset="-128"/>
                        </a:rPr>
                        <a:t>重視するポイント（費用・使いやすさ・連携・セキュリティ等）を示し、比較結果を確認して選定方針を決定。</a:t>
                      </a: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ja-JP" altLang="en-US" sz="1200" dirty="0">
                          <a:effectLst/>
                          <a:latin typeface="Meiryo UI" panose="020B0604030504040204" pitchFamily="50" charset="-128"/>
                          <a:ea typeface="Meiryo UI" panose="020B0604030504040204" pitchFamily="50" charset="-128"/>
                        </a:rPr>
                        <a:t>候補システムを調査し、メリット・デメリット・コスト等を整理した比較・評価レポートを作成。</a:t>
                      </a: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582482477"/>
                  </a:ext>
                </a:extLst>
              </a:tr>
              <a:tr h="807469">
                <a:tc>
                  <a:txBody>
                    <a:bodyPr/>
                    <a:lstStyle/>
                    <a:p>
                      <a:pPr rtl="0" fontAlgn="t"/>
                      <a:endParaRPr lang="ja-JP" altLang="en-US" sz="1200" dirty="0">
                        <a:solidFill>
                          <a:srgbClr val="FF0000"/>
                        </a:solidFill>
                        <a:effectLst/>
                        <a:latin typeface="Meiryo UI" panose="020B0604030504040204" pitchFamily="50" charset="-128"/>
                        <a:ea typeface="Meiryo UI" panose="020B0604030504040204" pitchFamily="50" charset="-128"/>
                      </a:endParaRP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r>
                        <a:rPr lang="ja-JP" altLang="en-US" sz="1200" dirty="0">
                          <a:effectLst/>
                          <a:latin typeface="Meiryo UI" panose="020B0604030504040204" pitchFamily="50" charset="-128"/>
                          <a:ea typeface="Meiryo UI" panose="020B0604030504040204" pitchFamily="50" charset="-128"/>
                        </a:rPr>
                        <a:t>システム選定理由書／承認資料</a:t>
                      </a: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r>
                        <a:rPr lang="ja-JP" altLang="en-US" sz="1200" dirty="0">
                          <a:effectLst/>
                          <a:latin typeface="Meiryo UI" panose="020B0604030504040204" pitchFamily="50" charset="-128"/>
                          <a:ea typeface="Meiryo UI" panose="020B0604030504040204" pitchFamily="50" charset="-128"/>
                        </a:rPr>
                        <a:t>選定案の最終判断を行い、社内承認に必要な観点（稟議・決裁の論点）を提示。</a:t>
                      </a: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r>
                        <a:rPr lang="ja-JP" altLang="en-US" sz="1200" dirty="0">
                          <a:effectLst/>
                          <a:latin typeface="Meiryo UI" panose="020B0604030504040204" pitchFamily="50" charset="-128"/>
                          <a:ea typeface="Meiryo UI" panose="020B0604030504040204" pitchFamily="50" charset="-128"/>
                        </a:rPr>
                        <a:t>比較結果を根拠に、選定理由を文章化し、承認用資料として取りまとめる。</a:t>
                      </a: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783083517"/>
                  </a:ext>
                </a:extLst>
              </a:tr>
            </a:tbl>
          </a:graphicData>
        </a:graphic>
      </p:graphicFrame>
    </p:spTree>
    <p:extLst>
      <p:ext uri="{BB962C8B-B14F-4D97-AF65-F5344CB8AC3E}">
        <p14:creationId xmlns:p14="http://schemas.microsoft.com/office/powerpoint/2010/main" val="35441364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A7F222-5EEC-6735-CE34-CEFA849BB8BA}"/>
            </a:ext>
          </a:extLst>
        </p:cNvPr>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A1D45682-0370-CF28-A2E2-08919F41FBC8}"/>
              </a:ext>
            </a:extLst>
          </p:cNvPr>
          <p:cNvSpPr>
            <a:spLocks noGrp="1"/>
          </p:cNvSpPr>
          <p:nvPr>
            <p:ph type="body" sz="quarter" idx="15"/>
          </p:nvPr>
        </p:nvSpPr>
        <p:spPr>
          <a:xfrm>
            <a:off x="323850" y="908050"/>
            <a:ext cx="11053868" cy="558800"/>
          </a:xfrm>
        </p:spPr>
        <p:txBody>
          <a:bodyPr/>
          <a:lstStyle/>
          <a:p>
            <a:pPr marL="0" indent="0">
              <a:buNone/>
            </a:pPr>
            <a:r>
              <a:rPr lang="ja-JP" altLang="en-US" sz="1800" dirty="0">
                <a:latin typeface="Meiryo UI" panose="020B0604030504040204" pitchFamily="50" charset="-128"/>
                <a:ea typeface="Meiryo UI" panose="020B0604030504040204" pitchFamily="50" charset="-128"/>
              </a:rPr>
              <a:t>各フェーズで作成する主要成果物と、</a:t>
            </a:r>
            <a:r>
              <a:rPr lang="en-US" altLang="ja-JP" sz="1800" dirty="0">
                <a:latin typeface="Meiryo UI" panose="020B0604030504040204" pitchFamily="50" charset="-128"/>
                <a:ea typeface="Meiryo UI" panose="020B0604030504040204" pitchFamily="50" charset="-128"/>
              </a:rPr>
              <a:t>TMC</a:t>
            </a:r>
            <a:r>
              <a:rPr lang="ja-JP" altLang="en-US" sz="1800" dirty="0">
                <a:latin typeface="Meiryo UI" panose="020B0604030504040204" pitchFamily="50" charset="-128"/>
                <a:ea typeface="Meiryo UI" panose="020B0604030504040204" pitchFamily="50" charset="-128"/>
              </a:rPr>
              <a:t>様／</a:t>
            </a:r>
            <a:r>
              <a:rPr lang="en-US" altLang="ja-JP" sz="1800" dirty="0">
                <a:latin typeface="Meiryo UI" panose="020B0604030504040204" pitchFamily="50" charset="-128"/>
                <a:ea typeface="Meiryo UI" panose="020B0604030504040204" pitchFamily="50" charset="-128"/>
              </a:rPr>
              <a:t>CTC</a:t>
            </a:r>
            <a:r>
              <a:rPr lang="ja-JP" altLang="en-US" sz="1800" dirty="0">
                <a:latin typeface="Meiryo UI" panose="020B0604030504040204" pitchFamily="50" charset="-128"/>
                <a:ea typeface="Meiryo UI" panose="020B0604030504040204" pitchFamily="50" charset="-128"/>
              </a:rPr>
              <a:t>側の実施事項（ご協力事項）および合意の場を整理し、手戻りなく推進するための前提を明確化します。</a:t>
            </a:r>
          </a:p>
        </p:txBody>
      </p:sp>
      <p:sp>
        <p:nvSpPr>
          <p:cNvPr id="3" name="タイトル 2">
            <a:extLst>
              <a:ext uri="{FF2B5EF4-FFF2-40B4-BE49-F238E27FC236}">
                <a16:creationId xmlns:a16="http://schemas.microsoft.com/office/drawing/2014/main" id="{1EE3666C-452E-7AE2-0F2D-A54AD3B0B738}"/>
              </a:ext>
            </a:extLst>
          </p:cNvPr>
          <p:cNvSpPr>
            <a:spLocks noGrp="1"/>
          </p:cNvSpPr>
          <p:nvPr>
            <p:ph type="title"/>
          </p:nvPr>
        </p:nvSpPr>
        <p:spPr/>
        <p:txBody>
          <a:bodyPr/>
          <a:lstStyle/>
          <a:p>
            <a:r>
              <a:rPr lang="ja-JP" altLang="en-US" dirty="0">
                <a:latin typeface="Meiryo UI" panose="020B0604030504040204" pitchFamily="50" charset="-128"/>
                <a:ea typeface="Meiryo UI" panose="020B0604030504040204" pitchFamily="50" charset="-128"/>
              </a:rPr>
              <a:t>フェーズ別の作成物と役割分担</a:t>
            </a:r>
            <a:r>
              <a:rPr lang="en-US" altLang="ja-JP" dirty="0">
                <a:latin typeface="Meiryo UI" panose="020B0604030504040204" pitchFamily="50" charset="-128"/>
                <a:ea typeface="Meiryo UI" panose="020B0604030504040204" pitchFamily="50" charset="-128"/>
              </a:rPr>
              <a:t>(2/2)</a:t>
            </a:r>
            <a:endParaRPr lang="ja-JP" altLang="en-US" dirty="0">
              <a:latin typeface="Meiryo UI" panose="020B0604030504040204" pitchFamily="50" charset="-128"/>
              <a:ea typeface="Meiryo UI" panose="020B0604030504040204" pitchFamily="50" charset="-128"/>
            </a:endParaRPr>
          </a:p>
        </p:txBody>
      </p:sp>
      <p:graphicFrame>
        <p:nvGraphicFramePr>
          <p:cNvPr id="4" name="表 3">
            <a:extLst>
              <a:ext uri="{FF2B5EF4-FFF2-40B4-BE49-F238E27FC236}">
                <a16:creationId xmlns:a16="http://schemas.microsoft.com/office/drawing/2014/main" id="{E0643535-7D5A-A9F3-6B60-E0C4A6E47424}"/>
              </a:ext>
            </a:extLst>
          </p:cNvPr>
          <p:cNvGraphicFramePr>
            <a:graphicFrameLocks noGrp="1"/>
          </p:cNvGraphicFramePr>
          <p:nvPr>
            <p:extLst>
              <p:ext uri="{D42A27DB-BD31-4B8C-83A1-F6EECF244321}">
                <p14:modId xmlns:p14="http://schemas.microsoft.com/office/powerpoint/2010/main" val="3974655053"/>
              </p:ext>
            </p:extLst>
          </p:nvPr>
        </p:nvGraphicFramePr>
        <p:xfrm>
          <a:off x="814282" y="1735138"/>
          <a:ext cx="10563436" cy="4478335"/>
        </p:xfrm>
        <a:graphic>
          <a:graphicData uri="http://schemas.openxmlformats.org/drawingml/2006/table">
            <a:tbl>
              <a:tblPr/>
              <a:tblGrid>
                <a:gridCol w="1358963">
                  <a:extLst>
                    <a:ext uri="{9D8B030D-6E8A-4147-A177-3AD203B41FA5}">
                      <a16:colId xmlns:a16="http://schemas.microsoft.com/office/drawing/2014/main" val="2989783398"/>
                    </a:ext>
                  </a:extLst>
                </a:gridCol>
                <a:gridCol w="1722480">
                  <a:extLst>
                    <a:ext uri="{9D8B030D-6E8A-4147-A177-3AD203B41FA5}">
                      <a16:colId xmlns:a16="http://schemas.microsoft.com/office/drawing/2014/main" val="1383491693"/>
                    </a:ext>
                  </a:extLst>
                </a:gridCol>
                <a:gridCol w="3667125">
                  <a:extLst>
                    <a:ext uri="{9D8B030D-6E8A-4147-A177-3AD203B41FA5}">
                      <a16:colId xmlns:a16="http://schemas.microsoft.com/office/drawing/2014/main" val="1051710756"/>
                    </a:ext>
                  </a:extLst>
                </a:gridCol>
                <a:gridCol w="3814868">
                  <a:extLst>
                    <a:ext uri="{9D8B030D-6E8A-4147-A177-3AD203B41FA5}">
                      <a16:colId xmlns:a16="http://schemas.microsoft.com/office/drawing/2014/main" val="443009232"/>
                    </a:ext>
                  </a:extLst>
                </a:gridCol>
              </a:tblGrid>
              <a:tr h="460202">
                <a:tc>
                  <a:txBody>
                    <a:bodyPr/>
                    <a:lstStyle/>
                    <a:p>
                      <a:pPr rtl="0" fontAlgn="t"/>
                      <a:r>
                        <a:rPr lang="ja-JP" altLang="en-US" sz="1200" b="1" dirty="0">
                          <a:solidFill>
                            <a:schemeClr val="bg1"/>
                          </a:solidFill>
                          <a:effectLst/>
                          <a:latin typeface="Meiryo UI" panose="020B0604030504040204" pitchFamily="50" charset="-128"/>
                          <a:ea typeface="Meiryo UI" panose="020B0604030504040204" pitchFamily="50" charset="-128"/>
                        </a:rPr>
                        <a:t>フェーズ</a:t>
                      </a: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tx1"/>
                    </a:solidFill>
                  </a:tcPr>
                </a:tc>
                <a:tc>
                  <a:txBody>
                    <a:bodyPr/>
                    <a:lstStyle/>
                    <a:p>
                      <a:pPr rtl="0" fontAlgn="t"/>
                      <a:r>
                        <a:rPr lang="ja-JP" altLang="en-US" sz="1200" b="1" dirty="0">
                          <a:solidFill>
                            <a:schemeClr val="bg1"/>
                          </a:solidFill>
                          <a:effectLst/>
                          <a:latin typeface="Meiryo UI" panose="020B0604030504040204" pitchFamily="50" charset="-128"/>
                          <a:ea typeface="Meiryo UI" panose="020B0604030504040204" pitchFamily="50" charset="-128"/>
                        </a:rPr>
                        <a:t>作成物</a:t>
                      </a: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tx1"/>
                    </a:solidFill>
                  </a:tcPr>
                </a:tc>
                <a:tc>
                  <a:txBody>
                    <a:bodyPr/>
                    <a:lstStyle/>
                    <a:p>
                      <a:pPr rtl="0" fontAlgn="t"/>
                      <a:r>
                        <a:rPr lang="ja-JP" altLang="en-US" sz="1200" b="1" strike="noStrike" baseline="0" dirty="0">
                          <a:solidFill>
                            <a:schemeClr val="bg1"/>
                          </a:solidFill>
                          <a:effectLst/>
                          <a:latin typeface="Meiryo UI" panose="020B0604030504040204" pitchFamily="50" charset="-128"/>
                          <a:ea typeface="Meiryo UI" panose="020B0604030504040204" pitchFamily="50" charset="-128"/>
                        </a:rPr>
                        <a:t>貴社の役割</a:t>
                      </a:r>
                      <a:endParaRPr lang="ja-JP" altLang="en-US" sz="1200" b="1" strike="dblStrike" baseline="0" dirty="0">
                        <a:solidFill>
                          <a:schemeClr val="bg1"/>
                        </a:solidFill>
                        <a:effectLst/>
                        <a:latin typeface="Meiryo UI" panose="020B0604030504040204" pitchFamily="50" charset="-128"/>
                        <a:ea typeface="Meiryo UI" panose="020B0604030504040204" pitchFamily="50" charset="-128"/>
                      </a:endParaRP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tx1"/>
                    </a:solidFill>
                  </a:tcPr>
                </a:tc>
                <a:tc>
                  <a:txBody>
                    <a:bodyPr/>
                    <a:lstStyle/>
                    <a:p>
                      <a:pPr rtl="0" fontAlgn="t"/>
                      <a:r>
                        <a:rPr lang="ja-JP" altLang="en-US" sz="1200" b="1" dirty="0">
                          <a:solidFill>
                            <a:schemeClr val="bg1"/>
                          </a:solidFill>
                          <a:effectLst/>
                          <a:latin typeface="Meiryo UI" panose="020B0604030504040204" pitchFamily="50" charset="-128"/>
                          <a:ea typeface="Meiryo UI" panose="020B0604030504040204" pitchFamily="50" charset="-128"/>
                        </a:rPr>
                        <a:t>弊社の</a:t>
                      </a:r>
                      <a:r>
                        <a:rPr lang="ja-JP" altLang="en-US" sz="1200" b="1" strike="noStrike" baseline="0" dirty="0">
                          <a:solidFill>
                            <a:schemeClr val="bg1"/>
                          </a:solidFill>
                          <a:effectLst/>
                          <a:latin typeface="Meiryo UI" panose="020B0604030504040204" pitchFamily="50" charset="-128"/>
                          <a:ea typeface="Meiryo UI" panose="020B0604030504040204" pitchFamily="50" charset="-128"/>
                        </a:rPr>
                        <a:t>役割</a:t>
                      </a:r>
                      <a:endParaRPr lang="ja-JP" altLang="en-US" sz="1200" b="1" strike="dblStrike" baseline="0" dirty="0">
                        <a:solidFill>
                          <a:schemeClr val="bg1"/>
                        </a:solidFill>
                        <a:effectLst/>
                        <a:latin typeface="Meiryo UI" panose="020B0604030504040204" pitchFamily="50" charset="-128"/>
                        <a:ea typeface="Meiryo UI" panose="020B0604030504040204" pitchFamily="50" charset="-128"/>
                      </a:endParaRP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tx1"/>
                    </a:solidFill>
                  </a:tcPr>
                </a:tc>
                <a:extLst>
                  <a:ext uri="{0D108BD9-81ED-4DB2-BD59-A6C34878D82A}">
                    <a16:rowId xmlns:a16="http://schemas.microsoft.com/office/drawing/2014/main" val="2279316255"/>
                  </a:ext>
                </a:extLst>
              </a:tr>
              <a:tr h="574019">
                <a:tc>
                  <a:txBody>
                    <a:bodyPr/>
                    <a:lstStyle/>
                    <a:p>
                      <a:pPr rtl="0" fontAlgn="t"/>
                      <a:r>
                        <a:rPr lang="en-US" altLang="ja-JP" sz="1200" dirty="0">
                          <a:effectLst/>
                          <a:latin typeface="Meiryo UI" panose="020B0604030504040204" pitchFamily="50" charset="-128"/>
                          <a:ea typeface="Meiryo UI" panose="020B0604030504040204" pitchFamily="50" charset="-128"/>
                        </a:rPr>
                        <a:t>3. </a:t>
                      </a:r>
                      <a:r>
                        <a:rPr lang="ja-JP" altLang="en-US" sz="1200" dirty="0">
                          <a:effectLst/>
                          <a:latin typeface="Meiryo UI" panose="020B0604030504040204" pitchFamily="50" charset="-128"/>
                          <a:ea typeface="Meiryo UI" panose="020B0604030504040204" pitchFamily="50" charset="-128"/>
                        </a:rPr>
                        <a:t>業務設計</a:t>
                      </a: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r>
                        <a:rPr lang="ja-JP" altLang="en-US" sz="1200" dirty="0">
                          <a:effectLst/>
                          <a:latin typeface="Meiryo UI" panose="020B0604030504040204" pitchFamily="50" charset="-128"/>
                          <a:ea typeface="Meiryo UI" panose="020B0604030504040204" pitchFamily="50" charset="-128"/>
                        </a:rPr>
                        <a:t>新業務フロー図</a:t>
                      </a:r>
                      <a:endParaRPr lang="en-US" sz="1200" dirty="0">
                        <a:effectLst/>
                        <a:latin typeface="Meiryo UI" panose="020B0604030504040204" pitchFamily="50" charset="-128"/>
                        <a:ea typeface="Meiryo UI" panose="020B0604030504040204" pitchFamily="50" charset="-128"/>
                      </a:endParaRP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r>
                        <a:rPr lang="ja-JP" altLang="en-US" sz="1200">
                          <a:effectLst/>
                          <a:latin typeface="Meiryo UI" panose="020B0604030504040204" pitchFamily="50" charset="-128"/>
                          <a:ea typeface="Meiryo UI" panose="020B0604030504040204" pitchFamily="50" charset="-128"/>
                        </a:rPr>
                        <a:t>現状ヒアリングを踏まえた、理想の業務フローの決定。</a:t>
                      </a: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r>
                        <a:rPr lang="ja-JP" altLang="en-US" sz="1200" dirty="0">
                          <a:effectLst/>
                          <a:latin typeface="Meiryo UI" panose="020B0604030504040204" pitchFamily="50" charset="-128"/>
                          <a:ea typeface="Meiryo UI" panose="020B0604030504040204" pitchFamily="50" charset="-128"/>
                        </a:rPr>
                        <a:t>効率的な「新業務フロー」の考案・設計、改善案の提示。</a:t>
                      </a: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617375053"/>
                  </a:ext>
                </a:extLst>
              </a:tr>
              <a:tr h="574019">
                <a:tc>
                  <a:txBody>
                    <a:bodyPr/>
                    <a:lstStyle/>
                    <a:p>
                      <a:pPr rtl="0" fontAlgn="t"/>
                      <a:endParaRPr lang="ja-JP" altLang="en-US" sz="1200" dirty="0">
                        <a:effectLst/>
                        <a:latin typeface="Meiryo UI" panose="020B0604030504040204" pitchFamily="50" charset="-128"/>
                        <a:ea typeface="Meiryo UI" panose="020B0604030504040204" pitchFamily="50" charset="-128"/>
                      </a:endParaRP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r>
                        <a:rPr lang="zh-TW" altLang="en-US" sz="1200" dirty="0">
                          <a:effectLst/>
                          <a:latin typeface="Meiryo UI" panose="020B0604030504040204" pitchFamily="50" charset="-128"/>
                          <a:ea typeface="Meiryo UI" panose="020B0604030504040204" pitchFamily="50" charset="-128"/>
                        </a:rPr>
                        <a:t>機能要件定義書</a:t>
                      </a: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r>
                        <a:rPr lang="ja-JP" altLang="en-US" sz="1200" dirty="0">
                          <a:effectLst/>
                          <a:latin typeface="Meiryo UI" panose="020B0604030504040204" pitchFamily="50" charset="-128"/>
                          <a:ea typeface="Meiryo UI" panose="020B0604030504040204" pitchFamily="50" charset="-128"/>
                        </a:rPr>
                        <a:t>システムで「絶対に自動化したいこと」等の必要機能の優先順位付け。</a:t>
                      </a: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r>
                        <a:rPr lang="ja-JP" altLang="en-US" sz="1200" dirty="0">
                          <a:effectLst/>
                          <a:latin typeface="Meiryo UI" panose="020B0604030504040204" pitchFamily="50" charset="-128"/>
                          <a:ea typeface="Meiryo UI" panose="020B0604030504040204" pitchFamily="50" charset="-128"/>
                        </a:rPr>
                        <a:t>業務要件をシステム仕様へ翻訳した「機能要件一覧」の作成。</a:t>
                      </a: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35746377"/>
                  </a:ext>
                </a:extLst>
              </a:tr>
              <a:tr h="574019">
                <a:tc>
                  <a:txBody>
                    <a:bodyPr/>
                    <a:lstStyle/>
                    <a:p>
                      <a:pPr rtl="0" fontAlgn="t"/>
                      <a:endParaRPr lang="ja-JP" altLang="en-US" sz="1200">
                        <a:effectLst/>
                        <a:latin typeface="Meiryo UI" panose="020B0604030504040204" pitchFamily="50" charset="-128"/>
                        <a:ea typeface="Meiryo UI" panose="020B0604030504040204" pitchFamily="50" charset="-128"/>
                      </a:endParaRP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r>
                        <a:rPr lang="zh-TW" altLang="en-US" sz="1200" dirty="0">
                          <a:effectLst/>
                          <a:latin typeface="Meiryo UI" panose="020B0604030504040204" pitchFamily="50" charset="-128"/>
                          <a:ea typeface="Meiryo UI" panose="020B0604030504040204" pitchFamily="50" charset="-128"/>
                        </a:rPr>
                        <a:t>非機能要件定義書</a:t>
                      </a: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r>
                        <a:rPr lang="ja-JP" altLang="en-US" sz="1200" dirty="0">
                          <a:effectLst/>
                          <a:latin typeface="Meiryo UI" panose="020B0604030504040204" pitchFamily="50" charset="-128"/>
                          <a:ea typeface="Meiryo UI" panose="020B0604030504040204" pitchFamily="50" charset="-128"/>
                        </a:rPr>
                        <a:t>セキュリティ基準、システム停止が許容される時間等の動作環境の要望提示。</a:t>
                      </a: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r>
                        <a:rPr lang="ja-JP" altLang="en-US" sz="1200" dirty="0">
                          <a:effectLst/>
                          <a:latin typeface="Meiryo UI" panose="020B0604030504040204" pitchFamily="50" charset="-128"/>
                          <a:ea typeface="Meiryo UI" panose="020B0604030504040204" pitchFamily="50" charset="-128"/>
                        </a:rPr>
                        <a:t>セキュリティ・性能・保守性などの技術的要件の定義・ドキュメント化。</a:t>
                      </a: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162747675"/>
                  </a:ext>
                </a:extLst>
              </a:tr>
              <a:tr h="574019">
                <a:tc>
                  <a:txBody>
                    <a:bodyPr/>
                    <a:lstStyle/>
                    <a:p>
                      <a:pPr rtl="0" fontAlgn="t"/>
                      <a:r>
                        <a:rPr lang="en-US" altLang="ja-JP" sz="1200" dirty="0">
                          <a:effectLst/>
                          <a:latin typeface="Meiryo UI" panose="020B0604030504040204" pitchFamily="50" charset="-128"/>
                          <a:ea typeface="Meiryo UI" panose="020B0604030504040204" pitchFamily="50" charset="-128"/>
                        </a:rPr>
                        <a:t>4. </a:t>
                      </a:r>
                      <a:r>
                        <a:rPr lang="ja-JP" altLang="en-US" sz="1200" dirty="0">
                          <a:effectLst/>
                          <a:latin typeface="Meiryo UI" panose="020B0604030504040204" pitchFamily="50" charset="-128"/>
                          <a:ea typeface="Meiryo UI" panose="020B0604030504040204" pitchFamily="50" charset="-128"/>
                        </a:rPr>
                        <a:t>システム構想</a:t>
                      </a: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r>
                        <a:rPr lang="ja-JP" altLang="en-US" sz="1200" dirty="0">
                          <a:effectLst/>
                          <a:latin typeface="Meiryo UI" panose="020B0604030504040204" pitchFamily="50" charset="-128"/>
                          <a:ea typeface="Meiryo UI" panose="020B0604030504040204" pitchFamily="50" charset="-128"/>
                        </a:rPr>
                        <a:t>全体システム構成図</a:t>
                      </a: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r>
                        <a:rPr lang="ja-JP" altLang="en-US" sz="1200" dirty="0">
                          <a:effectLst/>
                          <a:latin typeface="Meiryo UI" panose="020B0604030504040204" pitchFamily="50" charset="-128"/>
                          <a:ea typeface="Meiryo UI" panose="020B0604030504040204" pitchFamily="50" charset="-128"/>
                        </a:rPr>
                        <a:t>提示されたシステム構成が、社内の</a:t>
                      </a:r>
                      <a:r>
                        <a:rPr lang="en-US" altLang="ja-JP" sz="1200" dirty="0">
                          <a:effectLst/>
                          <a:latin typeface="Meiryo UI" panose="020B0604030504040204" pitchFamily="50" charset="-128"/>
                          <a:ea typeface="Meiryo UI" panose="020B0604030504040204" pitchFamily="50" charset="-128"/>
                        </a:rPr>
                        <a:t>IT</a:t>
                      </a:r>
                      <a:r>
                        <a:rPr lang="ja-JP" altLang="en-US" sz="1200" dirty="0">
                          <a:effectLst/>
                          <a:latin typeface="Meiryo UI" panose="020B0604030504040204" pitchFamily="50" charset="-128"/>
                          <a:ea typeface="Meiryo UI" panose="020B0604030504040204" pitchFamily="50" charset="-128"/>
                        </a:rPr>
                        <a:t>ガバナンスに抵触しないかの最終確認。</a:t>
                      </a: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r>
                        <a:rPr lang="ja-JP" altLang="en-US" sz="1200" dirty="0">
                          <a:effectLst/>
                          <a:latin typeface="Meiryo UI" panose="020B0604030504040204" pitchFamily="50" charset="-128"/>
                          <a:ea typeface="Meiryo UI" panose="020B0604030504040204" pitchFamily="50" charset="-128"/>
                        </a:rPr>
                        <a:t>インフラ・ネットワーク・外部システム連携方式の設計。</a:t>
                      </a: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697740861"/>
                  </a:ext>
                </a:extLst>
              </a:tr>
              <a:tr h="574019">
                <a:tc>
                  <a:txBody>
                    <a:bodyPr/>
                    <a:lstStyle/>
                    <a:p>
                      <a:pPr rtl="0" fontAlgn="t"/>
                      <a:endParaRPr lang="ja-JP" altLang="en-US" sz="1200" dirty="0">
                        <a:effectLst/>
                        <a:latin typeface="Meiryo UI" panose="020B0604030504040204" pitchFamily="50" charset="-128"/>
                        <a:ea typeface="Meiryo UI" panose="020B0604030504040204" pitchFamily="50" charset="-128"/>
                      </a:endParaRP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r>
                        <a:rPr lang="ja-JP" altLang="en-US" sz="1200" dirty="0">
                          <a:effectLst/>
                          <a:latin typeface="Meiryo UI" panose="020B0604030504040204" pitchFamily="50" charset="-128"/>
                          <a:ea typeface="Meiryo UI" panose="020B0604030504040204" pitchFamily="50" charset="-128"/>
                        </a:rPr>
                        <a:t>データモデル設計書</a:t>
                      </a: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r>
                        <a:rPr lang="ja-JP" altLang="en-US" sz="1200" dirty="0">
                          <a:solidFill>
                            <a:schemeClr val="tx1"/>
                          </a:solidFill>
                          <a:effectLst/>
                          <a:latin typeface="Meiryo UI" panose="020B0604030504040204" pitchFamily="50" charset="-128"/>
                          <a:ea typeface="Meiryo UI" panose="020B0604030504040204" pitchFamily="50" charset="-128"/>
                        </a:rPr>
                        <a:t>管理したいデータ項目（顧客名、施工日、型番等）の確認</a:t>
                      </a: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r>
                        <a:rPr lang="ja-JP" altLang="en-US" sz="1200" dirty="0">
                          <a:effectLst/>
                          <a:latin typeface="Meiryo UI" panose="020B0604030504040204" pitchFamily="50" charset="-128"/>
                          <a:ea typeface="Meiryo UI" panose="020B0604030504040204" pitchFamily="50" charset="-128"/>
                        </a:rPr>
                        <a:t>効率的なデータ保持のためのデータベース構造の設計。</a:t>
                      </a: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847339904"/>
                  </a:ext>
                </a:extLst>
              </a:tr>
              <a:tr h="574019">
                <a:tc>
                  <a:txBody>
                    <a:bodyPr/>
                    <a:lstStyle/>
                    <a:p>
                      <a:pPr rtl="0" fontAlgn="t"/>
                      <a:endParaRPr lang="ja-JP" altLang="en-US" sz="1200" dirty="0">
                        <a:effectLst/>
                        <a:latin typeface="Meiryo UI" panose="020B0604030504040204" pitchFamily="50" charset="-128"/>
                        <a:ea typeface="Meiryo UI" panose="020B0604030504040204" pitchFamily="50" charset="-128"/>
                      </a:endParaRP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zh-TW" altLang="en-US" sz="1200" dirty="0">
                          <a:solidFill>
                            <a:schemeClr val="tx1"/>
                          </a:solidFill>
                          <a:effectLst/>
                          <a:latin typeface="Meiryo UI" panose="020B0604030504040204" pitchFamily="50" charset="-128"/>
                          <a:ea typeface="Meiryo UI" panose="020B0604030504040204" pitchFamily="50" charset="-128"/>
                        </a:rPr>
                        <a:t>開発実行計画書</a:t>
                      </a:r>
                      <a:r>
                        <a:rPr lang="ja-JP" altLang="en-US" sz="1200" dirty="0">
                          <a:solidFill>
                            <a:schemeClr val="tx1"/>
                          </a:solidFill>
                          <a:effectLst/>
                          <a:latin typeface="Meiryo UI" panose="020B0604030504040204" pitchFamily="50" charset="-128"/>
                          <a:ea typeface="Meiryo UI" panose="020B0604030504040204" pitchFamily="50" charset="-128"/>
                        </a:rPr>
                        <a:t>・</a:t>
                      </a:r>
                      <a:r>
                        <a:rPr lang="en-US" altLang="ja-JP" sz="1200" dirty="0">
                          <a:solidFill>
                            <a:schemeClr val="tx1"/>
                          </a:solidFill>
                          <a:effectLst/>
                          <a:latin typeface="Meiryo UI" panose="020B0604030504040204" pitchFamily="50" charset="-128"/>
                          <a:ea typeface="Meiryo UI" panose="020B0604030504040204" pitchFamily="50" charset="-128"/>
                        </a:rPr>
                        <a:t>WBS</a:t>
                      </a:r>
                      <a:endParaRPr lang="en-US" altLang="zh-TW" sz="1200" dirty="0">
                        <a:solidFill>
                          <a:schemeClr val="tx1"/>
                        </a:solidFill>
                        <a:effectLst/>
                        <a:latin typeface="Meiryo UI" panose="020B0604030504040204" pitchFamily="50" charset="-128"/>
                        <a:ea typeface="Meiryo UI" panose="020B0604030504040204" pitchFamily="50" charset="-128"/>
                      </a:endParaRP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r>
                        <a:rPr lang="ja-JP" altLang="en-US" sz="1200" dirty="0">
                          <a:solidFill>
                            <a:schemeClr val="tx1"/>
                          </a:solidFill>
                          <a:effectLst/>
                          <a:latin typeface="Meiryo UI" panose="020B0604030504040204" pitchFamily="50" charset="-128"/>
                          <a:ea typeface="Meiryo UI" panose="020B0604030504040204" pitchFamily="50" charset="-128"/>
                        </a:rPr>
                        <a:t>開発の前提（範囲・優先度・期限）と社内の判断者を明確にし、計画内容をレビュー・承認。</a:t>
                      </a: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r>
                        <a:rPr lang="ja-JP" altLang="en-US" sz="1200" dirty="0">
                          <a:effectLst/>
                          <a:latin typeface="Meiryo UI" panose="020B0604030504040204" pitchFamily="50" charset="-128"/>
                          <a:ea typeface="Meiryo UI" panose="020B0604030504040204" pitchFamily="50" charset="-128"/>
                        </a:rPr>
                        <a:t>実現方法を踏まえて、作業内容・順番・期間・体制を計画（</a:t>
                      </a:r>
                      <a:r>
                        <a:rPr lang="en-US" altLang="ja-JP" sz="1200" dirty="0">
                          <a:effectLst/>
                          <a:latin typeface="Meiryo UI" panose="020B0604030504040204" pitchFamily="50" charset="-128"/>
                          <a:ea typeface="Meiryo UI" panose="020B0604030504040204" pitchFamily="50" charset="-128"/>
                        </a:rPr>
                        <a:t>WBS</a:t>
                      </a:r>
                      <a:r>
                        <a:rPr lang="ja-JP" altLang="en-US" sz="1200" dirty="0">
                          <a:effectLst/>
                          <a:latin typeface="Meiryo UI" panose="020B0604030504040204" pitchFamily="50" charset="-128"/>
                          <a:ea typeface="Meiryo UI" panose="020B0604030504040204" pitchFamily="50" charset="-128"/>
                        </a:rPr>
                        <a:t>化）し、合意に向けて提示。</a:t>
                      </a: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524524980"/>
                  </a:ext>
                </a:extLst>
              </a:tr>
              <a:tr h="574019">
                <a:tc>
                  <a:txBody>
                    <a:bodyPr/>
                    <a:lstStyle/>
                    <a:p>
                      <a:pPr rtl="0" fontAlgn="t"/>
                      <a:endParaRPr lang="ja-JP" altLang="en-US" sz="1200" dirty="0">
                        <a:effectLst/>
                        <a:latin typeface="Meiryo UI" panose="020B0604030504040204" pitchFamily="50" charset="-128"/>
                        <a:ea typeface="Meiryo UI" panose="020B0604030504040204" pitchFamily="50" charset="-128"/>
                      </a:endParaRP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r>
                        <a:rPr lang="ja-JP" altLang="en-US" sz="1200" dirty="0">
                          <a:solidFill>
                            <a:schemeClr val="tx1"/>
                          </a:solidFill>
                          <a:effectLst/>
                          <a:latin typeface="Meiryo UI" panose="020B0604030504040204" pitchFamily="50" charset="-128"/>
                          <a:ea typeface="Meiryo UI" panose="020B0604030504040204" pitchFamily="50" charset="-128"/>
                        </a:rPr>
                        <a:t>概算見積書</a:t>
                      </a:r>
                      <a:endParaRPr lang="zh-TW" altLang="en-US" sz="1200" dirty="0">
                        <a:solidFill>
                          <a:schemeClr val="tx1"/>
                        </a:solidFill>
                        <a:effectLst/>
                        <a:latin typeface="Meiryo UI" panose="020B0604030504040204" pitchFamily="50" charset="-128"/>
                        <a:ea typeface="Meiryo UI" panose="020B0604030504040204" pitchFamily="50" charset="-128"/>
                      </a:endParaRP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r>
                        <a:rPr lang="ja-JP" altLang="en-US" sz="1200" dirty="0">
                          <a:effectLst/>
                          <a:latin typeface="Meiryo UI" panose="020B0604030504040204" pitchFamily="50" charset="-128"/>
                          <a:ea typeface="Meiryo UI" panose="020B0604030504040204" pitchFamily="50" charset="-128"/>
                        </a:rPr>
                        <a:t>対象範囲・前提条件を確定し、予算・稟議に向けた判断。</a:t>
                      </a: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r>
                        <a:rPr lang="ja-JP" altLang="en-US" sz="1200" dirty="0">
                          <a:effectLst/>
                          <a:latin typeface="Meiryo UI" panose="020B0604030504040204" pitchFamily="50" charset="-128"/>
                          <a:ea typeface="Meiryo UI" panose="020B0604030504040204" pitchFamily="50" charset="-128"/>
                        </a:rPr>
                        <a:t>作業量（人月・期間）を見積り、前提・含む</a:t>
                      </a:r>
                      <a:r>
                        <a:rPr lang="en-US" altLang="ja-JP" sz="1200" dirty="0">
                          <a:effectLst/>
                          <a:latin typeface="Meiryo UI" panose="020B0604030504040204" pitchFamily="50" charset="-128"/>
                          <a:ea typeface="Meiryo UI" panose="020B0604030504040204" pitchFamily="50" charset="-128"/>
                        </a:rPr>
                        <a:t>/</a:t>
                      </a:r>
                      <a:r>
                        <a:rPr lang="ja-JP" altLang="en-US" sz="1200" dirty="0">
                          <a:effectLst/>
                          <a:latin typeface="Meiryo UI" panose="020B0604030504040204" pitchFamily="50" charset="-128"/>
                          <a:ea typeface="Meiryo UI" panose="020B0604030504040204" pitchFamily="50" charset="-128"/>
                        </a:rPr>
                        <a:t>含まないを明記した概算費用を提示。</a:t>
                      </a: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609142901"/>
                  </a:ext>
                </a:extLst>
              </a:tr>
            </a:tbl>
          </a:graphicData>
        </a:graphic>
      </p:graphicFrame>
    </p:spTree>
    <p:extLst>
      <p:ext uri="{BB962C8B-B14F-4D97-AF65-F5344CB8AC3E}">
        <p14:creationId xmlns:p14="http://schemas.microsoft.com/office/powerpoint/2010/main" val="37214187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8016DA-E4C4-ECA1-5BF1-63FD4F7A1BDE}"/>
            </a:ext>
          </a:extLst>
        </p:cNvPr>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407E4A76-ADEA-C438-7B7A-F02EB7DC0A67}"/>
              </a:ext>
            </a:extLst>
          </p:cNvPr>
          <p:cNvSpPr>
            <a:spLocks noGrp="1"/>
          </p:cNvSpPr>
          <p:nvPr>
            <p:ph type="body" sz="quarter" idx="15"/>
          </p:nvPr>
        </p:nvSpPr>
        <p:spPr>
          <a:xfrm>
            <a:off x="390525" y="932243"/>
            <a:ext cx="10987193" cy="789643"/>
          </a:xfrm>
        </p:spPr>
        <p:txBody>
          <a:bodyPr/>
          <a:lstStyle/>
          <a:p>
            <a:pPr marL="0" indent="0">
              <a:buNone/>
            </a:pPr>
            <a:r>
              <a:rPr lang="ja-JP" altLang="en-US" sz="1800" dirty="0">
                <a:latin typeface="Meiryo UI" panose="020B0604030504040204" pitchFamily="50" charset="-128"/>
                <a:ea typeface="Meiryo UI" panose="020B0604030504040204" pitchFamily="50" charset="-128"/>
              </a:rPr>
              <a:t>国内商品部門の目的と達成基準を明確化し、現場実態から情報の集約・共有やリードタイム短縮を阻害する要因を可視化したうえで、各ロールの要望を意思決定に必要な確認事項と優先順位として整理し、</a:t>
            </a:r>
            <a:r>
              <a:rPr lang="en-US" altLang="ja-JP" sz="1800" dirty="0">
                <a:latin typeface="Meiryo UI" panose="020B0604030504040204" pitchFamily="50" charset="-128"/>
                <a:ea typeface="Meiryo UI" panose="020B0604030504040204" pitchFamily="50" charset="-128"/>
              </a:rPr>
              <a:t>3</a:t>
            </a:r>
            <a:r>
              <a:rPr lang="ja-JP" altLang="en-US" sz="1800" dirty="0">
                <a:latin typeface="Meiryo UI" panose="020B0604030504040204" pitchFamily="50" charset="-128"/>
                <a:ea typeface="Meiryo UI" panose="020B0604030504040204" pitchFamily="50" charset="-128"/>
              </a:rPr>
              <a:t>月の実現可能なシステム構想策定に向けた確かな土台を構築いたします。</a:t>
            </a:r>
            <a:endParaRPr kumimoji="1" lang="ja-JP" altLang="en-US" sz="1800" dirty="0">
              <a:latin typeface="Meiryo UI" panose="020B0604030504040204" pitchFamily="50" charset="-128"/>
              <a:ea typeface="Meiryo UI" panose="020B0604030504040204" pitchFamily="50" charset="-128"/>
            </a:endParaRPr>
          </a:p>
        </p:txBody>
      </p:sp>
      <p:sp>
        <p:nvSpPr>
          <p:cNvPr id="3" name="タイトル 2">
            <a:extLst>
              <a:ext uri="{FF2B5EF4-FFF2-40B4-BE49-F238E27FC236}">
                <a16:creationId xmlns:a16="http://schemas.microsoft.com/office/drawing/2014/main" id="{5CEFA4FE-BDC8-A8FD-3693-F2D47A08BF5C}"/>
              </a:ext>
            </a:extLst>
          </p:cNvPr>
          <p:cNvSpPr>
            <a:spLocks noGrp="1"/>
          </p:cNvSpPr>
          <p:nvPr>
            <p:ph type="title"/>
          </p:nvPr>
        </p:nvSpPr>
        <p:spPr/>
        <p:txBody>
          <a:bodyPr/>
          <a:lstStyle/>
          <a:p>
            <a:r>
              <a:rPr lang="ja-JP" altLang="en-US" dirty="0">
                <a:latin typeface="Meiryo UI" panose="020B0604030504040204" pitchFamily="50" charset="-128"/>
                <a:ea typeface="Meiryo UI" panose="020B0604030504040204" pitchFamily="50" charset="-128"/>
              </a:rPr>
              <a:t>現状分析の目的</a:t>
            </a:r>
            <a:endParaRPr kumimoji="1" lang="ja-JP" altLang="en-US" dirty="0">
              <a:latin typeface="Meiryo UI" panose="020B0604030504040204" pitchFamily="50" charset="-128"/>
              <a:ea typeface="Meiryo UI" panose="020B0604030504040204" pitchFamily="50" charset="-128"/>
            </a:endParaRPr>
          </a:p>
        </p:txBody>
      </p:sp>
      <p:sp>
        <p:nvSpPr>
          <p:cNvPr id="4" name="テキスト プレースホルダー 1">
            <a:extLst>
              <a:ext uri="{FF2B5EF4-FFF2-40B4-BE49-F238E27FC236}">
                <a16:creationId xmlns:a16="http://schemas.microsoft.com/office/drawing/2014/main" id="{379BA159-2A6E-E2E2-F328-CC5167B1347D}"/>
              </a:ext>
            </a:extLst>
          </p:cNvPr>
          <p:cNvSpPr txBox="1">
            <a:spLocks/>
          </p:cNvSpPr>
          <p:nvPr/>
        </p:nvSpPr>
        <p:spPr>
          <a:xfrm>
            <a:off x="3509058" y="2478741"/>
            <a:ext cx="5173883" cy="3477559"/>
          </a:xfrm>
          <a:prstGeom prst="rect">
            <a:avLst/>
          </a:prstGeom>
        </p:spPr>
        <p:txBody>
          <a:bodyPr lIns="0" tIns="0" rIns="0" bIns="0">
            <a:noAutofit/>
          </a:bodyPr>
          <a:lstStyle>
            <a:lvl1pPr marL="176213" indent="-176213" algn="l" defTabSz="479968" rtl="0" eaLnBrk="1" latinLnBrk="0" hangingPunct="1">
              <a:lnSpc>
                <a:spcPct val="90000"/>
              </a:lnSpc>
              <a:spcBef>
                <a:spcPts val="600"/>
              </a:spcBef>
              <a:buFont typeface="Arial" panose="020B0604020202020204" pitchFamily="34" charset="0"/>
              <a:buChar char="•"/>
              <a:defRPr kumimoji="1" sz="2800" b="0" i="0" kern="1200">
                <a:solidFill>
                  <a:srgbClr val="013C85"/>
                </a:solidFill>
                <a:latin typeface="Yu Gothic Medium" panose="020B0400000000000000" pitchFamily="34" charset="-128"/>
                <a:ea typeface="Yu Gothic Medium" panose="020B0400000000000000" pitchFamily="34" charset="-128"/>
                <a:cs typeface="+mn-cs"/>
              </a:defRPr>
            </a:lvl1pPr>
            <a:lvl2pPr marL="442913" indent="-136525" algn="l" defTabSz="914400" rtl="0" eaLnBrk="1" latinLnBrk="0" hangingPunct="1">
              <a:lnSpc>
                <a:spcPct val="90000"/>
              </a:lnSpc>
              <a:spcBef>
                <a:spcPts val="600"/>
              </a:spcBef>
              <a:buFont typeface="Arial" panose="020B0604020202020204" pitchFamily="34" charset="0"/>
              <a:buChar char="•"/>
              <a:defRPr kumimoji="1" sz="2400" b="0" i="0" kern="1200">
                <a:solidFill>
                  <a:srgbClr val="013C85"/>
                </a:solidFill>
                <a:latin typeface="Yu Gothic Medium" panose="020B0400000000000000" pitchFamily="34" charset="-128"/>
                <a:ea typeface="Yu Gothic Medium" panose="020B0400000000000000" pitchFamily="34" charset="-128"/>
                <a:cs typeface="+mn-cs"/>
              </a:defRPr>
            </a:lvl2pPr>
            <a:lvl3pPr marL="720725" indent="-146050" algn="l" defTabSz="914400" rtl="0" eaLnBrk="1" latinLnBrk="0" hangingPunct="1">
              <a:lnSpc>
                <a:spcPct val="90000"/>
              </a:lnSpc>
              <a:spcBef>
                <a:spcPts val="600"/>
              </a:spcBef>
              <a:buFont typeface="Arial" panose="020B0604020202020204" pitchFamily="34" charset="0"/>
              <a:buChar char="•"/>
              <a:defRPr kumimoji="1" sz="2000" b="0" i="0" kern="1200">
                <a:solidFill>
                  <a:srgbClr val="013C85"/>
                </a:solidFill>
                <a:latin typeface="Yu Gothic Medium" panose="020B0400000000000000" pitchFamily="34" charset="-128"/>
                <a:ea typeface="Yu Gothic Medium" panose="020B0400000000000000" pitchFamily="34" charset="-128"/>
                <a:cs typeface="+mn-cs"/>
              </a:defRPr>
            </a:lvl3pPr>
            <a:lvl4pPr marL="989013" indent="-136525" algn="l" defTabSz="914400" rtl="0" eaLnBrk="1" latinLnBrk="0" hangingPunct="1">
              <a:lnSpc>
                <a:spcPct val="90000"/>
              </a:lnSpc>
              <a:spcBef>
                <a:spcPts val="600"/>
              </a:spcBef>
              <a:buFont typeface="Arial" panose="020B0604020202020204" pitchFamily="34" charset="0"/>
              <a:buChar char="•"/>
              <a:defRPr kumimoji="1" sz="1800" b="0" i="0" kern="1200">
                <a:solidFill>
                  <a:srgbClr val="013C85"/>
                </a:solidFill>
                <a:latin typeface="Yu Gothic Medium" panose="020B0400000000000000" pitchFamily="34" charset="-128"/>
                <a:ea typeface="Yu Gothic Medium" panose="020B0400000000000000" pitchFamily="34" charset="-128"/>
                <a:cs typeface="+mn-cs"/>
              </a:defRPr>
            </a:lvl4pPr>
            <a:lvl5pPr marL="1255713" indent="-136525" algn="l" defTabSz="914400" rtl="0" eaLnBrk="1" latinLnBrk="0" hangingPunct="1">
              <a:lnSpc>
                <a:spcPct val="90000"/>
              </a:lnSpc>
              <a:spcBef>
                <a:spcPts val="600"/>
              </a:spcBef>
              <a:buFont typeface="Arial" panose="020B0604020202020204" pitchFamily="34" charset="0"/>
              <a:buChar char="•"/>
              <a:defRPr kumimoji="1" sz="1800" b="0" i="0" kern="1200">
                <a:solidFill>
                  <a:srgbClr val="013C85"/>
                </a:solidFill>
                <a:latin typeface="Yu Gothic Medium" panose="020B0400000000000000" pitchFamily="34" charset="-128"/>
                <a:ea typeface="Yu Gothic Medium"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bg1"/>
                </a:solidFill>
                <a:latin typeface="Yu Gothic Medium" panose="020B0400000000000000" pitchFamily="34" charset="-128"/>
                <a:ea typeface="Yu Gothic Medium" panose="020B0400000000000000" pitchFamily="34" charset="-128"/>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bg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400" b="1" dirty="0">
                <a:latin typeface="Meiryo UI" panose="020B0604030504040204" pitchFamily="50" charset="-128"/>
                <a:ea typeface="Meiryo UI" panose="020B0604030504040204" pitchFamily="50" charset="-128"/>
              </a:rPr>
              <a:t>■国内商品</a:t>
            </a:r>
            <a:r>
              <a:rPr lang="ja-JP" altLang="en-US" sz="1400" b="1" dirty="0">
                <a:solidFill>
                  <a:schemeClr val="tx1"/>
                </a:solidFill>
                <a:latin typeface="Meiryo UI" panose="020B0604030504040204" pitchFamily="50" charset="-128"/>
                <a:ea typeface="Meiryo UI" panose="020B0604030504040204" pitchFamily="50" charset="-128"/>
              </a:rPr>
              <a:t>部門</a:t>
            </a:r>
            <a:r>
              <a:rPr lang="ja-JP" altLang="en-US" sz="1400" b="1" dirty="0">
                <a:latin typeface="Meiryo UI" panose="020B0604030504040204" pitchFamily="50" charset="-128"/>
                <a:ea typeface="Meiryo UI" panose="020B0604030504040204" pitchFamily="50" charset="-128"/>
              </a:rPr>
              <a:t>の目的の解像度を上げる</a:t>
            </a:r>
            <a:endParaRPr lang="en-US" altLang="ja-JP" sz="1400" b="1" dirty="0">
              <a:latin typeface="Meiryo UI" panose="020B0604030504040204" pitchFamily="50" charset="-128"/>
              <a:ea typeface="Meiryo UI" panose="020B0604030504040204" pitchFamily="50" charset="-128"/>
            </a:endParaRPr>
          </a:p>
          <a:p>
            <a:pPr marL="0" indent="0">
              <a:buNone/>
            </a:pPr>
            <a:r>
              <a:rPr lang="ja-JP" altLang="en-US" sz="1400" dirty="0">
                <a:latin typeface="Meiryo UI" panose="020B0604030504040204" pitchFamily="50" charset="-128"/>
                <a:ea typeface="Meiryo UI" panose="020B0604030504040204" pitchFamily="50" charset="-128"/>
              </a:rPr>
              <a:t>・販売・施工業務のミス防止と品質向上や、ビジネスの狙いを具体化し、プロジェクトの達成基準を明確化する。</a:t>
            </a:r>
            <a:endParaRPr lang="en-US" altLang="ja-JP" sz="1400" dirty="0">
              <a:latin typeface="Meiryo UI" panose="020B0604030504040204" pitchFamily="50" charset="-128"/>
              <a:ea typeface="Meiryo UI" panose="020B0604030504040204" pitchFamily="50" charset="-128"/>
            </a:endParaRPr>
          </a:p>
          <a:p>
            <a:pPr marL="0" indent="0">
              <a:buNone/>
            </a:pPr>
            <a:endParaRPr lang="en-US" altLang="ja-JP" sz="1400" dirty="0">
              <a:latin typeface="Meiryo UI" panose="020B0604030504040204" pitchFamily="50" charset="-128"/>
              <a:ea typeface="Meiryo UI" panose="020B0604030504040204" pitchFamily="50" charset="-128"/>
            </a:endParaRPr>
          </a:p>
          <a:p>
            <a:pPr marL="0" indent="0">
              <a:buNone/>
            </a:pPr>
            <a:r>
              <a:rPr lang="ja-JP" altLang="en-US" sz="1400" b="1" dirty="0">
                <a:latin typeface="Meiryo UI" panose="020B0604030504040204" pitchFamily="50" charset="-128"/>
                <a:ea typeface="Meiryo UI" panose="020B0604030504040204" pitchFamily="50" charset="-128"/>
              </a:rPr>
              <a:t>■ 現場の「業務課題・非効率性」の特定</a:t>
            </a:r>
            <a:endParaRPr lang="en-US" altLang="ja-JP" sz="1400" b="1" dirty="0">
              <a:latin typeface="Meiryo UI" panose="020B0604030504040204" pitchFamily="50" charset="-128"/>
              <a:ea typeface="Meiryo UI" panose="020B0604030504040204" pitchFamily="50" charset="-128"/>
            </a:endParaRPr>
          </a:p>
          <a:p>
            <a:pPr marL="0" indent="0">
              <a:buNone/>
            </a:pPr>
            <a:r>
              <a:rPr lang="ja-JP" altLang="en-US" sz="1400" dirty="0">
                <a:latin typeface="Meiryo UI" panose="020B0604030504040204" pitchFamily="50" charset="-128"/>
                <a:ea typeface="Meiryo UI" panose="020B0604030504040204" pitchFamily="50" charset="-128"/>
              </a:rPr>
              <a:t>・各現場の情報の分断など課題・非効率になっている点をあらいだし、業務フローを阻害する要因を特定、あるべき姿との乖離を整理する。</a:t>
            </a:r>
            <a:endParaRPr lang="en-US" altLang="ja-JP" sz="1400" dirty="0">
              <a:latin typeface="Meiryo UI" panose="020B0604030504040204" pitchFamily="50" charset="-128"/>
              <a:ea typeface="Meiryo UI" panose="020B0604030504040204" pitchFamily="50" charset="-128"/>
            </a:endParaRPr>
          </a:p>
          <a:p>
            <a:pPr marL="0" indent="0">
              <a:buNone/>
            </a:pPr>
            <a:endParaRPr lang="en-US" altLang="ja-JP" sz="1400" dirty="0">
              <a:latin typeface="Meiryo UI" panose="020B0604030504040204" pitchFamily="50" charset="-128"/>
              <a:ea typeface="Meiryo UI" panose="020B0604030504040204" pitchFamily="50" charset="-128"/>
            </a:endParaRPr>
          </a:p>
          <a:p>
            <a:pPr marL="0" indent="0">
              <a:buNone/>
            </a:pPr>
            <a:r>
              <a:rPr lang="ja-JP" altLang="en-US" sz="1400" b="1" dirty="0">
                <a:latin typeface="Meiryo UI" panose="020B0604030504040204" pitchFamily="50" charset="-128"/>
                <a:ea typeface="Meiryo UI" panose="020B0604030504040204" pitchFamily="50" charset="-128"/>
              </a:rPr>
              <a:t>■ 各ロール間の要望の整理</a:t>
            </a:r>
            <a:endParaRPr lang="en-US" altLang="ja-JP" sz="1400" b="1" dirty="0">
              <a:latin typeface="Meiryo UI" panose="020B0604030504040204" pitchFamily="50" charset="-128"/>
              <a:ea typeface="Meiryo UI" panose="020B0604030504040204" pitchFamily="50" charset="-128"/>
            </a:endParaRPr>
          </a:p>
          <a:p>
            <a:pPr marL="0" indent="0">
              <a:buNone/>
            </a:pPr>
            <a:r>
              <a:rPr lang="ja-JP" altLang="en-US" sz="1400" dirty="0">
                <a:latin typeface="Meiryo UI" panose="020B0604030504040204" pitchFamily="50" charset="-128"/>
                <a:ea typeface="Meiryo UI" panose="020B0604030504040204" pitchFamily="50" charset="-128"/>
              </a:rPr>
              <a:t>・国内商品部や、車両販売店の要望を棚卸し、システム化範囲や優先順位意思決定に向けた具体的な確認事項を整える。</a:t>
            </a:r>
            <a:endParaRPr lang="en-US" altLang="ja-JP" sz="1400" dirty="0">
              <a:latin typeface="Meiryo UI" panose="020B0604030504040204" pitchFamily="50" charset="-128"/>
              <a:ea typeface="Meiryo UI" panose="020B0604030504040204" pitchFamily="50" charset="-128"/>
            </a:endParaRPr>
          </a:p>
          <a:p>
            <a:pPr marL="0" indent="0">
              <a:buNone/>
            </a:pPr>
            <a:endParaRPr lang="en-US" altLang="ja-JP" sz="1400" dirty="0">
              <a:latin typeface="Meiryo UI" panose="020B0604030504040204" pitchFamily="50" charset="-128"/>
              <a:ea typeface="Meiryo UI" panose="020B0604030504040204" pitchFamily="50" charset="-128"/>
            </a:endParaRPr>
          </a:p>
          <a:p>
            <a:pPr marL="0" indent="0">
              <a:buNone/>
            </a:pPr>
            <a:r>
              <a:rPr lang="ja-JP" altLang="en-US" sz="1400" b="1" dirty="0">
                <a:latin typeface="Meiryo UI" panose="020B0604030504040204" pitchFamily="50" charset="-128"/>
                <a:ea typeface="Meiryo UI" panose="020B0604030504040204" pitchFamily="50" charset="-128"/>
              </a:rPr>
              <a:t>■システム化構想策定への橋渡し</a:t>
            </a:r>
            <a:endParaRPr lang="en-US" altLang="ja-JP" sz="1400" b="1" dirty="0">
              <a:latin typeface="Meiryo UI" panose="020B0604030504040204" pitchFamily="50" charset="-128"/>
              <a:ea typeface="Meiryo UI" panose="020B0604030504040204" pitchFamily="50" charset="-128"/>
            </a:endParaRPr>
          </a:p>
          <a:p>
            <a:pPr marL="0" indent="0">
              <a:buNone/>
            </a:pPr>
            <a:r>
              <a:rPr lang="ja-JP" altLang="en-US" sz="1400" dirty="0">
                <a:latin typeface="Meiryo UI" panose="020B0604030504040204" pitchFamily="50" charset="-128"/>
                <a:ea typeface="Meiryo UI" panose="020B0604030504040204" pitchFamily="50" charset="-128"/>
              </a:rPr>
              <a:t>・現状の事実に元づき、</a:t>
            </a:r>
            <a:r>
              <a:rPr lang="en-US" altLang="ja-JP" sz="1400" dirty="0">
                <a:latin typeface="Meiryo UI" panose="020B0604030504040204" pitchFamily="50" charset="-128"/>
                <a:ea typeface="Meiryo UI" panose="020B0604030504040204" pitchFamily="50" charset="-128"/>
              </a:rPr>
              <a:t>3</a:t>
            </a:r>
            <a:r>
              <a:rPr lang="ja-JP" altLang="en-US" sz="1400" dirty="0">
                <a:latin typeface="Meiryo UI" panose="020B0604030504040204" pitchFamily="50" charset="-128"/>
                <a:ea typeface="Meiryo UI" panose="020B0604030504040204" pitchFamily="50" charset="-128"/>
              </a:rPr>
              <a:t>月の最終取りまとめに向けた実現可能なシステム構想作成の土台を構築する。</a:t>
            </a:r>
            <a:endParaRPr lang="en-US" altLang="ja-JP" sz="1400" dirty="0">
              <a:latin typeface="Meiryo UI" panose="020B0604030504040204" pitchFamily="50" charset="-128"/>
              <a:ea typeface="Meiryo UI" panose="020B0604030504040204" pitchFamily="50" charset="-128"/>
            </a:endParaRPr>
          </a:p>
        </p:txBody>
      </p:sp>
      <p:sp>
        <p:nvSpPr>
          <p:cNvPr id="5" name="正方形/長方形 4">
            <a:extLst>
              <a:ext uri="{FF2B5EF4-FFF2-40B4-BE49-F238E27FC236}">
                <a16:creationId xmlns:a16="http://schemas.microsoft.com/office/drawing/2014/main" id="{6813C934-285B-383E-E5D2-4F1639F9E666}"/>
              </a:ext>
            </a:extLst>
          </p:cNvPr>
          <p:cNvSpPr/>
          <p:nvPr/>
        </p:nvSpPr>
        <p:spPr>
          <a:xfrm>
            <a:off x="814918" y="2478741"/>
            <a:ext cx="1921398" cy="165305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tx1"/>
                </a:solidFill>
                <a:latin typeface="Meiryo UI" panose="020B0604030504040204" pitchFamily="50" charset="-128"/>
                <a:ea typeface="Meiryo UI" panose="020B0604030504040204" pitchFamily="50" charset="-128"/>
              </a:rPr>
              <a:t>国内商品部門</a:t>
            </a:r>
            <a:endParaRPr lang="en-US" altLang="ja-JP" b="1" dirty="0">
              <a:solidFill>
                <a:schemeClr val="tx1"/>
              </a:solidFill>
              <a:latin typeface="Meiryo UI" panose="020B0604030504040204" pitchFamily="50" charset="-128"/>
              <a:ea typeface="Meiryo UI" panose="020B0604030504040204" pitchFamily="50" charset="-128"/>
            </a:endParaRPr>
          </a:p>
          <a:p>
            <a:pPr algn="ctr"/>
            <a:r>
              <a:rPr lang="ja-JP" altLang="en-US" b="1" dirty="0">
                <a:solidFill>
                  <a:schemeClr val="tx1"/>
                </a:solidFill>
                <a:latin typeface="Meiryo UI" panose="020B0604030504040204" pitchFamily="50" charset="-128"/>
                <a:ea typeface="Meiryo UI" panose="020B0604030504040204" pitchFamily="50" charset="-128"/>
              </a:rPr>
              <a:t>（ビジネス）</a:t>
            </a:r>
            <a:endParaRPr lang="en-US" altLang="ja-JP" b="1" dirty="0">
              <a:solidFill>
                <a:schemeClr val="tx1"/>
              </a:solidFill>
              <a:latin typeface="Meiryo UI" panose="020B0604030504040204" pitchFamily="50" charset="-128"/>
              <a:ea typeface="Meiryo UI" panose="020B0604030504040204" pitchFamily="50" charset="-128"/>
            </a:endParaRPr>
          </a:p>
          <a:p>
            <a:pPr algn="ctr"/>
            <a:r>
              <a:rPr lang="ja-JP" altLang="en-US" b="1" dirty="0">
                <a:solidFill>
                  <a:schemeClr val="tx1"/>
                </a:solidFill>
                <a:latin typeface="Meiryo UI" panose="020B0604030504040204" pitchFamily="50" charset="-128"/>
                <a:ea typeface="Meiryo UI" panose="020B0604030504040204" pitchFamily="50" charset="-128"/>
              </a:rPr>
              <a:t>の目的</a:t>
            </a:r>
            <a:endParaRPr lang="en-US" altLang="ja-JP" b="1" dirty="0">
              <a:solidFill>
                <a:schemeClr val="tx1"/>
              </a:solidFill>
              <a:latin typeface="Meiryo UI" panose="020B0604030504040204" pitchFamily="50" charset="-128"/>
              <a:ea typeface="Meiryo UI" panose="020B0604030504040204" pitchFamily="50" charset="-128"/>
            </a:endParaRPr>
          </a:p>
          <a:p>
            <a:pPr algn="ctr"/>
            <a:r>
              <a:rPr lang="ja-JP" altLang="en-US" sz="1200" dirty="0">
                <a:solidFill>
                  <a:schemeClr val="tx1"/>
                </a:solidFill>
                <a:latin typeface="Meiryo UI" panose="020B0604030504040204" pitchFamily="50" charset="-128"/>
                <a:ea typeface="Meiryo UI" panose="020B0604030504040204" pitchFamily="50" charset="-128"/>
              </a:rPr>
              <a:t>（上位戦略・達成基準）</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7" name="正方形/長方形 6">
            <a:extLst>
              <a:ext uri="{FF2B5EF4-FFF2-40B4-BE49-F238E27FC236}">
                <a16:creationId xmlns:a16="http://schemas.microsoft.com/office/drawing/2014/main" id="{B5B14C20-6101-60CB-D443-97895D5D60F5}"/>
              </a:ext>
            </a:extLst>
          </p:cNvPr>
          <p:cNvSpPr/>
          <p:nvPr/>
        </p:nvSpPr>
        <p:spPr>
          <a:xfrm>
            <a:off x="814918" y="4303250"/>
            <a:ext cx="1921398" cy="165305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solidFill>
                <a:latin typeface="Meiryo UI" panose="020B0604030504040204" pitchFamily="50" charset="-128"/>
                <a:ea typeface="Meiryo UI" panose="020B0604030504040204" pitchFamily="50" charset="-128"/>
              </a:rPr>
              <a:t>現場の実態</a:t>
            </a:r>
            <a:endParaRPr kumimoji="1" lang="en-US" altLang="ja-JP" b="1" dirty="0">
              <a:solidFill>
                <a:schemeClr val="tx1"/>
              </a:solidFill>
              <a:latin typeface="Meiryo UI" panose="020B0604030504040204" pitchFamily="50" charset="-128"/>
              <a:ea typeface="Meiryo UI" panose="020B0604030504040204" pitchFamily="50" charset="-128"/>
            </a:endParaRPr>
          </a:p>
          <a:p>
            <a:pPr algn="ctr"/>
            <a:r>
              <a:rPr lang="ja-JP" altLang="en-US" sz="1200" dirty="0">
                <a:solidFill>
                  <a:schemeClr val="tx1"/>
                </a:solidFill>
                <a:latin typeface="Meiryo UI" panose="020B0604030504040204" pitchFamily="50" charset="-128"/>
                <a:ea typeface="Meiryo UI" panose="020B0604030504040204" pitchFamily="50" charset="-128"/>
              </a:rPr>
              <a:t>（業務課題・非効率性）</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8" name="正方形/長方形 7">
            <a:extLst>
              <a:ext uri="{FF2B5EF4-FFF2-40B4-BE49-F238E27FC236}">
                <a16:creationId xmlns:a16="http://schemas.microsoft.com/office/drawing/2014/main" id="{25BB2A9B-360B-2649-6244-7468FC5624A3}"/>
              </a:ext>
            </a:extLst>
          </p:cNvPr>
          <p:cNvSpPr/>
          <p:nvPr/>
        </p:nvSpPr>
        <p:spPr>
          <a:xfrm>
            <a:off x="9457802" y="2478741"/>
            <a:ext cx="1921398" cy="78965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solidFill>
                <a:latin typeface="Meiryo UI" panose="020B0604030504040204" pitchFamily="50" charset="-128"/>
                <a:ea typeface="Meiryo UI" panose="020B0604030504040204" pitchFamily="50" charset="-128"/>
              </a:rPr>
              <a:t>達成基準の明確化</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11" name="正方形/長方形 10">
            <a:extLst>
              <a:ext uri="{FF2B5EF4-FFF2-40B4-BE49-F238E27FC236}">
                <a16:creationId xmlns:a16="http://schemas.microsoft.com/office/drawing/2014/main" id="{BC986DEC-75E4-4937-DEE8-CB7FD37E53F8}"/>
              </a:ext>
            </a:extLst>
          </p:cNvPr>
          <p:cNvSpPr/>
          <p:nvPr/>
        </p:nvSpPr>
        <p:spPr>
          <a:xfrm>
            <a:off x="9457802" y="3374710"/>
            <a:ext cx="1921398" cy="78965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solidFill>
                <a:latin typeface="Meiryo UI" panose="020B0604030504040204" pitchFamily="50" charset="-128"/>
                <a:ea typeface="Meiryo UI" panose="020B0604030504040204" pitchFamily="50" charset="-128"/>
              </a:rPr>
              <a:t>業務フローで</a:t>
            </a:r>
            <a:r>
              <a:rPr lang="ja-JP" altLang="en-US" sz="1200" b="1" dirty="0">
                <a:solidFill>
                  <a:schemeClr val="tx1"/>
                </a:solidFill>
                <a:latin typeface="Meiryo UI" panose="020B0604030504040204" pitchFamily="50" charset="-128"/>
                <a:ea typeface="Meiryo UI" panose="020B0604030504040204" pitchFamily="50" charset="-128"/>
              </a:rPr>
              <a:t>の</a:t>
            </a:r>
            <a:endParaRPr lang="en-US" altLang="ja-JP" sz="1200" b="1" dirty="0">
              <a:solidFill>
                <a:schemeClr val="tx1"/>
              </a:solidFill>
              <a:latin typeface="Meiryo UI" panose="020B0604030504040204" pitchFamily="50" charset="-128"/>
              <a:ea typeface="Meiryo UI" panose="020B0604030504040204" pitchFamily="50" charset="-128"/>
            </a:endParaRPr>
          </a:p>
          <a:p>
            <a:pPr algn="ctr"/>
            <a:r>
              <a:rPr kumimoji="1" lang="ja-JP" altLang="en-US" sz="1200" b="1" dirty="0">
                <a:solidFill>
                  <a:schemeClr val="tx1"/>
                </a:solidFill>
                <a:latin typeface="Meiryo UI" panose="020B0604030504040204" pitchFamily="50" charset="-128"/>
                <a:ea typeface="Meiryo UI" panose="020B0604030504040204" pitchFamily="50" charset="-128"/>
              </a:rPr>
              <a:t>阻害要因の特定</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12" name="正方形/長方形 11">
            <a:extLst>
              <a:ext uri="{FF2B5EF4-FFF2-40B4-BE49-F238E27FC236}">
                <a16:creationId xmlns:a16="http://schemas.microsoft.com/office/drawing/2014/main" id="{D4314938-B928-A040-212E-50C2F1D09BDE}"/>
              </a:ext>
            </a:extLst>
          </p:cNvPr>
          <p:cNvSpPr/>
          <p:nvPr/>
        </p:nvSpPr>
        <p:spPr>
          <a:xfrm>
            <a:off x="9457802" y="4270679"/>
            <a:ext cx="1921398" cy="78965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solidFill>
                <a:latin typeface="Meiryo UI" panose="020B0604030504040204" pitchFamily="50" charset="-128"/>
                <a:ea typeface="Meiryo UI" panose="020B0604030504040204" pitchFamily="50" charset="-128"/>
              </a:rPr>
              <a:t>優先順位・確認事項</a:t>
            </a:r>
            <a:endParaRPr kumimoji="1" lang="en-US" altLang="ja-JP" sz="1200" b="1" dirty="0">
              <a:solidFill>
                <a:schemeClr val="tx1"/>
              </a:solidFill>
              <a:latin typeface="Meiryo UI" panose="020B0604030504040204" pitchFamily="50" charset="-128"/>
              <a:ea typeface="Meiryo UI" panose="020B0604030504040204" pitchFamily="50" charset="-128"/>
            </a:endParaRPr>
          </a:p>
          <a:p>
            <a:pPr algn="ctr"/>
            <a:r>
              <a:rPr kumimoji="1" lang="ja-JP" altLang="en-US" sz="1200" b="1" dirty="0">
                <a:solidFill>
                  <a:schemeClr val="tx1"/>
                </a:solidFill>
                <a:latin typeface="Meiryo UI" panose="020B0604030504040204" pitchFamily="50" charset="-128"/>
                <a:ea typeface="Meiryo UI" panose="020B0604030504040204" pitchFamily="50" charset="-128"/>
              </a:rPr>
              <a:t>の</a:t>
            </a:r>
            <a:r>
              <a:rPr lang="ja-JP" altLang="en-US" sz="1200" b="1" dirty="0">
                <a:solidFill>
                  <a:schemeClr val="tx1"/>
                </a:solidFill>
                <a:latin typeface="Meiryo UI" panose="020B0604030504040204" pitchFamily="50" charset="-128"/>
                <a:ea typeface="Meiryo UI" panose="020B0604030504040204" pitchFamily="50" charset="-128"/>
              </a:rPr>
              <a:t>整理</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13" name="正方形/長方形 12">
            <a:extLst>
              <a:ext uri="{FF2B5EF4-FFF2-40B4-BE49-F238E27FC236}">
                <a16:creationId xmlns:a16="http://schemas.microsoft.com/office/drawing/2014/main" id="{7688DEBA-55DE-B034-E523-BF41C23F6A36}"/>
              </a:ext>
            </a:extLst>
          </p:cNvPr>
          <p:cNvSpPr/>
          <p:nvPr/>
        </p:nvSpPr>
        <p:spPr>
          <a:xfrm>
            <a:off x="9457802" y="5166649"/>
            <a:ext cx="1921398" cy="78965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solidFill>
                <a:latin typeface="Meiryo UI" panose="020B0604030504040204" pitchFamily="50" charset="-128"/>
                <a:ea typeface="Meiryo UI" panose="020B0604030504040204" pitchFamily="50" charset="-128"/>
              </a:rPr>
              <a:t>実現可能なシステム構想の土台構築</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14" name="テキスト プレースホルダー 1">
            <a:extLst>
              <a:ext uri="{FF2B5EF4-FFF2-40B4-BE49-F238E27FC236}">
                <a16:creationId xmlns:a16="http://schemas.microsoft.com/office/drawing/2014/main" id="{D52B6A87-62DB-5274-899C-81130D36433E}"/>
              </a:ext>
            </a:extLst>
          </p:cNvPr>
          <p:cNvSpPr txBox="1">
            <a:spLocks/>
          </p:cNvSpPr>
          <p:nvPr/>
        </p:nvSpPr>
        <p:spPr>
          <a:xfrm>
            <a:off x="812800" y="2027882"/>
            <a:ext cx="2425993" cy="279400"/>
          </a:xfrm>
          <a:prstGeom prst="rect">
            <a:avLst/>
          </a:prstGeom>
        </p:spPr>
        <p:txBody>
          <a:bodyPr lIns="0" tIns="0" rIns="0" bIns="0">
            <a:noAutofit/>
          </a:bodyPr>
          <a:lstStyle>
            <a:lvl1pPr marL="176213" indent="-176213" algn="l" defTabSz="479968" rtl="0" eaLnBrk="1" latinLnBrk="0" hangingPunct="1">
              <a:lnSpc>
                <a:spcPct val="90000"/>
              </a:lnSpc>
              <a:spcBef>
                <a:spcPts val="600"/>
              </a:spcBef>
              <a:buFont typeface="Arial" panose="020B0604020202020204" pitchFamily="34" charset="0"/>
              <a:buChar char="•"/>
              <a:defRPr kumimoji="1" sz="2800" b="0" i="0" kern="1200">
                <a:solidFill>
                  <a:srgbClr val="013C85"/>
                </a:solidFill>
                <a:latin typeface="Yu Gothic Medium" panose="020B0400000000000000" pitchFamily="34" charset="-128"/>
                <a:ea typeface="Yu Gothic Medium" panose="020B0400000000000000" pitchFamily="34" charset="-128"/>
                <a:cs typeface="+mn-cs"/>
              </a:defRPr>
            </a:lvl1pPr>
            <a:lvl2pPr marL="442913" indent="-136525" algn="l" defTabSz="914400" rtl="0" eaLnBrk="1" latinLnBrk="0" hangingPunct="1">
              <a:lnSpc>
                <a:spcPct val="90000"/>
              </a:lnSpc>
              <a:spcBef>
                <a:spcPts val="600"/>
              </a:spcBef>
              <a:buFont typeface="Arial" panose="020B0604020202020204" pitchFamily="34" charset="0"/>
              <a:buChar char="•"/>
              <a:defRPr kumimoji="1" sz="2400" b="0" i="0" kern="1200">
                <a:solidFill>
                  <a:srgbClr val="013C85"/>
                </a:solidFill>
                <a:latin typeface="Yu Gothic Medium" panose="020B0400000000000000" pitchFamily="34" charset="-128"/>
                <a:ea typeface="Yu Gothic Medium" panose="020B0400000000000000" pitchFamily="34" charset="-128"/>
                <a:cs typeface="+mn-cs"/>
              </a:defRPr>
            </a:lvl2pPr>
            <a:lvl3pPr marL="720725" indent="-146050" algn="l" defTabSz="914400" rtl="0" eaLnBrk="1" latinLnBrk="0" hangingPunct="1">
              <a:lnSpc>
                <a:spcPct val="90000"/>
              </a:lnSpc>
              <a:spcBef>
                <a:spcPts val="600"/>
              </a:spcBef>
              <a:buFont typeface="Arial" panose="020B0604020202020204" pitchFamily="34" charset="0"/>
              <a:buChar char="•"/>
              <a:defRPr kumimoji="1" sz="2000" b="0" i="0" kern="1200">
                <a:solidFill>
                  <a:srgbClr val="013C85"/>
                </a:solidFill>
                <a:latin typeface="Yu Gothic Medium" panose="020B0400000000000000" pitchFamily="34" charset="-128"/>
                <a:ea typeface="Yu Gothic Medium" panose="020B0400000000000000" pitchFamily="34" charset="-128"/>
                <a:cs typeface="+mn-cs"/>
              </a:defRPr>
            </a:lvl3pPr>
            <a:lvl4pPr marL="989013" indent="-136525" algn="l" defTabSz="914400" rtl="0" eaLnBrk="1" latinLnBrk="0" hangingPunct="1">
              <a:lnSpc>
                <a:spcPct val="90000"/>
              </a:lnSpc>
              <a:spcBef>
                <a:spcPts val="600"/>
              </a:spcBef>
              <a:buFont typeface="Arial" panose="020B0604020202020204" pitchFamily="34" charset="0"/>
              <a:buChar char="•"/>
              <a:defRPr kumimoji="1" sz="1800" b="0" i="0" kern="1200">
                <a:solidFill>
                  <a:srgbClr val="013C85"/>
                </a:solidFill>
                <a:latin typeface="Yu Gothic Medium" panose="020B0400000000000000" pitchFamily="34" charset="-128"/>
                <a:ea typeface="Yu Gothic Medium" panose="020B0400000000000000" pitchFamily="34" charset="-128"/>
                <a:cs typeface="+mn-cs"/>
              </a:defRPr>
            </a:lvl4pPr>
            <a:lvl5pPr marL="1255713" indent="-136525" algn="l" defTabSz="914400" rtl="0" eaLnBrk="1" latinLnBrk="0" hangingPunct="1">
              <a:lnSpc>
                <a:spcPct val="90000"/>
              </a:lnSpc>
              <a:spcBef>
                <a:spcPts val="600"/>
              </a:spcBef>
              <a:buFont typeface="Arial" panose="020B0604020202020204" pitchFamily="34" charset="0"/>
              <a:buChar char="•"/>
              <a:defRPr kumimoji="1" sz="1800" b="0" i="0" kern="1200">
                <a:solidFill>
                  <a:srgbClr val="013C85"/>
                </a:solidFill>
                <a:latin typeface="Yu Gothic Medium" panose="020B0400000000000000" pitchFamily="34" charset="-128"/>
                <a:ea typeface="Yu Gothic Medium"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bg1"/>
                </a:solidFill>
                <a:latin typeface="Yu Gothic Medium" panose="020B0400000000000000" pitchFamily="34" charset="-128"/>
                <a:ea typeface="Yu Gothic Medium" panose="020B0400000000000000" pitchFamily="34" charset="-128"/>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bg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sz="1800" b="1" dirty="0">
                <a:latin typeface="Meiryo UI" panose="020B0604030504040204" pitchFamily="50" charset="-128"/>
                <a:ea typeface="Meiryo UI" panose="020B0604030504040204" pitchFamily="50" charset="-128"/>
              </a:rPr>
              <a:t>現状分析で揃える視点</a:t>
            </a:r>
          </a:p>
        </p:txBody>
      </p:sp>
      <p:cxnSp>
        <p:nvCxnSpPr>
          <p:cNvPr id="19" name="直線コネクタ 18">
            <a:extLst>
              <a:ext uri="{FF2B5EF4-FFF2-40B4-BE49-F238E27FC236}">
                <a16:creationId xmlns:a16="http://schemas.microsoft.com/office/drawing/2014/main" id="{984F6441-808E-C986-481E-097793DD5A2D}"/>
              </a:ext>
            </a:extLst>
          </p:cNvPr>
          <p:cNvCxnSpPr>
            <a:cxnSpLocks/>
          </p:cNvCxnSpPr>
          <p:nvPr/>
        </p:nvCxnSpPr>
        <p:spPr>
          <a:xfrm>
            <a:off x="829103" y="2307282"/>
            <a:ext cx="2393387"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20" name="テキスト プレースホルダー 1">
            <a:extLst>
              <a:ext uri="{FF2B5EF4-FFF2-40B4-BE49-F238E27FC236}">
                <a16:creationId xmlns:a16="http://schemas.microsoft.com/office/drawing/2014/main" id="{DC77E2B0-7737-2E23-A0FA-82849CA13706}"/>
              </a:ext>
            </a:extLst>
          </p:cNvPr>
          <p:cNvSpPr txBox="1">
            <a:spLocks/>
          </p:cNvSpPr>
          <p:nvPr/>
        </p:nvSpPr>
        <p:spPr>
          <a:xfrm>
            <a:off x="3509058" y="2027882"/>
            <a:ext cx="5444151" cy="279400"/>
          </a:xfrm>
          <a:prstGeom prst="rect">
            <a:avLst/>
          </a:prstGeom>
        </p:spPr>
        <p:txBody>
          <a:bodyPr lIns="0" tIns="0" rIns="0" bIns="0">
            <a:noAutofit/>
          </a:bodyPr>
          <a:lstStyle>
            <a:lvl1pPr marL="176213" indent="-176213" algn="l" defTabSz="479968" rtl="0" eaLnBrk="1" latinLnBrk="0" hangingPunct="1">
              <a:lnSpc>
                <a:spcPct val="90000"/>
              </a:lnSpc>
              <a:spcBef>
                <a:spcPts val="600"/>
              </a:spcBef>
              <a:buFont typeface="Arial" panose="020B0604020202020204" pitchFamily="34" charset="0"/>
              <a:buChar char="•"/>
              <a:defRPr kumimoji="1" sz="2800" b="0" i="0" kern="1200">
                <a:solidFill>
                  <a:srgbClr val="013C85"/>
                </a:solidFill>
                <a:latin typeface="Yu Gothic Medium" panose="020B0400000000000000" pitchFamily="34" charset="-128"/>
                <a:ea typeface="Yu Gothic Medium" panose="020B0400000000000000" pitchFamily="34" charset="-128"/>
                <a:cs typeface="+mn-cs"/>
              </a:defRPr>
            </a:lvl1pPr>
            <a:lvl2pPr marL="442913" indent="-136525" algn="l" defTabSz="914400" rtl="0" eaLnBrk="1" latinLnBrk="0" hangingPunct="1">
              <a:lnSpc>
                <a:spcPct val="90000"/>
              </a:lnSpc>
              <a:spcBef>
                <a:spcPts val="600"/>
              </a:spcBef>
              <a:buFont typeface="Arial" panose="020B0604020202020204" pitchFamily="34" charset="0"/>
              <a:buChar char="•"/>
              <a:defRPr kumimoji="1" sz="2400" b="0" i="0" kern="1200">
                <a:solidFill>
                  <a:srgbClr val="013C85"/>
                </a:solidFill>
                <a:latin typeface="Yu Gothic Medium" panose="020B0400000000000000" pitchFamily="34" charset="-128"/>
                <a:ea typeface="Yu Gothic Medium" panose="020B0400000000000000" pitchFamily="34" charset="-128"/>
                <a:cs typeface="+mn-cs"/>
              </a:defRPr>
            </a:lvl2pPr>
            <a:lvl3pPr marL="720725" indent="-146050" algn="l" defTabSz="914400" rtl="0" eaLnBrk="1" latinLnBrk="0" hangingPunct="1">
              <a:lnSpc>
                <a:spcPct val="90000"/>
              </a:lnSpc>
              <a:spcBef>
                <a:spcPts val="600"/>
              </a:spcBef>
              <a:buFont typeface="Arial" panose="020B0604020202020204" pitchFamily="34" charset="0"/>
              <a:buChar char="•"/>
              <a:defRPr kumimoji="1" sz="2000" b="0" i="0" kern="1200">
                <a:solidFill>
                  <a:srgbClr val="013C85"/>
                </a:solidFill>
                <a:latin typeface="Yu Gothic Medium" panose="020B0400000000000000" pitchFamily="34" charset="-128"/>
                <a:ea typeface="Yu Gothic Medium" panose="020B0400000000000000" pitchFamily="34" charset="-128"/>
                <a:cs typeface="+mn-cs"/>
              </a:defRPr>
            </a:lvl3pPr>
            <a:lvl4pPr marL="989013" indent="-136525" algn="l" defTabSz="914400" rtl="0" eaLnBrk="1" latinLnBrk="0" hangingPunct="1">
              <a:lnSpc>
                <a:spcPct val="90000"/>
              </a:lnSpc>
              <a:spcBef>
                <a:spcPts val="600"/>
              </a:spcBef>
              <a:buFont typeface="Arial" panose="020B0604020202020204" pitchFamily="34" charset="0"/>
              <a:buChar char="•"/>
              <a:defRPr kumimoji="1" sz="1800" b="0" i="0" kern="1200">
                <a:solidFill>
                  <a:srgbClr val="013C85"/>
                </a:solidFill>
                <a:latin typeface="Yu Gothic Medium" panose="020B0400000000000000" pitchFamily="34" charset="-128"/>
                <a:ea typeface="Yu Gothic Medium" panose="020B0400000000000000" pitchFamily="34" charset="-128"/>
                <a:cs typeface="+mn-cs"/>
              </a:defRPr>
            </a:lvl4pPr>
            <a:lvl5pPr marL="1255713" indent="-136525" algn="l" defTabSz="914400" rtl="0" eaLnBrk="1" latinLnBrk="0" hangingPunct="1">
              <a:lnSpc>
                <a:spcPct val="90000"/>
              </a:lnSpc>
              <a:spcBef>
                <a:spcPts val="600"/>
              </a:spcBef>
              <a:buFont typeface="Arial" panose="020B0604020202020204" pitchFamily="34" charset="0"/>
              <a:buChar char="•"/>
              <a:defRPr kumimoji="1" sz="1800" b="0" i="0" kern="1200">
                <a:solidFill>
                  <a:srgbClr val="013C85"/>
                </a:solidFill>
                <a:latin typeface="Yu Gothic Medium" panose="020B0400000000000000" pitchFamily="34" charset="-128"/>
                <a:ea typeface="Yu Gothic Medium"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bg1"/>
                </a:solidFill>
                <a:latin typeface="Yu Gothic Medium" panose="020B0400000000000000" pitchFamily="34" charset="-128"/>
                <a:ea typeface="Yu Gothic Medium" panose="020B0400000000000000" pitchFamily="34" charset="-128"/>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bg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sz="1800" b="1" dirty="0">
                <a:latin typeface="Meiryo UI" panose="020B0604030504040204" pitchFamily="50" charset="-128"/>
                <a:ea typeface="Meiryo UI" panose="020B0604030504040204" pitchFamily="50" charset="-128"/>
              </a:rPr>
              <a:t>把握・整理する内容</a:t>
            </a:r>
          </a:p>
        </p:txBody>
      </p:sp>
      <p:cxnSp>
        <p:nvCxnSpPr>
          <p:cNvPr id="21" name="直線コネクタ 20">
            <a:extLst>
              <a:ext uri="{FF2B5EF4-FFF2-40B4-BE49-F238E27FC236}">
                <a16:creationId xmlns:a16="http://schemas.microsoft.com/office/drawing/2014/main" id="{3F6DBBD7-7B0A-06F1-1F5C-46665F90B924}"/>
              </a:ext>
            </a:extLst>
          </p:cNvPr>
          <p:cNvCxnSpPr>
            <a:cxnSpLocks/>
          </p:cNvCxnSpPr>
          <p:nvPr/>
        </p:nvCxnSpPr>
        <p:spPr>
          <a:xfrm>
            <a:off x="3525361" y="2307282"/>
            <a:ext cx="5037614"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22" name="テキスト プレースホルダー 1">
            <a:extLst>
              <a:ext uri="{FF2B5EF4-FFF2-40B4-BE49-F238E27FC236}">
                <a16:creationId xmlns:a16="http://schemas.microsoft.com/office/drawing/2014/main" id="{31113BB9-2E22-1BB6-E6AA-AA8FAF2B900D}"/>
              </a:ext>
            </a:extLst>
          </p:cNvPr>
          <p:cNvSpPr txBox="1">
            <a:spLocks/>
          </p:cNvSpPr>
          <p:nvPr/>
        </p:nvSpPr>
        <p:spPr>
          <a:xfrm>
            <a:off x="9457803" y="2027882"/>
            <a:ext cx="1903614" cy="279400"/>
          </a:xfrm>
          <a:prstGeom prst="rect">
            <a:avLst/>
          </a:prstGeom>
        </p:spPr>
        <p:txBody>
          <a:bodyPr lIns="0" tIns="0" rIns="0" bIns="0">
            <a:noAutofit/>
          </a:bodyPr>
          <a:lstStyle>
            <a:lvl1pPr marL="176213" indent="-176213" algn="l" defTabSz="479968" rtl="0" eaLnBrk="1" latinLnBrk="0" hangingPunct="1">
              <a:lnSpc>
                <a:spcPct val="90000"/>
              </a:lnSpc>
              <a:spcBef>
                <a:spcPts val="600"/>
              </a:spcBef>
              <a:buFont typeface="Arial" panose="020B0604020202020204" pitchFamily="34" charset="0"/>
              <a:buChar char="•"/>
              <a:defRPr kumimoji="1" sz="2800" b="0" i="0" kern="1200">
                <a:solidFill>
                  <a:srgbClr val="013C85"/>
                </a:solidFill>
                <a:latin typeface="Yu Gothic Medium" panose="020B0400000000000000" pitchFamily="34" charset="-128"/>
                <a:ea typeface="Yu Gothic Medium" panose="020B0400000000000000" pitchFamily="34" charset="-128"/>
                <a:cs typeface="+mn-cs"/>
              </a:defRPr>
            </a:lvl1pPr>
            <a:lvl2pPr marL="442913" indent="-136525" algn="l" defTabSz="914400" rtl="0" eaLnBrk="1" latinLnBrk="0" hangingPunct="1">
              <a:lnSpc>
                <a:spcPct val="90000"/>
              </a:lnSpc>
              <a:spcBef>
                <a:spcPts val="600"/>
              </a:spcBef>
              <a:buFont typeface="Arial" panose="020B0604020202020204" pitchFamily="34" charset="0"/>
              <a:buChar char="•"/>
              <a:defRPr kumimoji="1" sz="2400" b="0" i="0" kern="1200">
                <a:solidFill>
                  <a:srgbClr val="013C85"/>
                </a:solidFill>
                <a:latin typeface="Yu Gothic Medium" panose="020B0400000000000000" pitchFamily="34" charset="-128"/>
                <a:ea typeface="Yu Gothic Medium" panose="020B0400000000000000" pitchFamily="34" charset="-128"/>
                <a:cs typeface="+mn-cs"/>
              </a:defRPr>
            </a:lvl2pPr>
            <a:lvl3pPr marL="720725" indent="-146050" algn="l" defTabSz="914400" rtl="0" eaLnBrk="1" latinLnBrk="0" hangingPunct="1">
              <a:lnSpc>
                <a:spcPct val="90000"/>
              </a:lnSpc>
              <a:spcBef>
                <a:spcPts val="600"/>
              </a:spcBef>
              <a:buFont typeface="Arial" panose="020B0604020202020204" pitchFamily="34" charset="0"/>
              <a:buChar char="•"/>
              <a:defRPr kumimoji="1" sz="2000" b="0" i="0" kern="1200">
                <a:solidFill>
                  <a:srgbClr val="013C85"/>
                </a:solidFill>
                <a:latin typeface="Yu Gothic Medium" panose="020B0400000000000000" pitchFamily="34" charset="-128"/>
                <a:ea typeface="Yu Gothic Medium" panose="020B0400000000000000" pitchFamily="34" charset="-128"/>
                <a:cs typeface="+mn-cs"/>
              </a:defRPr>
            </a:lvl3pPr>
            <a:lvl4pPr marL="989013" indent="-136525" algn="l" defTabSz="914400" rtl="0" eaLnBrk="1" latinLnBrk="0" hangingPunct="1">
              <a:lnSpc>
                <a:spcPct val="90000"/>
              </a:lnSpc>
              <a:spcBef>
                <a:spcPts val="600"/>
              </a:spcBef>
              <a:buFont typeface="Arial" panose="020B0604020202020204" pitchFamily="34" charset="0"/>
              <a:buChar char="•"/>
              <a:defRPr kumimoji="1" sz="1800" b="0" i="0" kern="1200">
                <a:solidFill>
                  <a:srgbClr val="013C85"/>
                </a:solidFill>
                <a:latin typeface="Yu Gothic Medium" panose="020B0400000000000000" pitchFamily="34" charset="-128"/>
                <a:ea typeface="Yu Gothic Medium" panose="020B0400000000000000" pitchFamily="34" charset="-128"/>
                <a:cs typeface="+mn-cs"/>
              </a:defRPr>
            </a:lvl4pPr>
            <a:lvl5pPr marL="1255713" indent="-136525" algn="l" defTabSz="914400" rtl="0" eaLnBrk="1" latinLnBrk="0" hangingPunct="1">
              <a:lnSpc>
                <a:spcPct val="90000"/>
              </a:lnSpc>
              <a:spcBef>
                <a:spcPts val="600"/>
              </a:spcBef>
              <a:buFont typeface="Arial" panose="020B0604020202020204" pitchFamily="34" charset="0"/>
              <a:buChar char="•"/>
              <a:defRPr kumimoji="1" sz="1800" b="0" i="0" kern="1200">
                <a:solidFill>
                  <a:srgbClr val="013C85"/>
                </a:solidFill>
                <a:latin typeface="Yu Gothic Medium" panose="020B0400000000000000" pitchFamily="34" charset="-128"/>
                <a:ea typeface="Yu Gothic Medium"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bg1"/>
                </a:solidFill>
                <a:latin typeface="Yu Gothic Medium" panose="020B0400000000000000" pitchFamily="34" charset="-128"/>
                <a:ea typeface="Yu Gothic Medium" panose="020B0400000000000000" pitchFamily="34" charset="-128"/>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bg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sz="1800" b="1" dirty="0">
                <a:latin typeface="Meiryo UI" panose="020B0604030504040204" pitchFamily="50" charset="-128"/>
                <a:ea typeface="Meiryo UI" panose="020B0604030504040204" pitchFamily="50" charset="-128"/>
              </a:rPr>
              <a:t>本分析で得る成果</a:t>
            </a:r>
          </a:p>
        </p:txBody>
      </p:sp>
      <p:cxnSp>
        <p:nvCxnSpPr>
          <p:cNvPr id="23" name="直線コネクタ 22">
            <a:extLst>
              <a:ext uri="{FF2B5EF4-FFF2-40B4-BE49-F238E27FC236}">
                <a16:creationId xmlns:a16="http://schemas.microsoft.com/office/drawing/2014/main" id="{A998F94B-2E5B-0403-5EF2-7C40C4AB9A9F}"/>
              </a:ext>
            </a:extLst>
          </p:cNvPr>
          <p:cNvCxnSpPr>
            <a:cxnSpLocks/>
          </p:cNvCxnSpPr>
          <p:nvPr/>
        </p:nvCxnSpPr>
        <p:spPr>
          <a:xfrm>
            <a:off x="9474105" y="2307282"/>
            <a:ext cx="1903613"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808416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149D4-B601-23E6-2340-66C600E7AFEF}"/>
            </a:ext>
          </a:extLst>
        </p:cNvPr>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91EF8BDD-7BF3-C7CF-9C77-9B44ADBBE2C8}"/>
              </a:ext>
            </a:extLst>
          </p:cNvPr>
          <p:cNvSpPr>
            <a:spLocks noGrp="1"/>
          </p:cNvSpPr>
          <p:nvPr>
            <p:ph type="body" sz="quarter" idx="15"/>
          </p:nvPr>
        </p:nvSpPr>
        <p:spPr>
          <a:xfrm>
            <a:off x="390525" y="990600"/>
            <a:ext cx="10987193" cy="558800"/>
          </a:xfrm>
        </p:spPr>
        <p:txBody>
          <a:bodyPr/>
          <a:lstStyle/>
          <a:p>
            <a:pPr marL="0" indent="0">
              <a:buNone/>
            </a:pPr>
            <a:r>
              <a:rPr lang="ja-JP" altLang="en-US" sz="1800" dirty="0">
                <a:latin typeface="Meiryo UI" panose="020B0604030504040204" pitchFamily="50" charset="-128"/>
                <a:ea typeface="Meiryo UI" panose="020B0604030504040204" pitchFamily="50" charset="-128"/>
              </a:rPr>
              <a:t>直近</a:t>
            </a:r>
            <a:r>
              <a:rPr lang="en-US" altLang="ja-JP" sz="1800" dirty="0">
                <a:latin typeface="Meiryo UI" panose="020B0604030504040204" pitchFamily="50" charset="-128"/>
                <a:ea typeface="Meiryo UI" panose="020B0604030504040204" pitchFamily="50" charset="-128"/>
              </a:rPr>
              <a:t>4</a:t>
            </a:r>
            <a:r>
              <a:rPr lang="ja-JP" altLang="en-US" sz="1800" dirty="0">
                <a:latin typeface="Meiryo UI" panose="020B0604030504040204" pitchFamily="50" charset="-128"/>
                <a:ea typeface="Meiryo UI" panose="020B0604030504040204" pitchFamily="50" charset="-128"/>
              </a:rPr>
              <a:t>週間</a:t>
            </a:r>
            <a:r>
              <a:rPr lang="ja-JP" altLang="en-US" sz="1800" dirty="0">
                <a:solidFill>
                  <a:schemeClr val="tx1"/>
                </a:solidFill>
                <a:latin typeface="Meiryo UI" panose="020B0604030504040204" pitchFamily="50" charset="-128"/>
                <a:ea typeface="Meiryo UI" panose="020B0604030504040204" pitchFamily="50" charset="-128"/>
              </a:rPr>
              <a:t>は現状分析の「ヒアリング日程確定→ヒアリング実施→現状の見える化→比較検討の土台づくり」までを短期集中で行い、選定意思決定に向けた論点</a:t>
            </a:r>
            <a:r>
              <a:rPr lang="ja-JP" altLang="en-US" sz="1800" dirty="0">
                <a:latin typeface="Meiryo UI" panose="020B0604030504040204" pitchFamily="50" charset="-128"/>
                <a:ea typeface="Meiryo UI" panose="020B0604030504040204" pitchFamily="50" charset="-128"/>
              </a:rPr>
              <a:t>を早期に揃えます。</a:t>
            </a:r>
            <a:endParaRPr kumimoji="1" lang="ja-JP" altLang="en-US" sz="1800" dirty="0">
              <a:latin typeface="Meiryo UI" panose="020B0604030504040204" pitchFamily="50" charset="-128"/>
              <a:ea typeface="Meiryo UI" panose="020B0604030504040204" pitchFamily="50" charset="-128"/>
            </a:endParaRPr>
          </a:p>
        </p:txBody>
      </p:sp>
      <p:sp>
        <p:nvSpPr>
          <p:cNvPr id="3" name="タイトル 2">
            <a:extLst>
              <a:ext uri="{FF2B5EF4-FFF2-40B4-BE49-F238E27FC236}">
                <a16:creationId xmlns:a16="http://schemas.microsoft.com/office/drawing/2014/main" id="{D72D4FB4-3881-94F9-5160-D777254AB403}"/>
              </a:ext>
            </a:extLst>
          </p:cNvPr>
          <p:cNvSpPr>
            <a:spLocks noGrp="1"/>
          </p:cNvSpPr>
          <p:nvPr>
            <p:ph type="title"/>
          </p:nvPr>
        </p:nvSpPr>
        <p:spPr/>
        <p:txBody>
          <a:bodyPr/>
          <a:lstStyle/>
          <a:p>
            <a:r>
              <a:rPr lang="ja-JP" altLang="en-US" dirty="0">
                <a:latin typeface="Meiryo UI" panose="020B0604030504040204" pitchFamily="50" charset="-128"/>
                <a:ea typeface="Meiryo UI" panose="020B0604030504040204" pitchFamily="50" charset="-128"/>
              </a:rPr>
              <a:t>直近</a:t>
            </a:r>
            <a:r>
              <a:rPr lang="en-US" altLang="ja-JP" dirty="0">
                <a:latin typeface="Meiryo UI" panose="020B0604030504040204" pitchFamily="50" charset="-128"/>
                <a:ea typeface="Meiryo UI" panose="020B0604030504040204" pitchFamily="50" charset="-128"/>
              </a:rPr>
              <a:t>4</a:t>
            </a:r>
            <a:r>
              <a:rPr lang="ja-JP" altLang="en-US" dirty="0">
                <a:latin typeface="Meiryo UI" panose="020B0604030504040204" pitchFamily="50" charset="-128"/>
                <a:ea typeface="Meiryo UI" panose="020B0604030504040204" pitchFamily="50" charset="-128"/>
              </a:rPr>
              <a:t>週間の進め方</a:t>
            </a:r>
            <a:endParaRPr kumimoji="1" lang="ja-JP" altLang="en-US" dirty="0">
              <a:latin typeface="Meiryo UI" panose="020B0604030504040204" pitchFamily="50" charset="-128"/>
              <a:ea typeface="Meiryo UI" panose="020B0604030504040204" pitchFamily="50" charset="-128"/>
            </a:endParaRPr>
          </a:p>
        </p:txBody>
      </p:sp>
      <p:sp>
        <p:nvSpPr>
          <p:cNvPr id="8" name="正方形/長方形 7">
            <a:extLst>
              <a:ext uri="{FF2B5EF4-FFF2-40B4-BE49-F238E27FC236}">
                <a16:creationId xmlns:a16="http://schemas.microsoft.com/office/drawing/2014/main" id="{0146BDDE-8B1E-9CCA-C5C5-FFC7BEF5A551}"/>
              </a:ext>
            </a:extLst>
          </p:cNvPr>
          <p:cNvSpPr/>
          <p:nvPr/>
        </p:nvSpPr>
        <p:spPr>
          <a:xfrm>
            <a:off x="1749425" y="1674700"/>
            <a:ext cx="5972175" cy="43032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solidFill>
                <a:latin typeface="Meiryo UI" panose="020B0604030504040204" pitchFamily="50" charset="-128"/>
                <a:ea typeface="Meiryo UI" panose="020B0604030504040204" pitchFamily="50" charset="-128"/>
              </a:rPr>
              <a:t>主な活動内容</a:t>
            </a:r>
            <a:endParaRPr kumimoji="1" lang="en-US" altLang="ja-JP" b="1" dirty="0">
              <a:solidFill>
                <a:schemeClr val="tx1"/>
              </a:solidFill>
              <a:latin typeface="Meiryo UI" panose="020B0604030504040204" pitchFamily="50" charset="-128"/>
              <a:ea typeface="Meiryo UI" panose="020B0604030504040204" pitchFamily="50" charset="-128"/>
            </a:endParaRPr>
          </a:p>
        </p:txBody>
      </p:sp>
      <p:sp>
        <p:nvSpPr>
          <p:cNvPr id="14" name="テキスト プレースホルダー 1">
            <a:extLst>
              <a:ext uri="{FF2B5EF4-FFF2-40B4-BE49-F238E27FC236}">
                <a16:creationId xmlns:a16="http://schemas.microsoft.com/office/drawing/2014/main" id="{A2D3ADA9-7D05-42F5-409A-11C60F86F701}"/>
              </a:ext>
            </a:extLst>
          </p:cNvPr>
          <p:cNvSpPr txBox="1">
            <a:spLocks/>
          </p:cNvSpPr>
          <p:nvPr/>
        </p:nvSpPr>
        <p:spPr>
          <a:xfrm>
            <a:off x="1755152" y="2316180"/>
            <a:ext cx="6217271" cy="699210"/>
          </a:xfrm>
          <a:prstGeom prst="rect">
            <a:avLst/>
          </a:prstGeom>
        </p:spPr>
        <p:txBody>
          <a:bodyPr lIns="0" tIns="0" rIns="0" bIns="0" anchor="ctr">
            <a:noAutofit/>
          </a:bodyPr>
          <a:lstStyle>
            <a:lvl1pPr marL="176213" indent="-176213" algn="l" defTabSz="479968" rtl="0" eaLnBrk="1" latinLnBrk="0" hangingPunct="1">
              <a:lnSpc>
                <a:spcPct val="90000"/>
              </a:lnSpc>
              <a:spcBef>
                <a:spcPts val="600"/>
              </a:spcBef>
              <a:buFont typeface="Arial" panose="020B0604020202020204" pitchFamily="34" charset="0"/>
              <a:buChar char="•"/>
              <a:defRPr kumimoji="1" sz="2800" b="0" i="0" kern="1200">
                <a:solidFill>
                  <a:srgbClr val="013C85"/>
                </a:solidFill>
                <a:latin typeface="Yu Gothic Medium" panose="020B0400000000000000" pitchFamily="34" charset="-128"/>
                <a:ea typeface="Yu Gothic Medium" panose="020B0400000000000000" pitchFamily="34" charset="-128"/>
                <a:cs typeface="+mn-cs"/>
              </a:defRPr>
            </a:lvl1pPr>
            <a:lvl2pPr marL="442913" indent="-136525" algn="l" defTabSz="914400" rtl="0" eaLnBrk="1" latinLnBrk="0" hangingPunct="1">
              <a:lnSpc>
                <a:spcPct val="90000"/>
              </a:lnSpc>
              <a:spcBef>
                <a:spcPts val="600"/>
              </a:spcBef>
              <a:buFont typeface="Arial" panose="020B0604020202020204" pitchFamily="34" charset="0"/>
              <a:buChar char="•"/>
              <a:defRPr kumimoji="1" sz="2400" b="0" i="0" kern="1200">
                <a:solidFill>
                  <a:srgbClr val="013C85"/>
                </a:solidFill>
                <a:latin typeface="Yu Gothic Medium" panose="020B0400000000000000" pitchFamily="34" charset="-128"/>
                <a:ea typeface="Yu Gothic Medium" panose="020B0400000000000000" pitchFamily="34" charset="-128"/>
                <a:cs typeface="+mn-cs"/>
              </a:defRPr>
            </a:lvl2pPr>
            <a:lvl3pPr marL="720725" indent="-146050" algn="l" defTabSz="914400" rtl="0" eaLnBrk="1" latinLnBrk="0" hangingPunct="1">
              <a:lnSpc>
                <a:spcPct val="90000"/>
              </a:lnSpc>
              <a:spcBef>
                <a:spcPts val="600"/>
              </a:spcBef>
              <a:buFont typeface="Arial" panose="020B0604020202020204" pitchFamily="34" charset="0"/>
              <a:buChar char="•"/>
              <a:defRPr kumimoji="1" sz="2000" b="0" i="0" kern="1200">
                <a:solidFill>
                  <a:srgbClr val="013C85"/>
                </a:solidFill>
                <a:latin typeface="Yu Gothic Medium" panose="020B0400000000000000" pitchFamily="34" charset="-128"/>
                <a:ea typeface="Yu Gothic Medium" panose="020B0400000000000000" pitchFamily="34" charset="-128"/>
                <a:cs typeface="+mn-cs"/>
              </a:defRPr>
            </a:lvl3pPr>
            <a:lvl4pPr marL="989013" indent="-136525" algn="l" defTabSz="914400" rtl="0" eaLnBrk="1" latinLnBrk="0" hangingPunct="1">
              <a:lnSpc>
                <a:spcPct val="90000"/>
              </a:lnSpc>
              <a:spcBef>
                <a:spcPts val="600"/>
              </a:spcBef>
              <a:buFont typeface="Arial" panose="020B0604020202020204" pitchFamily="34" charset="0"/>
              <a:buChar char="•"/>
              <a:defRPr kumimoji="1" sz="1800" b="0" i="0" kern="1200">
                <a:solidFill>
                  <a:srgbClr val="013C85"/>
                </a:solidFill>
                <a:latin typeface="Yu Gothic Medium" panose="020B0400000000000000" pitchFamily="34" charset="-128"/>
                <a:ea typeface="Yu Gothic Medium" panose="020B0400000000000000" pitchFamily="34" charset="-128"/>
                <a:cs typeface="+mn-cs"/>
              </a:defRPr>
            </a:lvl4pPr>
            <a:lvl5pPr marL="1255713" indent="-136525" algn="l" defTabSz="914400" rtl="0" eaLnBrk="1" latinLnBrk="0" hangingPunct="1">
              <a:lnSpc>
                <a:spcPct val="90000"/>
              </a:lnSpc>
              <a:spcBef>
                <a:spcPts val="600"/>
              </a:spcBef>
              <a:buFont typeface="Arial" panose="020B0604020202020204" pitchFamily="34" charset="0"/>
              <a:buChar char="•"/>
              <a:defRPr kumimoji="1" sz="1800" b="0" i="0" kern="1200">
                <a:solidFill>
                  <a:srgbClr val="013C85"/>
                </a:solidFill>
                <a:latin typeface="Yu Gothic Medium" panose="020B0400000000000000" pitchFamily="34" charset="-128"/>
                <a:ea typeface="Yu Gothic Medium"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bg1"/>
                </a:solidFill>
                <a:latin typeface="Yu Gothic Medium" panose="020B0400000000000000" pitchFamily="34" charset="-128"/>
                <a:ea typeface="Yu Gothic Medium" panose="020B0400000000000000" pitchFamily="34" charset="-128"/>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bg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200" dirty="0">
                <a:latin typeface="Meiryo UI" panose="020B0604030504040204" pitchFamily="50" charset="-128"/>
                <a:ea typeface="Meiryo UI" panose="020B0604030504040204" pitchFamily="50" charset="-128"/>
              </a:rPr>
              <a:t>・</a:t>
            </a:r>
            <a:r>
              <a:rPr lang="en-US" altLang="ja-JP" sz="1200" dirty="0">
                <a:latin typeface="Meiryo UI" panose="020B0604030504040204" pitchFamily="50" charset="-128"/>
                <a:ea typeface="Meiryo UI" panose="020B0604030504040204" pitchFamily="50" charset="-128"/>
              </a:rPr>
              <a:t>【CTC】</a:t>
            </a:r>
            <a:r>
              <a:rPr lang="ja-JP" altLang="en-US" sz="1200" dirty="0">
                <a:latin typeface="Meiryo UI" panose="020B0604030504040204" pitchFamily="50" charset="-128"/>
                <a:ea typeface="Meiryo UI" panose="020B0604030504040204" pitchFamily="50" charset="-128"/>
              </a:rPr>
              <a:t>進め方ルール確定（連絡手段／資料の置き場）</a:t>
            </a:r>
          </a:p>
          <a:p>
            <a:pPr marL="0" indent="0">
              <a:buNone/>
            </a:pPr>
            <a:r>
              <a:rPr lang="ja-JP" altLang="en-US" sz="1200" dirty="0">
                <a:latin typeface="Meiryo UI" panose="020B0604030504040204" pitchFamily="50" charset="-128"/>
                <a:ea typeface="Meiryo UI" panose="020B0604030504040204" pitchFamily="50" charset="-128"/>
              </a:rPr>
              <a:t>・</a:t>
            </a:r>
            <a:r>
              <a:rPr lang="en-US" altLang="ja-JP" sz="1200" dirty="0">
                <a:latin typeface="Meiryo UI" panose="020B0604030504040204" pitchFamily="50" charset="-128"/>
                <a:ea typeface="Meiryo UI" panose="020B0604030504040204" pitchFamily="50" charset="-128"/>
              </a:rPr>
              <a:t>【CTC】</a:t>
            </a:r>
            <a:r>
              <a:rPr lang="ja-JP" altLang="en-US" sz="1200" dirty="0">
                <a:latin typeface="Meiryo UI" panose="020B0604030504040204" pitchFamily="50" charset="-128"/>
                <a:ea typeface="Meiryo UI" panose="020B0604030504040204" pitchFamily="50" charset="-128"/>
              </a:rPr>
              <a:t>ヒアリング設計の確定（誰に何を聞くか／質問）</a:t>
            </a:r>
          </a:p>
          <a:p>
            <a:pPr marL="0" indent="0">
              <a:buNone/>
            </a:pPr>
            <a:r>
              <a:rPr lang="ja-JP" altLang="en-US" sz="1200" dirty="0">
                <a:latin typeface="Meiryo UI" panose="020B0604030504040204" pitchFamily="50" charset="-128"/>
                <a:ea typeface="Meiryo UI" panose="020B0604030504040204" pitchFamily="50" charset="-128"/>
              </a:rPr>
              <a:t>・</a:t>
            </a:r>
            <a:r>
              <a:rPr lang="en-US" altLang="ja-JP" sz="1200" dirty="0">
                <a:latin typeface="Meiryo UI" panose="020B0604030504040204" pitchFamily="50" charset="-128"/>
                <a:ea typeface="Meiryo UI" panose="020B0604030504040204" pitchFamily="50" charset="-128"/>
              </a:rPr>
              <a:t>【CTC→TMC→CTC】</a:t>
            </a:r>
            <a:r>
              <a:rPr lang="ja-JP" altLang="en-US" sz="1200" dirty="0">
                <a:latin typeface="Meiryo UI" panose="020B0604030504040204" pitchFamily="50" charset="-128"/>
                <a:ea typeface="Meiryo UI" panose="020B0604030504040204" pitchFamily="50" charset="-128"/>
              </a:rPr>
              <a:t>個別オンラインヒアリングの日程確定（候補提示→予定確認→確定連絡）</a:t>
            </a:r>
          </a:p>
        </p:txBody>
      </p:sp>
      <p:sp>
        <p:nvSpPr>
          <p:cNvPr id="28" name="フローチャート: 他ページ結合子 27">
            <a:extLst>
              <a:ext uri="{FF2B5EF4-FFF2-40B4-BE49-F238E27FC236}">
                <a16:creationId xmlns:a16="http://schemas.microsoft.com/office/drawing/2014/main" id="{896E655E-087A-871D-69EB-1D070463056C}"/>
              </a:ext>
            </a:extLst>
          </p:cNvPr>
          <p:cNvSpPr/>
          <p:nvPr/>
        </p:nvSpPr>
        <p:spPr>
          <a:xfrm>
            <a:off x="828675" y="5098835"/>
            <a:ext cx="723900" cy="1191329"/>
          </a:xfrm>
          <a:prstGeom prst="flowChartOffpageConnector">
            <a:avLst/>
          </a:prstGeom>
          <a:solidFill>
            <a:schemeClr val="tx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r>
              <a:rPr lang="en-US" altLang="ja-JP" sz="1600" dirty="0">
                <a:latin typeface="Meiryo UI" panose="020B0604030504040204" pitchFamily="50" charset="-128"/>
                <a:ea typeface="Meiryo UI" panose="020B0604030504040204" pitchFamily="50" charset="-128"/>
              </a:rPr>
            </a:br>
            <a:r>
              <a:rPr lang="en-US" altLang="ja-JP" sz="1600" dirty="0">
                <a:latin typeface="Meiryo UI" panose="020B0604030504040204" pitchFamily="50" charset="-128"/>
                <a:ea typeface="Meiryo UI" panose="020B0604030504040204" pitchFamily="50" charset="-128"/>
              </a:rPr>
              <a:t>2</a:t>
            </a:r>
            <a:r>
              <a:rPr lang="ja-JP" altLang="en-US" sz="1600" dirty="0">
                <a:latin typeface="Meiryo UI" panose="020B0604030504040204" pitchFamily="50" charset="-128"/>
                <a:ea typeface="Meiryo UI" panose="020B0604030504040204" pitchFamily="50" charset="-128"/>
              </a:rPr>
              <a:t>月</a:t>
            </a:r>
            <a:endParaRPr lang="en-US" altLang="ja-JP" sz="1600" dirty="0">
              <a:latin typeface="Meiryo UI" panose="020B0604030504040204" pitchFamily="50" charset="-128"/>
              <a:ea typeface="Meiryo UI" panose="020B0604030504040204" pitchFamily="50" charset="-128"/>
            </a:endParaRPr>
          </a:p>
          <a:p>
            <a:pPr algn="ctr"/>
            <a:r>
              <a:rPr lang="en-US" altLang="ja-JP" sz="1600" dirty="0">
                <a:latin typeface="Meiryo UI" panose="020B0604030504040204" pitchFamily="50" charset="-128"/>
                <a:ea typeface="Meiryo UI" panose="020B0604030504040204" pitchFamily="50" charset="-128"/>
              </a:rPr>
              <a:t>2</a:t>
            </a:r>
            <a:r>
              <a:rPr lang="ja-JP" altLang="en-US" sz="1600" dirty="0">
                <a:latin typeface="Meiryo UI" panose="020B0604030504040204" pitchFamily="50" charset="-128"/>
                <a:ea typeface="Meiryo UI" panose="020B0604030504040204" pitchFamily="50" charset="-128"/>
              </a:rPr>
              <a:t>週</a:t>
            </a:r>
          </a:p>
        </p:txBody>
      </p:sp>
      <p:sp>
        <p:nvSpPr>
          <p:cNvPr id="29" name="フローチャート: 他ページ結合子 28">
            <a:extLst>
              <a:ext uri="{FF2B5EF4-FFF2-40B4-BE49-F238E27FC236}">
                <a16:creationId xmlns:a16="http://schemas.microsoft.com/office/drawing/2014/main" id="{9BF30CA1-FF2E-9C7E-8CC1-98D5464C08BA}"/>
              </a:ext>
            </a:extLst>
          </p:cNvPr>
          <p:cNvSpPr/>
          <p:nvPr/>
        </p:nvSpPr>
        <p:spPr>
          <a:xfrm>
            <a:off x="828675" y="4129474"/>
            <a:ext cx="723900" cy="1191329"/>
          </a:xfrm>
          <a:prstGeom prst="flowChartOffpageConnector">
            <a:avLst/>
          </a:prstGeom>
          <a:solidFill>
            <a:schemeClr val="tx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r>
              <a:rPr lang="en-US" altLang="ja-JP" sz="1600" dirty="0">
                <a:latin typeface="Meiryo UI" panose="020B0604030504040204" pitchFamily="50" charset="-128"/>
                <a:ea typeface="Meiryo UI" panose="020B0604030504040204" pitchFamily="50" charset="-128"/>
              </a:rPr>
            </a:br>
            <a:r>
              <a:rPr lang="en-US" altLang="ja-JP" sz="1600" dirty="0">
                <a:latin typeface="Meiryo UI" panose="020B0604030504040204" pitchFamily="50" charset="-128"/>
                <a:ea typeface="Meiryo UI" panose="020B0604030504040204" pitchFamily="50" charset="-128"/>
              </a:rPr>
              <a:t>1</a:t>
            </a:r>
            <a:r>
              <a:rPr lang="ja-JP" altLang="en-US" sz="1600" dirty="0">
                <a:latin typeface="Meiryo UI" panose="020B0604030504040204" pitchFamily="50" charset="-128"/>
                <a:ea typeface="Meiryo UI" panose="020B0604030504040204" pitchFamily="50" charset="-128"/>
              </a:rPr>
              <a:t>月</a:t>
            </a:r>
            <a:r>
              <a:rPr lang="en-US" altLang="ja-JP" sz="1600" dirty="0">
                <a:latin typeface="Meiryo UI" panose="020B0604030504040204" pitchFamily="50" charset="-128"/>
                <a:ea typeface="Meiryo UI" panose="020B0604030504040204" pitchFamily="50" charset="-128"/>
              </a:rPr>
              <a:t>26</a:t>
            </a:r>
            <a:r>
              <a:rPr lang="ja-JP" altLang="en-US" sz="1600" dirty="0">
                <a:latin typeface="Meiryo UI" panose="020B0604030504040204" pitchFamily="50" charset="-128"/>
                <a:ea typeface="Meiryo UI" panose="020B0604030504040204" pitchFamily="50" charset="-128"/>
              </a:rPr>
              <a:t>週</a:t>
            </a:r>
          </a:p>
        </p:txBody>
      </p:sp>
      <p:sp>
        <p:nvSpPr>
          <p:cNvPr id="30" name="フローチャート: 他ページ結合子 29">
            <a:extLst>
              <a:ext uri="{FF2B5EF4-FFF2-40B4-BE49-F238E27FC236}">
                <a16:creationId xmlns:a16="http://schemas.microsoft.com/office/drawing/2014/main" id="{7AFF36C0-C43C-4246-2252-4C59E638157F}"/>
              </a:ext>
            </a:extLst>
          </p:cNvPr>
          <p:cNvSpPr/>
          <p:nvPr/>
        </p:nvSpPr>
        <p:spPr>
          <a:xfrm>
            <a:off x="828675" y="3160112"/>
            <a:ext cx="723900" cy="1191329"/>
          </a:xfrm>
          <a:prstGeom prst="flowChartOffpageConnector">
            <a:avLst/>
          </a:prstGeom>
          <a:solidFill>
            <a:schemeClr val="tx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r>
              <a:rPr lang="en-US" altLang="ja-JP" sz="1600" dirty="0">
                <a:latin typeface="Meiryo UI" panose="020B0604030504040204" pitchFamily="50" charset="-128"/>
                <a:ea typeface="Meiryo UI" panose="020B0604030504040204" pitchFamily="50" charset="-128"/>
              </a:rPr>
            </a:br>
            <a:r>
              <a:rPr lang="en-US" altLang="ja-JP" sz="1600" dirty="0">
                <a:latin typeface="Meiryo UI" panose="020B0604030504040204" pitchFamily="50" charset="-128"/>
                <a:ea typeface="Meiryo UI" panose="020B0604030504040204" pitchFamily="50" charset="-128"/>
              </a:rPr>
              <a:t>1</a:t>
            </a:r>
            <a:r>
              <a:rPr lang="ja-JP" altLang="en-US" sz="1600" dirty="0">
                <a:latin typeface="Meiryo UI" panose="020B0604030504040204" pitchFamily="50" charset="-128"/>
                <a:ea typeface="Meiryo UI" panose="020B0604030504040204" pitchFamily="50" charset="-128"/>
              </a:rPr>
              <a:t>月</a:t>
            </a:r>
            <a:r>
              <a:rPr lang="en-US" altLang="ja-JP" sz="1600" dirty="0">
                <a:latin typeface="Meiryo UI" panose="020B0604030504040204" pitchFamily="50" charset="-128"/>
                <a:ea typeface="Meiryo UI" panose="020B0604030504040204" pitchFamily="50" charset="-128"/>
              </a:rPr>
              <a:t>19</a:t>
            </a:r>
            <a:r>
              <a:rPr lang="ja-JP" altLang="en-US" sz="1600" dirty="0">
                <a:latin typeface="Meiryo UI" panose="020B0604030504040204" pitchFamily="50" charset="-128"/>
                <a:ea typeface="Meiryo UI" panose="020B0604030504040204" pitchFamily="50" charset="-128"/>
              </a:rPr>
              <a:t>週</a:t>
            </a:r>
          </a:p>
        </p:txBody>
      </p:sp>
      <p:sp>
        <p:nvSpPr>
          <p:cNvPr id="31" name="フローチャート: 他ページ結合子 30">
            <a:extLst>
              <a:ext uri="{FF2B5EF4-FFF2-40B4-BE49-F238E27FC236}">
                <a16:creationId xmlns:a16="http://schemas.microsoft.com/office/drawing/2014/main" id="{09B852C9-ABE7-E490-D2F9-67613C002901}"/>
              </a:ext>
            </a:extLst>
          </p:cNvPr>
          <p:cNvSpPr/>
          <p:nvPr/>
        </p:nvSpPr>
        <p:spPr>
          <a:xfrm>
            <a:off x="828675" y="2190750"/>
            <a:ext cx="723900" cy="1191329"/>
          </a:xfrm>
          <a:prstGeom prst="flowChartOffpageConnector">
            <a:avLst/>
          </a:prstGeom>
          <a:solidFill>
            <a:schemeClr val="tx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dirty="0">
                <a:latin typeface="Meiryo UI" panose="020B0604030504040204" pitchFamily="50" charset="-128"/>
                <a:ea typeface="Meiryo UI" panose="020B0604030504040204" pitchFamily="50" charset="-128"/>
              </a:rPr>
              <a:t>1</a:t>
            </a:r>
            <a:r>
              <a:rPr kumimoji="1" lang="ja-JP" altLang="en-US" sz="1600" dirty="0">
                <a:latin typeface="Meiryo UI" panose="020B0604030504040204" pitchFamily="50" charset="-128"/>
                <a:ea typeface="Meiryo UI" panose="020B0604030504040204" pitchFamily="50" charset="-128"/>
              </a:rPr>
              <a:t>月</a:t>
            </a:r>
            <a:r>
              <a:rPr kumimoji="1" lang="en-US" altLang="ja-JP" sz="1600" dirty="0">
                <a:latin typeface="Meiryo UI" panose="020B0604030504040204" pitchFamily="50" charset="-128"/>
                <a:ea typeface="Meiryo UI" panose="020B0604030504040204" pitchFamily="50" charset="-128"/>
              </a:rPr>
              <a:t>12</a:t>
            </a:r>
            <a:r>
              <a:rPr lang="ja-JP" altLang="en-US" sz="1600" dirty="0">
                <a:latin typeface="Meiryo UI" panose="020B0604030504040204" pitchFamily="50" charset="-128"/>
                <a:ea typeface="Meiryo UI" panose="020B0604030504040204" pitchFamily="50" charset="-128"/>
              </a:rPr>
              <a:t>週</a:t>
            </a:r>
            <a:endParaRPr kumimoji="1" lang="ja-JP" altLang="en-US" sz="1600" dirty="0">
              <a:latin typeface="Meiryo UI" panose="020B0604030504040204" pitchFamily="50" charset="-128"/>
              <a:ea typeface="Meiryo UI" panose="020B0604030504040204" pitchFamily="50" charset="-128"/>
            </a:endParaRPr>
          </a:p>
        </p:txBody>
      </p:sp>
      <p:sp>
        <p:nvSpPr>
          <p:cNvPr id="32" name="テキスト プレースホルダー 1">
            <a:extLst>
              <a:ext uri="{FF2B5EF4-FFF2-40B4-BE49-F238E27FC236}">
                <a16:creationId xmlns:a16="http://schemas.microsoft.com/office/drawing/2014/main" id="{BCC736C7-6153-08DC-9DFE-73EF805BA004}"/>
              </a:ext>
            </a:extLst>
          </p:cNvPr>
          <p:cNvSpPr txBox="1">
            <a:spLocks/>
          </p:cNvSpPr>
          <p:nvPr/>
        </p:nvSpPr>
        <p:spPr>
          <a:xfrm>
            <a:off x="1755152" y="3311054"/>
            <a:ext cx="6217271" cy="699210"/>
          </a:xfrm>
          <a:prstGeom prst="rect">
            <a:avLst/>
          </a:prstGeom>
        </p:spPr>
        <p:txBody>
          <a:bodyPr lIns="0" tIns="0" rIns="0" bIns="0" anchor="ctr">
            <a:noAutofit/>
          </a:bodyPr>
          <a:lstStyle>
            <a:lvl1pPr marL="176213" indent="-176213" algn="l" defTabSz="479968" rtl="0" eaLnBrk="1" latinLnBrk="0" hangingPunct="1">
              <a:lnSpc>
                <a:spcPct val="90000"/>
              </a:lnSpc>
              <a:spcBef>
                <a:spcPts val="600"/>
              </a:spcBef>
              <a:buFont typeface="Arial" panose="020B0604020202020204" pitchFamily="34" charset="0"/>
              <a:buChar char="•"/>
              <a:defRPr kumimoji="1" sz="2800" b="0" i="0" kern="1200">
                <a:solidFill>
                  <a:srgbClr val="013C85"/>
                </a:solidFill>
                <a:latin typeface="Yu Gothic Medium" panose="020B0400000000000000" pitchFamily="34" charset="-128"/>
                <a:ea typeface="Yu Gothic Medium" panose="020B0400000000000000" pitchFamily="34" charset="-128"/>
                <a:cs typeface="+mn-cs"/>
              </a:defRPr>
            </a:lvl1pPr>
            <a:lvl2pPr marL="442913" indent="-136525" algn="l" defTabSz="914400" rtl="0" eaLnBrk="1" latinLnBrk="0" hangingPunct="1">
              <a:lnSpc>
                <a:spcPct val="90000"/>
              </a:lnSpc>
              <a:spcBef>
                <a:spcPts val="600"/>
              </a:spcBef>
              <a:buFont typeface="Arial" panose="020B0604020202020204" pitchFamily="34" charset="0"/>
              <a:buChar char="•"/>
              <a:defRPr kumimoji="1" sz="2400" b="0" i="0" kern="1200">
                <a:solidFill>
                  <a:srgbClr val="013C85"/>
                </a:solidFill>
                <a:latin typeface="Yu Gothic Medium" panose="020B0400000000000000" pitchFamily="34" charset="-128"/>
                <a:ea typeface="Yu Gothic Medium" panose="020B0400000000000000" pitchFamily="34" charset="-128"/>
                <a:cs typeface="+mn-cs"/>
              </a:defRPr>
            </a:lvl2pPr>
            <a:lvl3pPr marL="720725" indent="-146050" algn="l" defTabSz="914400" rtl="0" eaLnBrk="1" latinLnBrk="0" hangingPunct="1">
              <a:lnSpc>
                <a:spcPct val="90000"/>
              </a:lnSpc>
              <a:spcBef>
                <a:spcPts val="600"/>
              </a:spcBef>
              <a:buFont typeface="Arial" panose="020B0604020202020204" pitchFamily="34" charset="0"/>
              <a:buChar char="•"/>
              <a:defRPr kumimoji="1" sz="2000" b="0" i="0" kern="1200">
                <a:solidFill>
                  <a:srgbClr val="013C85"/>
                </a:solidFill>
                <a:latin typeface="Yu Gothic Medium" panose="020B0400000000000000" pitchFamily="34" charset="-128"/>
                <a:ea typeface="Yu Gothic Medium" panose="020B0400000000000000" pitchFamily="34" charset="-128"/>
                <a:cs typeface="+mn-cs"/>
              </a:defRPr>
            </a:lvl3pPr>
            <a:lvl4pPr marL="989013" indent="-136525" algn="l" defTabSz="914400" rtl="0" eaLnBrk="1" latinLnBrk="0" hangingPunct="1">
              <a:lnSpc>
                <a:spcPct val="90000"/>
              </a:lnSpc>
              <a:spcBef>
                <a:spcPts val="600"/>
              </a:spcBef>
              <a:buFont typeface="Arial" panose="020B0604020202020204" pitchFamily="34" charset="0"/>
              <a:buChar char="•"/>
              <a:defRPr kumimoji="1" sz="1800" b="0" i="0" kern="1200">
                <a:solidFill>
                  <a:srgbClr val="013C85"/>
                </a:solidFill>
                <a:latin typeface="Yu Gothic Medium" panose="020B0400000000000000" pitchFamily="34" charset="-128"/>
                <a:ea typeface="Yu Gothic Medium" panose="020B0400000000000000" pitchFamily="34" charset="-128"/>
                <a:cs typeface="+mn-cs"/>
              </a:defRPr>
            </a:lvl4pPr>
            <a:lvl5pPr marL="1255713" indent="-136525" algn="l" defTabSz="914400" rtl="0" eaLnBrk="1" latinLnBrk="0" hangingPunct="1">
              <a:lnSpc>
                <a:spcPct val="90000"/>
              </a:lnSpc>
              <a:spcBef>
                <a:spcPts val="600"/>
              </a:spcBef>
              <a:buFont typeface="Arial" panose="020B0604020202020204" pitchFamily="34" charset="0"/>
              <a:buChar char="•"/>
              <a:defRPr kumimoji="1" sz="1800" b="0" i="0" kern="1200">
                <a:solidFill>
                  <a:srgbClr val="013C85"/>
                </a:solidFill>
                <a:latin typeface="Yu Gothic Medium" panose="020B0400000000000000" pitchFamily="34" charset="-128"/>
                <a:ea typeface="Yu Gothic Medium"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bg1"/>
                </a:solidFill>
                <a:latin typeface="Yu Gothic Medium" panose="020B0400000000000000" pitchFamily="34" charset="-128"/>
                <a:ea typeface="Yu Gothic Medium" panose="020B0400000000000000" pitchFamily="34" charset="-128"/>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bg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sz="1200" dirty="0">
                <a:latin typeface="Meiryo UI" panose="020B0604030504040204" pitchFamily="50" charset="-128"/>
                <a:ea typeface="Meiryo UI" panose="020B0604030504040204" pitchFamily="50" charset="-128"/>
              </a:rPr>
              <a:t>・</a:t>
            </a:r>
            <a:r>
              <a:rPr lang="en-US" altLang="ja-JP" sz="1200" dirty="0">
                <a:latin typeface="Meiryo UI" panose="020B0604030504040204" pitchFamily="50" charset="-128"/>
                <a:ea typeface="Meiryo UI" panose="020B0604030504040204" pitchFamily="50" charset="-128"/>
              </a:rPr>
              <a:t>【CTC】</a:t>
            </a:r>
            <a:r>
              <a:rPr lang="ja-JP" altLang="en-US" sz="1200" dirty="0">
                <a:latin typeface="Meiryo UI" panose="020B0604030504040204" pitchFamily="50" charset="-128"/>
                <a:ea typeface="Meiryo UI" panose="020B0604030504040204" pitchFamily="50" charset="-128"/>
              </a:rPr>
              <a:t>個別オンラインヒアリングの実施</a:t>
            </a:r>
          </a:p>
          <a:p>
            <a:pPr marL="0" indent="0">
              <a:buFont typeface="Arial" panose="020B0604020202020204" pitchFamily="34" charset="0"/>
              <a:buNone/>
            </a:pPr>
            <a:r>
              <a:rPr lang="ja-JP" altLang="en-US" sz="1200" dirty="0">
                <a:latin typeface="Meiryo UI" panose="020B0604030504040204" pitchFamily="50" charset="-128"/>
                <a:ea typeface="Meiryo UI" panose="020B0604030504040204" pitchFamily="50" charset="-128"/>
              </a:rPr>
              <a:t>・</a:t>
            </a:r>
            <a:r>
              <a:rPr lang="en-US" altLang="ja-JP" sz="1200" dirty="0">
                <a:latin typeface="Meiryo UI" panose="020B0604030504040204" pitchFamily="50" charset="-128"/>
                <a:ea typeface="Meiryo UI" panose="020B0604030504040204" pitchFamily="50" charset="-128"/>
              </a:rPr>
              <a:t>【CTC】</a:t>
            </a:r>
            <a:r>
              <a:rPr lang="ja-JP" altLang="en-US" sz="1200" dirty="0">
                <a:latin typeface="Meiryo UI" panose="020B0604030504040204" pitchFamily="50" charset="-128"/>
                <a:ea typeface="Meiryo UI" panose="020B0604030504040204" pitchFamily="50" charset="-128"/>
              </a:rPr>
              <a:t>現状業務フロー・課題の見える化</a:t>
            </a:r>
          </a:p>
          <a:p>
            <a:pPr marL="0" indent="0">
              <a:buFont typeface="Arial" panose="020B0604020202020204" pitchFamily="34" charset="0"/>
              <a:buNone/>
            </a:pPr>
            <a:r>
              <a:rPr lang="ja-JP" altLang="en-US" sz="1200" dirty="0">
                <a:latin typeface="Meiryo UI" panose="020B0604030504040204" pitchFamily="50" charset="-128"/>
                <a:ea typeface="Meiryo UI" panose="020B0604030504040204" pitchFamily="50" charset="-128"/>
              </a:rPr>
              <a:t>・</a:t>
            </a:r>
            <a:r>
              <a:rPr lang="en-US" altLang="ja-JP" sz="1200" dirty="0">
                <a:latin typeface="Meiryo UI" panose="020B0604030504040204" pitchFamily="50" charset="-128"/>
                <a:ea typeface="Meiryo UI" panose="020B0604030504040204" pitchFamily="50" charset="-128"/>
              </a:rPr>
              <a:t>【CTC→TMC】</a:t>
            </a:r>
            <a:r>
              <a:rPr lang="ja-JP" altLang="en-US" sz="1200" dirty="0">
                <a:latin typeface="Meiryo UI" panose="020B0604030504040204" pitchFamily="50" charset="-128"/>
                <a:ea typeface="Meiryo UI" panose="020B0604030504040204" pitchFamily="50" charset="-128"/>
              </a:rPr>
              <a:t>追加ヒアリング事項の依頼</a:t>
            </a:r>
          </a:p>
        </p:txBody>
      </p:sp>
      <p:sp>
        <p:nvSpPr>
          <p:cNvPr id="33" name="テキスト プレースホルダー 1">
            <a:extLst>
              <a:ext uri="{FF2B5EF4-FFF2-40B4-BE49-F238E27FC236}">
                <a16:creationId xmlns:a16="http://schemas.microsoft.com/office/drawing/2014/main" id="{EAA2AD9A-40D4-CA45-A9F0-89846F17422F}"/>
              </a:ext>
            </a:extLst>
          </p:cNvPr>
          <p:cNvSpPr txBox="1">
            <a:spLocks/>
          </p:cNvSpPr>
          <p:nvPr/>
        </p:nvSpPr>
        <p:spPr>
          <a:xfrm>
            <a:off x="1755152" y="4305928"/>
            <a:ext cx="6217271" cy="699210"/>
          </a:xfrm>
          <a:prstGeom prst="rect">
            <a:avLst/>
          </a:prstGeom>
        </p:spPr>
        <p:txBody>
          <a:bodyPr lIns="0" tIns="0" rIns="0" bIns="0" anchor="ctr">
            <a:noAutofit/>
          </a:bodyPr>
          <a:lstStyle>
            <a:lvl1pPr marL="176213" indent="-176213" algn="l" defTabSz="479968" rtl="0" eaLnBrk="1" latinLnBrk="0" hangingPunct="1">
              <a:lnSpc>
                <a:spcPct val="90000"/>
              </a:lnSpc>
              <a:spcBef>
                <a:spcPts val="600"/>
              </a:spcBef>
              <a:buFont typeface="Arial" panose="020B0604020202020204" pitchFamily="34" charset="0"/>
              <a:buChar char="•"/>
              <a:defRPr kumimoji="1" sz="2800" b="0" i="0" kern="1200">
                <a:solidFill>
                  <a:srgbClr val="013C85"/>
                </a:solidFill>
                <a:latin typeface="Yu Gothic Medium" panose="020B0400000000000000" pitchFamily="34" charset="-128"/>
                <a:ea typeface="Yu Gothic Medium" panose="020B0400000000000000" pitchFamily="34" charset="-128"/>
                <a:cs typeface="+mn-cs"/>
              </a:defRPr>
            </a:lvl1pPr>
            <a:lvl2pPr marL="442913" indent="-136525" algn="l" defTabSz="914400" rtl="0" eaLnBrk="1" latinLnBrk="0" hangingPunct="1">
              <a:lnSpc>
                <a:spcPct val="90000"/>
              </a:lnSpc>
              <a:spcBef>
                <a:spcPts val="600"/>
              </a:spcBef>
              <a:buFont typeface="Arial" panose="020B0604020202020204" pitchFamily="34" charset="0"/>
              <a:buChar char="•"/>
              <a:defRPr kumimoji="1" sz="2400" b="0" i="0" kern="1200">
                <a:solidFill>
                  <a:srgbClr val="013C85"/>
                </a:solidFill>
                <a:latin typeface="Yu Gothic Medium" panose="020B0400000000000000" pitchFamily="34" charset="-128"/>
                <a:ea typeface="Yu Gothic Medium" panose="020B0400000000000000" pitchFamily="34" charset="-128"/>
                <a:cs typeface="+mn-cs"/>
              </a:defRPr>
            </a:lvl2pPr>
            <a:lvl3pPr marL="720725" indent="-146050" algn="l" defTabSz="914400" rtl="0" eaLnBrk="1" latinLnBrk="0" hangingPunct="1">
              <a:lnSpc>
                <a:spcPct val="90000"/>
              </a:lnSpc>
              <a:spcBef>
                <a:spcPts val="600"/>
              </a:spcBef>
              <a:buFont typeface="Arial" panose="020B0604020202020204" pitchFamily="34" charset="0"/>
              <a:buChar char="•"/>
              <a:defRPr kumimoji="1" sz="2000" b="0" i="0" kern="1200">
                <a:solidFill>
                  <a:srgbClr val="013C85"/>
                </a:solidFill>
                <a:latin typeface="Yu Gothic Medium" panose="020B0400000000000000" pitchFamily="34" charset="-128"/>
                <a:ea typeface="Yu Gothic Medium" panose="020B0400000000000000" pitchFamily="34" charset="-128"/>
                <a:cs typeface="+mn-cs"/>
              </a:defRPr>
            </a:lvl3pPr>
            <a:lvl4pPr marL="989013" indent="-136525" algn="l" defTabSz="914400" rtl="0" eaLnBrk="1" latinLnBrk="0" hangingPunct="1">
              <a:lnSpc>
                <a:spcPct val="90000"/>
              </a:lnSpc>
              <a:spcBef>
                <a:spcPts val="600"/>
              </a:spcBef>
              <a:buFont typeface="Arial" panose="020B0604020202020204" pitchFamily="34" charset="0"/>
              <a:buChar char="•"/>
              <a:defRPr kumimoji="1" sz="1800" b="0" i="0" kern="1200">
                <a:solidFill>
                  <a:srgbClr val="013C85"/>
                </a:solidFill>
                <a:latin typeface="Yu Gothic Medium" panose="020B0400000000000000" pitchFamily="34" charset="-128"/>
                <a:ea typeface="Yu Gothic Medium" panose="020B0400000000000000" pitchFamily="34" charset="-128"/>
                <a:cs typeface="+mn-cs"/>
              </a:defRPr>
            </a:lvl4pPr>
            <a:lvl5pPr marL="1255713" indent="-136525" algn="l" defTabSz="914400" rtl="0" eaLnBrk="1" latinLnBrk="0" hangingPunct="1">
              <a:lnSpc>
                <a:spcPct val="90000"/>
              </a:lnSpc>
              <a:spcBef>
                <a:spcPts val="600"/>
              </a:spcBef>
              <a:buFont typeface="Arial" panose="020B0604020202020204" pitchFamily="34" charset="0"/>
              <a:buChar char="•"/>
              <a:defRPr kumimoji="1" sz="1800" b="0" i="0" kern="1200">
                <a:solidFill>
                  <a:srgbClr val="013C85"/>
                </a:solidFill>
                <a:latin typeface="Yu Gothic Medium" panose="020B0400000000000000" pitchFamily="34" charset="-128"/>
                <a:ea typeface="Yu Gothic Medium"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bg1"/>
                </a:solidFill>
                <a:latin typeface="Yu Gothic Medium" panose="020B0400000000000000" pitchFamily="34" charset="-128"/>
                <a:ea typeface="Yu Gothic Medium" panose="020B0400000000000000" pitchFamily="34" charset="-128"/>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bg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sz="1200" dirty="0">
                <a:latin typeface="Meiryo UI" panose="020B0604030504040204" pitchFamily="50" charset="-128"/>
                <a:ea typeface="Meiryo UI" panose="020B0604030504040204" pitchFamily="50" charset="-128"/>
              </a:rPr>
              <a:t>・</a:t>
            </a:r>
            <a:r>
              <a:rPr lang="en-US" altLang="ja-JP" sz="1200" dirty="0">
                <a:latin typeface="Meiryo UI" panose="020B0604030504040204" pitchFamily="50" charset="-128"/>
                <a:ea typeface="Meiryo UI" panose="020B0604030504040204" pitchFamily="50" charset="-128"/>
              </a:rPr>
              <a:t>【CTC】</a:t>
            </a:r>
            <a:r>
              <a:rPr lang="ja-JP" altLang="en-US" sz="1200" dirty="0">
                <a:latin typeface="Meiryo UI" panose="020B0604030504040204" pitchFamily="50" charset="-128"/>
                <a:ea typeface="Meiryo UI" panose="020B0604030504040204" pitchFamily="50" charset="-128"/>
              </a:rPr>
              <a:t>システム比較の観点を整理（何を比べるのか）</a:t>
            </a:r>
          </a:p>
          <a:p>
            <a:pPr marL="0" indent="0">
              <a:buFont typeface="Arial" panose="020B0604020202020204" pitchFamily="34" charset="0"/>
              <a:buNone/>
            </a:pPr>
            <a:r>
              <a:rPr lang="ja-JP" altLang="en-US" sz="1200" dirty="0">
                <a:latin typeface="Meiryo UI" panose="020B0604030504040204" pitchFamily="50" charset="-128"/>
                <a:ea typeface="Meiryo UI" panose="020B0604030504040204" pitchFamily="50" charset="-128"/>
              </a:rPr>
              <a:t>・</a:t>
            </a:r>
            <a:r>
              <a:rPr lang="en-US" altLang="ja-JP" sz="1200" dirty="0">
                <a:latin typeface="Meiryo UI" panose="020B0604030504040204" pitchFamily="50" charset="-128"/>
                <a:ea typeface="Meiryo UI" panose="020B0604030504040204" pitchFamily="50" charset="-128"/>
              </a:rPr>
              <a:t>【CTC】</a:t>
            </a:r>
            <a:r>
              <a:rPr lang="ja-JP" altLang="en-US" sz="1200" dirty="0">
                <a:latin typeface="Meiryo UI" panose="020B0604030504040204" pitchFamily="50" charset="-128"/>
                <a:ea typeface="Meiryo UI" panose="020B0604030504040204" pitchFamily="50" charset="-128"/>
              </a:rPr>
              <a:t>現状課題を必要な機能（比較の観点）に紐づけ</a:t>
            </a:r>
          </a:p>
          <a:p>
            <a:pPr marL="0" indent="0">
              <a:buFont typeface="Arial" panose="020B0604020202020204" pitchFamily="34" charset="0"/>
              <a:buNone/>
            </a:pPr>
            <a:r>
              <a:rPr lang="ja-JP" altLang="en-US" sz="1200" dirty="0">
                <a:latin typeface="Meiryo UI" panose="020B0604030504040204" pitchFamily="50" charset="-128"/>
                <a:ea typeface="Meiryo UI" panose="020B0604030504040204" pitchFamily="50" charset="-128"/>
              </a:rPr>
              <a:t>・</a:t>
            </a:r>
            <a:r>
              <a:rPr lang="en-US" altLang="ja-JP" sz="1200" dirty="0">
                <a:latin typeface="Meiryo UI" panose="020B0604030504040204" pitchFamily="50" charset="-128"/>
                <a:ea typeface="Meiryo UI" panose="020B0604030504040204" pitchFamily="50" charset="-128"/>
              </a:rPr>
              <a:t>【CTC→TMC】</a:t>
            </a:r>
            <a:r>
              <a:rPr lang="ja-JP" altLang="en-US" sz="1200" dirty="0">
                <a:latin typeface="Meiryo UI" panose="020B0604030504040204" pitchFamily="50" charset="-128"/>
                <a:ea typeface="Meiryo UI" panose="020B0604030504040204" pitchFamily="50" charset="-128"/>
              </a:rPr>
              <a:t>システムの制約条件の確認（セキュリティ／使える端末など）</a:t>
            </a:r>
          </a:p>
        </p:txBody>
      </p:sp>
      <p:sp>
        <p:nvSpPr>
          <p:cNvPr id="34" name="テキスト プレースホルダー 1">
            <a:extLst>
              <a:ext uri="{FF2B5EF4-FFF2-40B4-BE49-F238E27FC236}">
                <a16:creationId xmlns:a16="http://schemas.microsoft.com/office/drawing/2014/main" id="{4EDBD44E-18FB-39E8-A6CD-DC54011A42DA}"/>
              </a:ext>
            </a:extLst>
          </p:cNvPr>
          <p:cNvSpPr txBox="1">
            <a:spLocks/>
          </p:cNvSpPr>
          <p:nvPr/>
        </p:nvSpPr>
        <p:spPr>
          <a:xfrm>
            <a:off x="1749427" y="5300802"/>
            <a:ext cx="6217271" cy="699210"/>
          </a:xfrm>
          <a:prstGeom prst="rect">
            <a:avLst/>
          </a:prstGeom>
        </p:spPr>
        <p:txBody>
          <a:bodyPr lIns="0" tIns="0" rIns="0" bIns="0" anchor="ctr">
            <a:noAutofit/>
          </a:bodyPr>
          <a:lstStyle>
            <a:lvl1pPr marL="176213" indent="-176213" algn="l" defTabSz="479968" rtl="0" eaLnBrk="1" latinLnBrk="0" hangingPunct="1">
              <a:lnSpc>
                <a:spcPct val="90000"/>
              </a:lnSpc>
              <a:spcBef>
                <a:spcPts val="600"/>
              </a:spcBef>
              <a:buFont typeface="Arial" panose="020B0604020202020204" pitchFamily="34" charset="0"/>
              <a:buChar char="•"/>
              <a:defRPr kumimoji="1" sz="2800" b="0" i="0" kern="1200">
                <a:solidFill>
                  <a:srgbClr val="013C85"/>
                </a:solidFill>
                <a:latin typeface="Yu Gothic Medium" panose="020B0400000000000000" pitchFamily="34" charset="-128"/>
                <a:ea typeface="Yu Gothic Medium" panose="020B0400000000000000" pitchFamily="34" charset="-128"/>
                <a:cs typeface="+mn-cs"/>
              </a:defRPr>
            </a:lvl1pPr>
            <a:lvl2pPr marL="442913" indent="-136525" algn="l" defTabSz="914400" rtl="0" eaLnBrk="1" latinLnBrk="0" hangingPunct="1">
              <a:lnSpc>
                <a:spcPct val="90000"/>
              </a:lnSpc>
              <a:spcBef>
                <a:spcPts val="600"/>
              </a:spcBef>
              <a:buFont typeface="Arial" panose="020B0604020202020204" pitchFamily="34" charset="0"/>
              <a:buChar char="•"/>
              <a:defRPr kumimoji="1" sz="2400" b="0" i="0" kern="1200">
                <a:solidFill>
                  <a:srgbClr val="013C85"/>
                </a:solidFill>
                <a:latin typeface="Yu Gothic Medium" panose="020B0400000000000000" pitchFamily="34" charset="-128"/>
                <a:ea typeface="Yu Gothic Medium" panose="020B0400000000000000" pitchFamily="34" charset="-128"/>
                <a:cs typeface="+mn-cs"/>
              </a:defRPr>
            </a:lvl2pPr>
            <a:lvl3pPr marL="720725" indent="-146050" algn="l" defTabSz="914400" rtl="0" eaLnBrk="1" latinLnBrk="0" hangingPunct="1">
              <a:lnSpc>
                <a:spcPct val="90000"/>
              </a:lnSpc>
              <a:spcBef>
                <a:spcPts val="600"/>
              </a:spcBef>
              <a:buFont typeface="Arial" panose="020B0604020202020204" pitchFamily="34" charset="0"/>
              <a:buChar char="•"/>
              <a:defRPr kumimoji="1" sz="2000" b="0" i="0" kern="1200">
                <a:solidFill>
                  <a:srgbClr val="013C85"/>
                </a:solidFill>
                <a:latin typeface="Yu Gothic Medium" panose="020B0400000000000000" pitchFamily="34" charset="-128"/>
                <a:ea typeface="Yu Gothic Medium" panose="020B0400000000000000" pitchFamily="34" charset="-128"/>
                <a:cs typeface="+mn-cs"/>
              </a:defRPr>
            </a:lvl3pPr>
            <a:lvl4pPr marL="989013" indent="-136525" algn="l" defTabSz="914400" rtl="0" eaLnBrk="1" latinLnBrk="0" hangingPunct="1">
              <a:lnSpc>
                <a:spcPct val="90000"/>
              </a:lnSpc>
              <a:spcBef>
                <a:spcPts val="600"/>
              </a:spcBef>
              <a:buFont typeface="Arial" panose="020B0604020202020204" pitchFamily="34" charset="0"/>
              <a:buChar char="•"/>
              <a:defRPr kumimoji="1" sz="1800" b="0" i="0" kern="1200">
                <a:solidFill>
                  <a:srgbClr val="013C85"/>
                </a:solidFill>
                <a:latin typeface="Yu Gothic Medium" panose="020B0400000000000000" pitchFamily="34" charset="-128"/>
                <a:ea typeface="Yu Gothic Medium" panose="020B0400000000000000" pitchFamily="34" charset="-128"/>
                <a:cs typeface="+mn-cs"/>
              </a:defRPr>
            </a:lvl4pPr>
            <a:lvl5pPr marL="1255713" indent="-136525" algn="l" defTabSz="914400" rtl="0" eaLnBrk="1" latinLnBrk="0" hangingPunct="1">
              <a:lnSpc>
                <a:spcPct val="90000"/>
              </a:lnSpc>
              <a:spcBef>
                <a:spcPts val="600"/>
              </a:spcBef>
              <a:buFont typeface="Arial" panose="020B0604020202020204" pitchFamily="34" charset="0"/>
              <a:buChar char="•"/>
              <a:defRPr kumimoji="1" sz="1800" b="0" i="0" kern="1200">
                <a:solidFill>
                  <a:srgbClr val="013C85"/>
                </a:solidFill>
                <a:latin typeface="Yu Gothic Medium" panose="020B0400000000000000" pitchFamily="34" charset="-128"/>
                <a:ea typeface="Yu Gothic Medium"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bg1"/>
                </a:solidFill>
                <a:latin typeface="Yu Gothic Medium" panose="020B0400000000000000" pitchFamily="34" charset="-128"/>
                <a:ea typeface="Yu Gothic Medium" panose="020B0400000000000000" pitchFamily="34" charset="-128"/>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bg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200" dirty="0">
                <a:latin typeface="Meiryo UI" panose="020B0604030504040204" pitchFamily="50" charset="-128"/>
                <a:ea typeface="Meiryo UI" panose="020B0604030504040204" pitchFamily="50" charset="-128"/>
              </a:rPr>
              <a:t>・</a:t>
            </a:r>
            <a:r>
              <a:rPr lang="en-US" altLang="ja-JP" sz="1200" dirty="0">
                <a:latin typeface="Meiryo UI" panose="020B0604030504040204" pitchFamily="50" charset="-128"/>
                <a:ea typeface="Meiryo UI" panose="020B0604030504040204" pitchFamily="50" charset="-128"/>
              </a:rPr>
              <a:t>【CTC→TMC】</a:t>
            </a:r>
            <a:r>
              <a:rPr lang="ja-JP" altLang="en-US" sz="1200" dirty="0">
                <a:latin typeface="Meiryo UI" panose="020B0604030504040204" pitchFamily="50" charset="-128"/>
                <a:ea typeface="Meiryo UI" panose="020B0604030504040204" pitchFamily="50" charset="-128"/>
              </a:rPr>
              <a:t>選定ポイントの整理（費用／セキュリティ／運用負荷など）</a:t>
            </a:r>
            <a:endParaRPr lang="en-US" altLang="ja-JP" sz="1200" dirty="0">
              <a:latin typeface="Meiryo UI" panose="020B0604030504040204" pitchFamily="50" charset="-128"/>
              <a:ea typeface="Meiryo UI" panose="020B0604030504040204" pitchFamily="50" charset="-128"/>
            </a:endParaRPr>
          </a:p>
          <a:p>
            <a:pPr marL="0" indent="0">
              <a:buFont typeface="Arial" panose="020B0604020202020204" pitchFamily="34" charset="0"/>
              <a:buNone/>
            </a:pPr>
            <a:r>
              <a:rPr lang="ja-JP" altLang="en-US" sz="1200" dirty="0">
                <a:latin typeface="Meiryo UI" panose="020B0604030504040204" pitchFamily="50" charset="-128"/>
                <a:ea typeface="Meiryo UI" panose="020B0604030504040204" pitchFamily="50" charset="-128"/>
              </a:rPr>
              <a:t>・</a:t>
            </a:r>
            <a:r>
              <a:rPr lang="en-US" altLang="ja-JP" sz="1200" dirty="0">
                <a:latin typeface="Meiryo UI" panose="020B0604030504040204" pitchFamily="50" charset="-128"/>
                <a:ea typeface="Meiryo UI" panose="020B0604030504040204" pitchFamily="50" charset="-128"/>
              </a:rPr>
              <a:t>【CTC】</a:t>
            </a:r>
            <a:r>
              <a:rPr lang="ja-JP" altLang="en-US" sz="1200" dirty="0">
                <a:latin typeface="Meiryo UI" panose="020B0604030504040204" pitchFamily="50" charset="-128"/>
                <a:ea typeface="Meiryo UI" panose="020B0604030504040204" pitchFamily="50" charset="-128"/>
              </a:rPr>
              <a:t>選定理由書の作成（決め手／リスク／前提）</a:t>
            </a:r>
          </a:p>
          <a:p>
            <a:pPr marL="0" indent="0">
              <a:buFont typeface="Arial" panose="020B0604020202020204" pitchFamily="34" charset="0"/>
              <a:buNone/>
            </a:pPr>
            <a:r>
              <a:rPr lang="ja-JP" altLang="en-US" sz="1200" dirty="0">
                <a:latin typeface="Meiryo UI" panose="020B0604030504040204" pitchFamily="50" charset="-128"/>
                <a:ea typeface="Meiryo UI" panose="020B0604030504040204" pitchFamily="50" charset="-128"/>
              </a:rPr>
              <a:t>・</a:t>
            </a:r>
            <a:r>
              <a:rPr lang="en-US" altLang="ja-JP" sz="1200" dirty="0">
                <a:latin typeface="Meiryo UI" panose="020B0604030504040204" pitchFamily="50" charset="-128"/>
                <a:ea typeface="Meiryo UI" panose="020B0604030504040204" pitchFamily="50" charset="-128"/>
              </a:rPr>
              <a:t>【CTC→TMC】</a:t>
            </a:r>
            <a:r>
              <a:rPr lang="ja-JP" altLang="en-US" sz="1200" dirty="0">
                <a:latin typeface="Meiryo UI" panose="020B0604030504040204" pitchFamily="50" charset="-128"/>
                <a:ea typeface="Meiryo UI" panose="020B0604030504040204" pitchFamily="50" charset="-128"/>
              </a:rPr>
              <a:t>選定理由書のレビュー実施</a:t>
            </a:r>
          </a:p>
        </p:txBody>
      </p:sp>
      <p:sp>
        <p:nvSpPr>
          <p:cNvPr id="47" name="正方形/長方形 46">
            <a:extLst>
              <a:ext uri="{FF2B5EF4-FFF2-40B4-BE49-F238E27FC236}">
                <a16:creationId xmlns:a16="http://schemas.microsoft.com/office/drawing/2014/main" id="{69704C69-C880-96FF-417A-89161CA771B7}"/>
              </a:ext>
            </a:extLst>
          </p:cNvPr>
          <p:cNvSpPr/>
          <p:nvPr/>
        </p:nvSpPr>
        <p:spPr>
          <a:xfrm>
            <a:off x="8249092" y="1674700"/>
            <a:ext cx="3128626" cy="43032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solidFill>
                <a:latin typeface="Meiryo UI" panose="020B0604030504040204" pitchFamily="50" charset="-128"/>
                <a:ea typeface="Meiryo UI" panose="020B0604030504040204" pitchFamily="50" charset="-128"/>
              </a:rPr>
              <a:t>依頼事項</a:t>
            </a:r>
            <a:endParaRPr kumimoji="1" lang="en-US" altLang="ja-JP" b="1" dirty="0">
              <a:solidFill>
                <a:schemeClr val="tx1"/>
              </a:solidFill>
              <a:latin typeface="Meiryo UI" panose="020B0604030504040204" pitchFamily="50" charset="-128"/>
              <a:ea typeface="Meiryo UI" panose="020B0604030504040204" pitchFamily="50" charset="-128"/>
            </a:endParaRPr>
          </a:p>
        </p:txBody>
      </p:sp>
      <p:sp>
        <p:nvSpPr>
          <p:cNvPr id="48" name="テキスト プレースホルダー 1">
            <a:extLst>
              <a:ext uri="{FF2B5EF4-FFF2-40B4-BE49-F238E27FC236}">
                <a16:creationId xmlns:a16="http://schemas.microsoft.com/office/drawing/2014/main" id="{F94D8EE7-EABF-1DBC-0D5B-606E3FFBC677}"/>
              </a:ext>
            </a:extLst>
          </p:cNvPr>
          <p:cNvSpPr txBox="1">
            <a:spLocks/>
          </p:cNvSpPr>
          <p:nvPr/>
        </p:nvSpPr>
        <p:spPr>
          <a:xfrm>
            <a:off x="8255001" y="2305811"/>
            <a:ext cx="3135227" cy="684504"/>
          </a:xfrm>
          <a:prstGeom prst="rect">
            <a:avLst/>
          </a:prstGeom>
        </p:spPr>
        <p:txBody>
          <a:bodyPr lIns="0" tIns="0" rIns="0" bIns="0" anchor="ctr">
            <a:noAutofit/>
          </a:bodyPr>
          <a:lstStyle>
            <a:lvl1pPr marL="176213" indent="-176213" algn="l" defTabSz="479968" rtl="0" eaLnBrk="1" latinLnBrk="0" hangingPunct="1">
              <a:lnSpc>
                <a:spcPct val="90000"/>
              </a:lnSpc>
              <a:spcBef>
                <a:spcPts val="600"/>
              </a:spcBef>
              <a:buFont typeface="Arial" panose="020B0604020202020204" pitchFamily="34" charset="0"/>
              <a:buChar char="•"/>
              <a:defRPr kumimoji="1" sz="2800" b="0" i="0" kern="1200">
                <a:solidFill>
                  <a:srgbClr val="013C85"/>
                </a:solidFill>
                <a:latin typeface="Yu Gothic Medium" panose="020B0400000000000000" pitchFamily="34" charset="-128"/>
                <a:ea typeface="Yu Gothic Medium" panose="020B0400000000000000" pitchFamily="34" charset="-128"/>
                <a:cs typeface="+mn-cs"/>
              </a:defRPr>
            </a:lvl1pPr>
            <a:lvl2pPr marL="442913" indent="-136525" algn="l" defTabSz="914400" rtl="0" eaLnBrk="1" latinLnBrk="0" hangingPunct="1">
              <a:lnSpc>
                <a:spcPct val="90000"/>
              </a:lnSpc>
              <a:spcBef>
                <a:spcPts val="600"/>
              </a:spcBef>
              <a:buFont typeface="Arial" panose="020B0604020202020204" pitchFamily="34" charset="0"/>
              <a:buChar char="•"/>
              <a:defRPr kumimoji="1" sz="2400" b="0" i="0" kern="1200">
                <a:solidFill>
                  <a:srgbClr val="013C85"/>
                </a:solidFill>
                <a:latin typeface="Yu Gothic Medium" panose="020B0400000000000000" pitchFamily="34" charset="-128"/>
                <a:ea typeface="Yu Gothic Medium" panose="020B0400000000000000" pitchFamily="34" charset="-128"/>
                <a:cs typeface="+mn-cs"/>
              </a:defRPr>
            </a:lvl2pPr>
            <a:lvl3pPr marL="720725" indent="-146050" algn="l" defTabSz="914400" rtl="0" eaLnBrk="1" latinLnBrk="0" hangingPunct="1">
              <a:lnSpc>
                <a:spcPct val="90000"/>
              </a:lnSpc>
              <a:spcBef>
                <a:spcPts val="600"/>
              </a:spcBef>
              <a:buFont typeface="Arial" panose="020B0604020202020204" pitchFamily="34" charset="0"/>
              <a:buChar char="•"/>
              <a:defRPr kumimoji="1" sz="2000" b="0" i="0" kern="1200">
                <a:solidFill>
                  <a:srgbClr val="013C85"/>
                </a:solidFill>
                <a:latin typeface="Yu Gothic Medium" panose="020B0400000000000000" pitchFamily="34" charset="-128"/>
                <a:ea typeface="Yu Gothic Medium" panose="020B0400000000000000" pitchFamily="34" charset="-128"/>
                <a:cs typeface="+mn-cs"/>
              </a:defRPr>
            </a:lvl3pPr>
            <a:lvl4pPr marL="989013" indent="-136525" algn="l" defTabSz="914400" rtl="0" eaLnBrk="1" latinLnBrk="0" hangingPunct="1">
              <a:lnSpc>
                <a:spcPct val="90000"/>
              </a:lnSpc>
              <a:spcBef>
                <a:spcPts val="600"/>
              </a:spcBef>
              <a:buFont typeface="Arial" panose="020B0604020202020204" pitchFamily="34" charset="0"/>
              <a:buChar char="•"/>
              <a:defRPr kumimoji="1" sz="1800" b="0" i="0" kern="1200">
                <a:solidFill>
                  <a:srgbClr val="013C85"/>
                </a:solidFill>
                <a:latin typeface="Yu Gothic Medium" panose="020B0400000000000000" pitchFamily="34" charset="-128"/>
                <a:ea typeface="Yu Gothic Medium" panose="020B0400000000000000" pitchFamily="34" charset="-128"/>
                <a:cs typeface="+mn-cs"/>
              </a:defRPr>
            </a:lvl4pPr>
            <a:lvl5pPr marL="1255713" indent="-136525" algn="l" defTabSz="914400" rtl="0" eaLnBrk="1" latinLnBrk="0" hangingPunct="1">
              <a:lnSpc>
                <a:spcPct val="90000"/>
              </a:lnSpc>
              <a:spcBef>
                <a:spcPts val="600"/>
              </a:spcBef>
              <a:buFont typeface="Arial" panose="020B0604020202020204" pitchFamily="34" charset="0"/>
              <a:buChar char="•"/>
              <a:defRPr kumimoji="1" sz="1800" b="0" i="0" kern="1200">
                <a:solidFill>
                  <a:srgbClr val="013C85"/>
                </a:solidFill>
                <a:latin typeface="Yu Gothic Medium" panose="020B0400000000000000" pitchFamily="34" charset="-128"/>
                <a:ea typeface="Yu Gothic Medium"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bg1"/>
                </a:solidFill>
                <a:latin typeface="Yu Gothic Medium" panose="020B0400000000000000" pitchFamily="34" charset="-128"/>
                <a:ea typeface="Yu Gothic Medium" panose="020B0400000000000000" pitchFamily="34" charset="-128"/>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bg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sz="1200" b="1" dirty="0">
                <a:latin typeface="Meiryo UI" panose="020B0604030504040204" pitchFamily="50" charset="-128"/>
                <a:ea typeface="Meiryo UI" panose="020B0604030504040204" pitchFamily="50" charset="-128"/>
              </a:rPr>
              <a:t>・ヒアリング対象者の確定</a:t>
            </a:r>
          </a:p>
          <a:p>
            <a:pPr marL="0" indent="0">
              <a:buFont typeface="Arial" panose="020B0604020202020204" pitchFamily="34" charset="0"/>
              <a:buNone/>
            </a:pPr>
            <a:r>
              <a:rPr lang="ja-JP" altLang="en-US" sz="1200" b="1" dirty="0">
                <a:latin typeface="Meiryo UI" panose="020B0604030504040204" pitchFamily="50" charset="-128"/>
                <a:ea typeface="Meiryo UI" panose="020B0604030504040204" pitchFamily="50" charset="-128"/>
              </a:rPr>
              <a:t>・各対象者のヒアリングの日程調節</a:t>
            </a:r>
          </a:p>
          <a:p>
            <a:pPr marL="0" indent="0">
              <a:buFont typeface="Arial" panose="020B0604020202020204" pitchFamily="34" charset="0"/>
              <a:buNone/>
            </a:pPr>
            <a:r>
              <a:rPr lang="ja-JP" altLang="en-US" sz="1200" b="1" dirty="0">
                <a:latin typeface="Meiryo UI" panose="020B0604030504040204" pitchFamily="50" charset="-128"/>
                <a:ea typeface="Meiryo UI" panose="020B0604030504040204" pitchFamily="50" charset="-128"/>
              </a:rPr>
              <a:t>・資料保管場所・連絡手段の確定</a:t>
            </a:r>
          </a:p>
        </p:txBody>
      </p:sp>
      <p:sp>
        <p:nvSpPr>
          <p:cNvPr id="49" name="テキスト プレースホルダー 1">
            <a:extLst>
              <a:ext uri="{FF2B5EF4-FFF2-40B4-BE49-F238E27FC236}">
                <a16:creationId xmlns:a16="http://schemas.microsoft.com/office/drawing/2014/main" id="{2567E6FA-106A-F44D-1728-8E194B901C1A}"/>
              </a:ext>
            </a:extLst>
          </p:cNvPr>
          <p:cNvSpPr txBox="1">
            <a:spLocks/>
          </p:cNvSpPr>
          <p:nvPr/>
        </p:nvSpPr>
        <p:spPr>
          <a:xfrm>
            <a:off x="8249314" y="3436108"/>
            <a:ext cx="3128404" cy="449101"/>
          </a:xfrm>
          <a:prstGeom prst="rect">
            <a:avLst/>
          </a:prstGeom>
        </p:spPr>
        <p:txBody>
          <a:bodyPr lIns="0" tIns="0" rIns="0" bIns="0" anchor="ctr">
            <a:noAutofit/>
          </a:bodyPr>
          <a:lstStyle>
            <a:lvl1pPr marL="176213" indent="-176213" algn="l" defTabSz="479968" rtl="0" eaLnBrk="1" latinLnBrk="0" hangingPunct="1">
              <a:lnSpc>
                <a:spcPct val="90000"/>
              </a:lnSpc>
              <a:spcBef>
                <a:spcPts val="600"/>
              </a:spcBef>
              <a:buFont typeface="Arial" panose="020B0604020202020204" pitchFamily="34" charset="0"/>
              <a:buChar char="•"/>
              <a:defRPr kumimoji="1" sz="2800" b="0" i="0" kern="1200">
                <a:solidFill>
                  <a:srgbClr val="013C85"/>
                </a:solidFill>
                <a:latin typeface="Yu Gothic Medium" panose="020B0400000000000000" pitchFamily="34" charset="-128"/>
                <a:ea typeface="Yu Gothic Medium" panose="020B0400000000000000" pitchFamily="34" charset="-128"/>
                <a:cs typeface="+mn-cs"/>
              </a:defRPr>
            </a:lvl1pPr>
            <a:lvl2pPr marL="442913" indent="-136525" algn="l" defTabSz="914400" rtl="0" eaLnBrk="1" latinLnBrk="0" hangingPunct="1">
              <a:lnSpc>
                <a:spcPct val="90000"/>
              </a:lnSpc>
              <a:spcBef>
                <a:spcPts val="600"/>
              </a:spcBef>
              <a:buFont typeface="Arial" panose="020B0604020202020204" pitchFamily="34" charset="0"/>
              <a:buChar char="•"/>
              <a:defRPr kumimoji="1" sz="2400" b="0" i="0" kern="1200">
                <a:solidFill>
                  <a:srgbClr val="013C85"/>
                </a:solidFill>
                <a:latin typeface="Yu Gothic Medium" panose="020B0400000000000000" pitchFamily="34" charset="-128"/>
                <a:ea typeface="Yu Gothic Medium" panose="020B0400000000000000" pitchFamily="34" charset="-128"/>
                <a:cs typeface="+mn-cs"/>
              </a:defRPr>
            </a:lvl2pPr>
            <a:lvl3pPr marL="720725" indent="-146050" algn="l" defTabSz="914400" rtl="0" eaLnBrk="1" latinLnBrk="0" hangingPunct="1">
              <a:lnSpc>
                <a:spcPct val="90000"/>
              </a:lnSpc>
              <a:spcBef>
                <a:spcPts val="600"/>
              </a:spcBef>
              <a:buFont typeface="Arial" panose="020B0604020202020204" pitchFamily="34" charset="0"/>
              <a:buChar char="•"/>
              <a:defRPr kumimoji="1" sz="2000" b="0" i="0" kern="1200">
                <a:solidFill>
                  <a:srgbClr val="013C85"/>
                </a:solidFill>
                <a:latin typeface="Yu Gothic Medium" panose="020B0400000000000000" pitchFamily="34" charset="-128"/>
                <a:ea typeface="Yu Gothic Medium" panose="020B0400000000000000" pitchFamily="34" charset="-128"/>
                <a:cs typeface="+mn-cs"/>
              </a:defRPr>
            </a:lvl3pPr>
            <a:lvl4pPr marL="989013" indent="-136525" algn="l" defTabSz="914400" rtl="0" eaLnBrk="1" latinLnBrk="0" hangingPunct="1">
              <a:lnSpc>
                <a:spcPct val="90000"/>
              </a:lnSpc>
              <a:spcBef>
                <a:spcPts val="600"/>
              </a:spcBef>
              <a:buFont typeface="Arial" panose="020B0604020202020204" pitchFamily="34" charset="0"/>
              <a:buChar char="•"/>
              <a:defRPr kumimoji="1" sz="1800" b="0" i="0" kern="1200">
                <a:solidFill>
                  <a:srgbClr val="013C85"/>
                </a:solidFill>
                <a:latin typeface="Yu Gothic Medium" panose="020B0400000000000000" pitchFamily="34" charset="-128"/>
                <a:ea typeface="Yu Gothic Medium" panose="020B0400000000000000" pitchFamily="34" charset="-128"/>
                <a:cs typeface="+mn-cs"/>
              </a:defRPr>
            </a:lvl4pPr>
            <a:lvl5pPr marL="1255713" indent="-136525" algn="l" defTabSz="914400" rtl="0" eaLnBrk="1" latinLnBrk="0" hangingPunct="1">
              <a:lnSpc>
                <a:spcPct val="90000"/>
              </a:lnSpc>
              <a:spcBef>
                <a:spcPts val="600"/>
              </a:spcBef>
              <a:buFont typeface="Arial" panose="020B0604020202020204" pitchFamily="34" charset="0"/>
              <a:buChar char="•"/>
              <a:defRPr kumimoji="1" sz="1800" b="0" i="0" kern="1200">
                <a:solidFill>
                  <a:srgbClr val="013C85"/>
                </a:solidFill>
                <a:latin typeface="Yu Gothic Medium" panose="020B0400000000000000" pitchFamily="34" charset="-128"/>
                <a:ea typeface="Yu Gothic Medium"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bg1"/>
                </a:solidFill>
                <a:latin typeface="Yu Gothic Medium" panose="020B0400000000000000" pitchFamily="34" charset="-128"/>
                <a:ea typeface="Yu Gothic Medium" panose="020B0400000000000000" pitchFamily="34" charset="-128"/>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bg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sz="1200" b="1" dirty="0">
                <a:latin typeface="Meiryo UI" panose="020B0604030504040204" pitchFamily="50" charset="-128"/>
                <a:ea typeface="Meiryo UI" panose="020B0604030504040204" pitchFamily="50" charset="-128"/>
              </a:rPr>
              <a:t>・個別オンラインヒアリングへの参加</a:t>
            </a:r>
          </a:p>
          <a:p>
            <a:pPr marL="0" indent="0">
              <a:buFont typeface="Arial" panose="020B0604020202020204" pitchFamily="34" charset="0"/>
              <a:buNone/>
            </a:pPr>
            <a:r>
              <a:rPr lang="ja-JP" altLang="en-US" sz="1200" b="1" dirty="0">
                <a:latin typeface="Meiryo UI" panose="020B0604030504040204" pitchFamily="50" charset="-128"/>
                <a:ea typeface="Meiryo UI" panose="020B0604030504040204" pitchFamily="50" charset="-128"/>
              </a:rPr>
              <a:t>・現状フロー図の確認</a:t>
            </a:r>
          </a:p>
          <a:p>
            <a:pPr marL="0" indent="0">
              <a:buFont typeface="Arial" panose="020B0604020202020204" pitchFamily="34" charset="0"/>
              <a:buNone/>
            </a:pPr>
            <a:r>
              <a:rPr lang="ja-JP" altLang="en-US" sz="1200" b="1" dirty="0">
                <a:latin typeface="Meiryo UI" panose="020B0604030504040204" pitchFamily="50" charset="-128"/>
                <a:ea typeface="Meiryo UI" panose="020B0604030504040204" pitchFamily="50" charset="-128"/>
              </a:rPr>
              <a:t>・追加ヒアリングへの回答</a:t>
            </a:r>
          </a:p>
        </p:txBody>
      </p:sp>
      <p:sp>
        <p:nvSpPr>
          <p:cNvPr id="50" name="テキスト プレースホルダー 1">
            <a:extLst>
              <a:ext uri="{FF2B5EF4-FFF2-40B4-BE49-F238E27FC236}">
                <a16:creationId xmlns:a16="http://schemas.microsoft.com/office/drawing/2014/main" id="{AB71C092-49F4-056B-0CC2-C676171200F9}"/>
              </a:ext>
            </a:extLst>
          </p:cNvPr>
          <p:cNvSpPr txBox="1">
            <a:spLocks/>
          </p:cNvSpPr>
          <p:nvPr/>
        </p:nvSpPr>
        <p:spPr>
          <a:xfrm>
            <a:off x="8251267" y="4530479"/>
            <a:ext cx="3138965" cy="250108"/>
          </a:xfrm>
          <a:prstGeom prst="rect">
            <a:avLst/>
          </a:prstGeom>
        </p:spPr>
        <p:txBody>
          <a:bodyPr lIns="0" tIns="0" rIns="0" bIns="0" anchor="ctr">
            <a:noAutofit/>
          </a:bodyPr>
          <a:lstStyle>
            <a:lvl1pPr marL="176213" indent="-176213" algn="l" defTabSz="479968" rtl="0" eaLnBrk="1" latinLnBrk="0" hangingPunct="1">
              <a:lnSpc>
                <a:spcPct val="90000"/>
              </a:lnSpc>
              <a:spcBef>
                <a:spcPts val="600"/>
              </a:spcBef>
              <a:buFont typeface="Arial" panose="020B0604020202020204" pitchFamily="34" charset="0"/>
              <a:buChar char="•"/>
              <a:defRPr kumimoji="1" sz="2800" b="0" i="0" kern="1200">
                <a:solidFill>
                  <a:srgbClr val="013C85"/>
                </a:solidFill>
                <a:latin typeface="Yu Gothic Medium" panose="020B0400000000000000" pitchFamily="34" charset="-128"/>
                <a:ea typeface="Yu Gothic Medium" panose="020B0400000000000000" pitchFamily="34" charset="-128"/>
                <a:cs typeface="+mn-cs"/>
              </a:defRPr>
            </a:lvl1pPr>
            <a:lvl2pPr marL="442913" indent="-136525" algn="l" defTabSz="914400" rtl="0" eaLnBrk="1" latinLnBrk="0" hangingPunct="1">
              <a:lnSpc>
                <a:spcPct val="90000"/>
              </a:lnSpc>
              <a:spcBef>
                <a:spcPts val="600"/>
              </a:spcBef>
              <a:buFont typeface="Arial" panose="020B0604020202020204" pitchFamily="34" charset="0"/>
              <a:buChar char="•"/>
              <a:defRPr kumimoji="1" sz="2400" b="0" i="0" kern="1200">
                <a:solidFill>
                  <a:srgbClr val="013C85"/>
                </a:solidFill>
                <a:latin typeface="Yu Gothic Medium" panose="020B0400000000000000" pitchFamily="34" charset="-128"/>
                <a:ea typeface="Yu Gothic Medium" panose="020B0400000000000000" pitchFamily="34" charset="-128"/>
                <a:cs typeface="+mn-cs"/>
              </a:defRPr>
            </a:lvl2pPr>
            <a:lvl3pPr marL="720725" indent="-146050" algn="l" defTabSz="914400" rtl="0" eaLnBrk="1" latinLnBrk="0" hangingPunct="1">
              <a:lnSpc>
                <a:spcPct val="90000"/>
              </a:lnSpc>
              <a:spcBef>
                <a:spcPts val="600"/>
              </a:spcBef>
              <a:buFont typeface="Arial" panose="020B0604020202020204" pitchFamily="34" charset="0"/>
              <a:buChar char="•"/>
              <a:defRPr kumimoji="1" sz="2000" b="0" i="0" kern="1200">
                <a:solidFill>
                  <a:srgbClr val="013C85"/>
                </a:solidFill>
                <a:latin typeface="Yu Gothic Medium" panose="020B0400000000000000" pitchFamily="34" charset="-128"/>
                <a:ea typeface="Yu Gothic Medium" panose="020B0400000000000000" pitchFamily="34" charset="-128"/>
                <a:cs typeface="+mn-cs"/>
              </a:defRPr>
            </a:lvl3pPr>
            <a:lvl4pPr marL="989013" indent="-136525" algn="l" defTabSz="914400" rtl="0" eaLnBrk="1" latinLnBrk="0" hangingPunct="1">
              <a:lnSpc>
                <a:spcPct val="90000"/>
              </a:lnSpc>
              <a:spcBef>
                <a:spcPts val="600"/>
              </a:spcBef>
              <a:buFont typeface="Arial" panose="020B0604020202020204" pitchFamily="34" charset="0"/>
              <a:buChar char="•"/>
              <a:defRPr kumimoji="1" sz="1800" b="0" i="0" kern="1200">
                <a:solidFill>
                  <a:srgbClr val="013C85"/>
                </a:solidFill>
                <a:latin typeface="Yu Gothic Medium" panose="020B0400000000000000" pitchFamily="34" charset="-128"/>
                <a:ea typeface="Yu Gothic Medium" panose="020B0400000000000000" pitchFamily="34" charset="-128"/>
                <a:cs typeface="+mn-cs"/>
              </a:defRPr>
            </a:lvl4pPr>
            <a:lvl5pPr marL="1255713" indent="-136525" algn="l" defTabSz="914400" rtl="0" eaLnBrk="1" latinLnBrk="0" hangingPunct="1">
              <a:lnSpc>
                <a:spcPct val="90000"/>
              </a:lnSpc>
              <a:spcBef>
                <a:spcPts val="600"/>
              </a:spcBef>
              <a:buFont typeface="Arial" panose="020B0604020202020204" pitchFamily="34" charset="0"/>
              <a:buChar char="•"/>
              <a:defRPr kumimoji="1" sz="1800" b="0" i="0" kern="1200">
                <a:solidFill>
                  <a:srgbClr val="013C85"/>
                </a:solidFill>
                <a:latin typeface="Yu Gothic Medium" panose="020B0400000000000000" pitchFamily="34" charset="-128"/>
                <a:ea typeface="Yu Gothic Medium"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bg1"/>
                </a:solidFill>
                <a:latin typeface="Yu Gothic Medium" panose="020B0400000000000000" pitchFamily="34" charset="-128"/>
                <a:ea typeface="Yu Gothic Medium" panose="020B0400000000000000" pitchFamily="34" charset="-128"/>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bg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sz="1200" b="1" dirty="0">
                <a:latin typeface="Meiryo UI" panose="020B0604030504040204" pitchFamily="50" charset="-128"/>
                <a:ea typeface="Meiryo UI" panose="020B0604030504040204" pitchFamily="50" charset="-128"/>
              </a:rPr>
              <a:t>・システム比較観点の確認</a:t>
            </a:r>
          </a:p>
          <a:p>
            <a:pPr marL="0" indent="0">
              <a:buFont typeface="Arial" panose="020B0604020202020204" pitchFamily="34" charset="0"/>
              <a:buNone/>
            </a:pPr>
            <a:r>
              <a:rPr lang="ja-JP" altLang="en-US" sz="1200" b="1" dirty="0">
                <a:latin typeface="Meiryo UI" panose="020B0604030504040204" pitchFamily="50" charset="-128"/>
                <a:ea typeface="Meiryo UI" panose="020B0604030504040204" pitchFamily="50" charset="-128"/>
              </a:rPr>
              <a:t>・既存システム情報の提供</a:t>
            </a:r>
          </a:p>
          <a:p>
            <a:pPr marL="0" indent="0">
              <a:buFont typeface="Arial" panose="020B0604020202020204" pitchFamily="34" charset="0"/>
              <a:buNone/>
            </a:pPr>
            <a:r>
              <a:rPr lang="ja-JP" altLang="en-US" sz="1200" b="1" dirty="0">
                <a:latin typeface="Meiryo UI" panose="020B0604030504040204" pitchFamily="50" charset="-128"/>
                <a:ea typeface="Meiryo UI" panose="020B0604030504040204" pitchFamily="50" charset="-128"/>
              </a:rPr>
              <a:t>・制約条件の共有（セキュリティ、利用端末など）</a:t>
            </a:r>
          </a:p>
        </p:txBody>
      </p:sp>
      <p:sp>
        <p:nvSpPr>
          <p:cNvPr id="51" name="テキスト プレースホルダー 1">
            <a:extLst>
              <a:ext uri="{FF2B5EF4-FFF2-40B4-BE49-F238E27FC236}">
                <a16:creationId xmlns:a16="http://schemas.microsoft.com/office/drawing/2014/main" id="{0AAF307F-BA90-163D-7B1F-B72436E39BF1}"/>
              </a:ext>
            </a:extLst>
          </p:cNvPr>
          <p:cNvSpPr txBox="1">
            <a:spLocks/>
          </p:cNvSpPr>
          <p:nvPr/>
        </p:nvSpPr>
        <p:spPr>
          <a:xfrm>
            <a:off x="8249092" y="5525353"/>
            <a:ext cx="3135220" cy="250108"/>
          </a:xfrm>
          <a:prstGeom prst="rect">
            <a:avLst/>
          </a:prstGeom>
        </p:spPr>
        <p:txBody>
          <a:bodyPr lIns="0" tIns="0" rIns="0" bIns="0" anchor="ctr">
            <a:noAutofit/>
          </a:bodyPr>
          <a:lstStyle>
            <a:lvl1pPr marL="176213" indent="-176213" algn="l" defTabSz="479968" rtl="0" eaLnBrk="1" latinLnBrk="0" hangingPunct="1">
              <a:lnSpc>
                <a:spcPct val="90000"/>
              </a:lnSpc>
              <a:spcBef>
                <a:spcPts val="600"/>
              </a:spcBef>
              <a:buFont typeface="Arial" panose="020B0604020202020204" pitchFamily="34" charset="0"/>
              <a:buChar char="•"/>
              <a:defRPr kumimoji="1" sz="2800" b="0" i="0" kern="1200">
                <a:solidFill>
                  <a:srgbClr val="013C85"/>
                </a:solidFill>
                <a:latin typeface="Yu Gothic Medium" panose="020B0400000000000000" pitchFamily="34" charset="-128"/>
                <a:ea typeface="Yu Gothic Medium" panose="020B0400000000000000" pitchFamily="34" charset="-128"/>
                <a:cs typeface="+mn-cs"/>
              </a:defRPr>
            </a:lvl1pPr>
            <a:lvl2pPr marL="442913" indent="-136525" algn="l" defTabSz="914400" rtl="0" eaLnBrk="1" latinLnBrk="0" hangingPunct="1">
              <a:lnSpc>
                <a:spcPct val="90000"/>
              </a:lnSpc>
              <a:spcBef>
                <a:spcPts val="600"/>
              </a:spcBef>
              <a:buFont typeface="Arial" panose="020B0604020202020204" pitchFamily="34" charset="0"/>
              <a:buChar char="•"/>
              <a:defRPr kumimoji="1" sz="2400" b="0" i="0" kern="1200">
                <a:solidFill>
                  <a:srgbClr val="013C85"/>
                </a:solidFill>
                <a:latin typeface="Yu Gothic Medium" panose="020B0400000000000000" pitchFamily="34" charset="-128"/>
                <a:ea typeface="Yu Gothic Medium" panose="020B0400000000000000" pitchFamily="34" charset="-128"/>
                <a:cs typeface="+mn-cs"/>
              </a:defRPr>
            </a:lvl2pPr>
            <a:lvl3pPr marL="720725" indent="-146050" algn="l" defTabSz="914400" rtl="0" eaLnBrk="1" latinLnBrk="0" hangingPunct="1">
              <a:lnSpc>
                <a:spcPct val="90000"/>
              </a:lnSpc>
              <a:spcBef>
                <a:spcPts val="600"/>
              </a:spcBef>
              <a:buFont typeface="Arial" panose="020B0604020202020204" pitchFamily="34" charset="0"/>
              <a:buChar char="•"/>
              <a:defRPr kumimoji="1" sz="2000" b="0" i="0" kern="1200">
                <a:solidFill>
                  <a:srgbClr val="013C85"/>
                </a:solidFill>
                <a:latin typeface="Yu Gothic Medium" panose="020B0400000000000000" pitchFamily="34" charset="-128"/>
                <a:ea typeface="Yu Gothic Medium" panose="020B0400000000000000" pitchFamily="34" charset="-128"/>
                <a:cs typeface="+mn-cs"/>
              </a:defRPr>
            </a:lvl3pPr>
            <a:lvl4pPr marL="989013" indent="-136525" algn="l" defTabSz="914400" rtl="0" eaLnBrk="1" latinLnBrk="0" hangingPunct="1">
              <a:lnSpc>
                <a:spcPct val="90000"/>
              </a:lnSpc>
              <a:spcBef>
                <a:spcPts val="600"/>
              </a:spcBef>
              <a:buFont typeface="Arial" panose="020B0604020202020204" pitchFamily="34" charset="0"/>
              <a:buChar char="•"/>
              <a:defRPr kumimoji="1" sz="1800" b="0" i="0" kern="1200">
                <a:solidFill>
                  <a:srgbClr val="013C85"/>
                </a:solidFill>
                <a:latin typeface="Yu Gothic Medium" panose="020B0400000000000000" pitchFamily="34" charset="-128"/>
                <a:ea typeface="Yu Gothic Medium" panose="020B0400000000000000" pitchFamily="34" charset="-128"/>
                <a:cs typeface="+mn-cs"/>
              </a:defRPr>
            </a:lvl4pPr>
            <a:lvl5pPr marL="1255713" indent="-136525" algn="l" defTabSz="914400" rtl="0" eaLnBrk="1" latinLnBrk="0" hangingPunct="1">
              <a:lnSpc>
                <a:spcPct val="90000"/>
              </a:lnSpc>
              <a:spcBef>
                <a:spcPts val="600"/>
              </a:spcBef>
              <a:buFont typeface="Arial" panose="020B0604020202020204" pitchFamily="34" charset="0"/>
              <a:buChar char="•"/>
              <a:defRPr kumimoji="1" sz="1800" b="0" i="0" kern="1200">
                <a:solidFill>
                  <a:srgbClr val="013C85"/>
                </a:solidFill>
                <a:latin typeface="Yu Gothic Medium" panose="020B0400000000000000" pitchFamily="34" charset="-128"/>
                <a:ea typeface="Yu Gothic Medium"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bg1"/>
                </a:solidFill>
                <a:latin typeface="Yu Gothic Medium" panose="020B0400000000000000" pitchFamily="34" charset="-128"/>
                <a:ea typeface="Yu Gothic Medium" panose="020B0400000000000000" pitchFamily="34" charset="-128"/>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bg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200" b="1" dirty="0">
                <a:latin typeface="Meiryo UI" panose="020B0604030504040204" pitchFamily="50" charset="-128"/>
                <a:ea typeface="Meiryo UI" panose="020B0604030504040204" pitchFamily="50" charset="-128"/>
              </a:rPr>
              <a:t>・選定ポイントの確認（何が決まれば</a:t>
            </a:r>
            <a:r>
              <a:rPr lang="en-US" altLang="ja-JP" sz="1200" b="1" dirty="0">
                <a:latin typeface="Meiryo UI" panose="020B0604030504040204" pitchFamily="50" charset="-128"/>
                <a:ea typeface="Meiryo UI" panose="020B0604030504040204" pitchFamily="50" charset="-128"/>
              </a:rPr>
              <a:t>OK</a:t>
            </a:r>
            <a:r>
              <a:rPr lang="ja-JP" altLang="en-US" sz="1200" b="1" dirty="0">
                <a:latin typeface="Meiryo UI" panose="020B0604030504040204" pitchFamily="50" charset="-128"/>
                <a:ea typeface="Meiryo UI" panose="020B0604030504040204" pitchFamily="50" charset="-128"/>
              </a:rPr>
              <a:t>か）</a:t>
            </a:r>
          </a:p>
          <a:p>
            <a:pPr marL="0" indent="0">
              <a:buNone/>
            </a:pPr>
            <a:r>
              <a:rPr lang="ja-JP" altLang="en-US" sz="1200" b="1" dirty="0">
                <a:latin typeface="Meiryo UI" panose="020B0604030504040204" pitchFamily="50" charset="-128"/>
                <a:ea typeface="Meiryo UI" panose="020B0604030504040204" pitchFamily="50" charset="-128"/>
              </a:rPr>
              <a:t>・承認の進め方の共有（誰が・いつ承認するか）</a:t>
            </a:r>
            <a:endParaRPr lang="en-US" altLang="ja-JP" sz="1200" b="1" dirty="0">
              <a:latin typeface="Meiryo UI" panose="020B0604030504040204" pitchFamily="50" charset="-128"/>
              <a:ea typeface="Meiryo UI" panose="020B0604030504040204" pitchFamily="50" charset="-128"/>
            </a:endParaRPr>
          </a:p>
          <a:p>
            <a:pPr marL="0" indent="0">
              <a:buNone/>
            </a:pPr>
            <a:r>
              <a:rPr lang="ja-JP" altLang="en-US" sz="1200" b="1" dirty="0">
                <a:latin typeface="Meiryo UI" panose="020B0604030504040204" pitchFamily="50" charset="-128"/>
                <a:ea typeface="Meiryo UI" panose="020B0604030504040204" pitchFamily="50" charset="-128"/>
              </a:rPr>
              <a:t>・選定理由書レビュー参加</a:t>
            </a:r>
          </a:p>
        </p:txBody>
      </p:sp>
      <p:cxnSp>
        <p:nvCxnSpPr>
          <p:cNvPr id="52" name="直線コネクタ 51">
            <a:extLst>
              <a:ext uri="{FF2B5EF4-FFF2-40B4-BE49-F238E27FC236}">
                <a16:creationId xmlns:a16="http://schemas.microsoft.com/office/drawing/2014/main" id="{EF414EA1-C748-56A3-86DE-35C9EFE6048E}"/>
              </a:ext>
            </a:extLst>
          </p:cNvPr>
          <p:cNvCxnSpPr>
            <a:cxnSpLocks/>
          </p:cNvCxnSpPr>
          <p:nvPr/>
        </p:nvCxnSpPr>
        <p:spPr>
          <a:xfrm>
            <a:off x="7972426" y="2161820"/>
            <a:ext cx="0" cy="3935308"/>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91123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674694-5AC2-DAA7-39CA-97AE981E06F2}"/>
            </a:ext>
          </a:extLst>
        </p:cNvPr>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9D0BEBF7-51FC-681B-5A63-9A245C81ABC9}"/>
              </a:ext>
            </a:extLst>
          </p:cNvPr>
          <p:cNvSpPr>
            <a:spLocks noGrp="1"/>
          </p:cNvSpPr>
          <p:nvPr>
            <p:ph type="body" sz="quarter" idx="15"/>
          </p:nvPr>
        </p:nvSpPr>
        <p:spPr>
          <a:xfrm>
            <a:off x="390525" y="917660"/>
            <a:ext cx="10987193" cy="597346"/>
          </a:xfrm>
        </p:spPr>
        <p:txBody>
          <a:bodyPr/>
          <a:lstStyle/>
          <a:p>
            <a:pPr marL="0" indent="0">
              <a:buNone/>
            </a:pPr>
            <a:r>
              <a:rPr lang="ja-JP" altLang="en-US" sz="1800" dirty="0">
                <a:latin typeface="Meiryo UI" panose="020B0604030504040204" pitchFamily="50" charset="-128"/>
                <a:ea typeface="Meiryo UI" panose="020B0604030504040204" pitchFamily="50" charset="-128"/>
              </a:rPr>
              <a:t>円滑に推進するため、本プロジェクトの推進体制（案）は以下の通りです。</a:t>
            </a:r>
            <a:r>
              <a:rPr lang="en-US" altLang="ja-JP" sz="1800" dirty="0">
                <a:latin typeface="Meiryo UI" panose="020B0604030504040204" pitchFamily="50" charset="-128"/>
                <a:ea typeface="Meiryo UI" panose="020B0604030504040204" pitchFamily="50" charset="-128"/>
              </a:rPr>
              <a:t>TMC</a:t>
            </a:r>
            <a:r>
              <a:rPr lang="ja-JP" altLang="en-US" sz="1800" dirty="0">
                <a:latin typeface="Meiryo UI" panose="020B0604030504040204" pitchFamily="50" charset="-128"/>
                <a:ea typeface="Meiryo UI" panose="020B0604030504040204" pitchFamily="50" charset="-128"/>
              </a:rPr>
              <a:t>様および関係各社のご担当者アサインをお願い致します。</a:t>
            </a:r>
            <a:endParaRPr kumimoji="1" lang="ja-JP" altLang="en-US" sz="1800" dirty="0">
              <a:latin typeface="Meiryo UI" panose="020B0604030504040204" pitchFamily="50" charset="-128"/>
              <a:ea typeface="Meiryo UI" panose="020B0604030504040204" pitchFamily="50" charset="-128"/>
            </a:endParaRPr>
          </a:p>
        </p:txBody>
      </p:sp>
      <p:sp>
        <p:nvSpPr>
          <p:cNvPr id="3" name="タイトル 2">
            <a:extLst>
              <a:ext uri="{FF2B5EF4-FFF2-40B4-BE49-F238E27FC236}">
                <a16:creationId xmlns:a16="http://schemas.microsoft.com/office/drawing/2014/main" id="{200D277F-6EB2-CE20-1B13-BBD884577A5A}"/>
              </a:ext>
            </a:extLst>
          </p:cNvPr>
          <p:cNvSpPr>
            <a:spLocks noGrp="1"/>
          </p:cNvSpPr>
          <p:nvPr>
            <p:ph type="title"/>
          </p:nvPr>
        </p:nvSpPr>
        <p:spPr/>
        <p:txBody>
          <a:bodyPr/>
          <a:lstStyle/>
          <a:p>
            <a:r>
              <a:rPr lang="ja-JP" altLang="en-US" dirty="0">
                <a:latin typeface="Meiryo UI" panose="020B0604030504040204" pitchFamily="50" charset="-128"/>
                <a:ea typeface="Meiryo UI" panose="020B0604030504040204" pitchFamily="50" charset="-128"/>
              </a:rPr>
              <a:t>推進体制</a:t>
            </a:r>
            <a:endParaRPr kumimoji="1" lang="ja-JP" altLang="en-US" dirty="0">
              <a:latin typeface="Meiryo UI" panose="020B0604030504040204" pitchFamily="50" charset="-128"/>
              <a:ea typeface="Meiryo UI" panose="020B0604030504040204" pitchFamily="50" charset="-128"/>
            </a:endParaRPr>
          </a:p>
        </p:txBody>
      </p:sp>
      <p:grpSp>
        <p:nvGrpSpPr>
          <p:cNvPr id="63" name="グループ化 62">
            <a:extLst>
              <a:ext uri="{FF2B5EF4-FFF2-40B4-BE49-F238E27FC236}">
                <a16:creationId xmlns:a16="http://schemas.microsoft.com/office/drawing/2014/main" id="{522A9BF1-B765-6CB9-376D-56493D3B57A3}"/>
              </a:ext>
            </a:extLst>
          </p:cNvPr>
          <p:cNvGrpSpPr/>
          <p:nvPr/>
        </p:nvGrpSpPr>
        <p:grpSpPr>
          <a:xfrm>
            <a:off x="7964922" y="2232804"/>
            <a:ext cx="1598509" cy="839693"/>
            <a:chOff x="7929959" y="2717899"/>
            <a:chExt cx="1598509" cy="851056"/>
          </a:xfrm>
        </p:grpSpPr>
        <p:cxnSp>
          <p:nvCxnSpPr>
            <p:cNvPr id="10" name="直線コネクタ 9">
              <a:extLst>
                <a:ext uri="{FF2B5EF4-FFF2-40B4-BE49-F238E27FC236}">
                  <a16:creationId xmlns:a16="http://schemas.microsoft.com/office/drawing/2014/main" id="{30A2BB10-44CB-D23A-B1D2-C9F3E2D3406F}"/>
                </a:ext>
              </a:extLst>
            </p:cNvPr>
            <p:cNvCxnSpPr>
              <a:cxnSpLocks/>
            </p:cNvCxnSpPr>
            <p:nvPr/>
          </p:nvCxnSpPr>
          <p:spPr bwMode="auto">
            <a:xfrm>
              <a:off x="8646469" y="3365773"/>
              <a:ext cx="0" cy="0"/>
            </a:xfrm>
            <a:prstGeom prst="line">
              <a:avLst/>
            </a:prstGeom>
            <a:solidFill>
              <a:srgbClr val="00B8FF"/>
            </a:solidFill>
            <a:ln w="9525" cap="flat" cmpd="sng" algn="ctr">
              <a:solidFill>
                <a:sysClr val="windowText" lastClr="000000"/>
              </a:solidFill>
              <a:prstDash val="solid"/>
              <a:round/>
              <a:headEnd type="none" w="med" len="med"/>
              <a:tailEnd type="none" w="med" len="med"/>
            </a:ln>
            <a:effectLst/>
          </p:spPr>
        </p:cxnSp>
        <p:sp>
          <p:nvSpPr>
            <p:cNvPr id="13" name="正方形/長方形 12">
              <a:extLst>
                <a:ext uri="{FF2B5EF4-FFF2-40B4-BE49-F238E27FC236}">
                  <a16:creationId xmlns:a16="http://schemas.microsoft.com/office/drawing/2014/main" id="{146C85C7-F7B1-3E37-F9F0-6E99CC3504B3}"/>
                </a:ext>
              </a:extLst>
            </p:cNvPr>
            <p:cNvSpPr/>
            <p:nvPr/>
          </p:nvSpPr>
          <p:spPr bwMode="auto">
            <a:xfrm>
              <a:off x="7929959" y="2717899"/>
              <a:ext cx="1598509" cy="252000"/>
            </a:xfrm>
            <a:prstGeom prst="rect">
              <a:avLst/>
            </a:prstGeom>
            <a:solidFill>
              <a:schemeClr val="tx1">
                <a:lumMod val="60000"/>
                <a:lumOff val="40000"/>
              </a:schemeClr>
            </a:solidFill>
            <a:ln w="9525" cap="flat" cmpd="sng" algn="ctr">
              <a:solidFill>
                <a:srgbClr val="FF6600"/>
              </a:solidFill>
              <a:prstDash val="solid"/>
              <a:headEnd type="none" w="med" len="med"/>
              <a:tailEnd type="none" w="med" len="med"/>
            </a:ln>
            <a:effectLst>
              <a:outerShdw blurRad="40000" dist="23000" dir="5400000" rotWithShape="0">
                <a:srgbClr val="000000">
                  <a:alpha val="35000"/>
                </a:srgbClr>
              </a:outerShdw>
            </a:effectLst>
          </p:spPr>
          <p:txBody>
            <a:bodyPr vert="horz" wrap="square" lIns="91440" tIns="45720" rIns="91440" bIns="45720" numCol="1" rtlCol="0" anchor="ctr" anchorCtr="0" compatLnSpc="1">
              <a:prstTxWarp prst="textNoShape">
                <a:avLst/>
              </a:prstTxWarp>
            </a:bodyPr>
            <a:lstStyle>
              <a:defPPr>
                <a:defRPr lang="en-GB"/>
              </a:defPPr>
              <a:lvl1pPr algn="ctr" defTabSz="449263" rtl="0" fontAlgn="base">
                <a:spcBef>
                  <a:spcPct val="20000"/>
                </a:spcBef>
                <a:spcAft>
                  <a:spcPct val="0"/>
                </a:spcAft>
                <a:defRPr sz="800" kern="1200">
                  <a:solidFill>
                    <a:schemeClr val="lt1"/>
                  </a:solidFill>
                  <a:latin typeface="+mn-lt"/>
                  <a:ea typeface="+mn-ea"/>
                  <a:cs typeface="+mn-cs"/>
                </a:defRPr>
              </a:lvl1pPr>
              <a:lvl2pPr marL="742950" indent="-285750" algn="ctr" defTabSz="449263" rtl="0" fontAlgn="base">
                <a:spcBef>
                  <a:spcPct val="20000"/>
                </a:spcBef>
                <a:spcAft>
                  <a:spcPct val="0"/>
                </a:spcAft>
                <a:defRPr sz="800" kern="1200">
                  <a:solidFill>
                    <a:schemeClr val="lt1"/>
                  </a:solidFill>
                  <a:latin typeface="+mn-lt"/>
                  <a:ea typeface="+mn-ea"/>
                  <a:cs typeface="+mn-cs"/>
                </a:defRPr>
              </a:lvl2pPr>
              <a:lvl3pPr marL="1143000" indent="-228600" algn="ctr" defTabSz="449263" rtl="0" fontAlgn="base">
                <a:spcBef>
                  <a:spcPct val="20000"/>
                </a:spcBef>
                <a:spcAft>
                  <a:spcPct val="0"/>
                </a:spcAft>
                <a:defRPr sz="800" kern="1200">
                  <a:solidFill>
                    <a:schemeClr val="lt1"/>
                  </a:solidFill>
                  <a:latin typeface="+mn-lt"/>
                  <a:ea typeface="+mn-ea"/>
                  <a:cs typeface="+mn-cs"/>
                </a:defRPr>
              </a:lvl3pPr>
              <a:lvl4pPr marL="1600200" indent="-228600" algn="ctr" defTabSz="449263" rtl="0" fontAlgn="base">
                <a:spcBef>
                  <a:spcPct val="20000"/>
                </a:spcBef>
                <a:spcAft>
                  <a:spcPct val="0"/>
                </a:spcAft>
                <a:defRPr sz="800" kern="1200">
                  <a:solidFill>
                    <a:schemeClr val="lt1"/>
                  </a:solidFill>
                  <a:latin typeface="+mn-lt"/>
                  <a:ea typeface="+mn-ea"/>
                  <a:cs typeface="+mn-cs"/>
                </a:defRPr>
              </a:lvl4pPr>
              <a:lvl5pPr marL="2057400" indent="-228600" algn="ctr" defTabSz="449263" rtl="0" fontAlgn="base">
                <a:spcBef>
                  <a:spcPct val="20000"/>
                </a:spcBef>
                <a:spcAft>
                  <a:spcPct val="0"/>
                </a:spcAft>
                <a:defRPr sz="800" kern="1200">
                  <a:solidFill>
                    <a:schemeClr val="lt1"/>
                  </a:solidFill>
                  <a:latin typeface="+mn-lt"/>
                  <a:ea typeface="+mn-ea"/>
                  <a:cs typeface="+mn-cs"/>
                </a:defRPr>
              </a:lvl5pPr>
              <a:lvl6pPr marL="2286000" algn="l" defTabSz="914400" rtl="0" eaLnBrk="1" latinLnBrk="0" hangingPunct="1">
                <a:defRPr sz="800" kern="1200">
                  <a:solidFill>
                    <a:schemeClr val="lt1"/>
                  </a:solidFill>
                  <a:latin typeface="+mn-lt"/>
                  <a:ea typeface="+mn-ea"/>
                  <a:cs typeface="+mn-cs"/>
                </a:defRPr>
              </a:lvl6pPr>
              <a:lvl7pPr marL="2743200" algn="l" defTabSz="914400" rtl="0" eaLnBrk="1" latinLnBrk="0" hangingPunct="1">
                <a:defRPr sz="800" kern="1200">
                  <a:solidFill>
                    <a:schemeClr val="lt1"/>
                  </a:solidFill>
                  <a:latin typeface="+mn-lt"/>
                  <a:ea typeface="+mn-ea"/>
                  <a:cs typeface="+mn-cs"/>
                </a:defRPr>
              </a:lvl7pPr>
              <a:lvl8pPr marL="3200400" algn="l" defTabSz="914400" rtl="0" eaLnBrk="1" latinLnBrk="0" hangingPunct="1">
                <a:defRPr sz="800" kern="1200">
                  <a:solidFill>
                    <a:schemeClr val="lt1"/>
                  </a:solidFill>
                  <a:latin typeface="+mn-lt"/>
                  <a:ea typeface="+mn-ea"/>
                  <a:cs typeface="+mn-cs"/>
                </a:defRPr>
              </a:lvl8pPr>
              <a:lvl9pPr marL="3657600" algn="l" defTabSz="914400" rtl="0" eaLnBrk="1" latinLnBrk="0" hangingPunct="1">
                <a:defRPr sz="800" kern="1200">
                  <a:solidFill>
                    <a:schemeClr val="lt1"/>
                  </a:solidFill>
                  <a:latin typeface="+mn-lt"/>
                  <a:ea typeface="+mn-ea"/>
                  <a:cs typeface="+mn-cs"/>
                </a:defRPr>
              </a:lvl9pPr>
            </a:lstStyle>
            <a:p>
              <a:pPr>
                <a:spcBef>
                  <a:spcPct val="0"/>
                </a:spcBef>
                <a:buClr>
                  <a:srgbClr val="000000"/>
                </a:buClr>
                <a:buSzPct val="100000"/>
                <a:buFont typeface="Times New Roman" pitchFamily="18" charset="0"/>
                <a:buNone/>
                <a:defRPr/>
              </a:pPr>
              <a:r>
                <a:rPr kumimoji="0" lang="ja-JP" altLang="en-US" sz="900"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プロジェクト管理責任者</a:t>
              </a:r>
            </a:p>
          </p:txBody>
        </p:sp>
        <p:sp>
          <p:nvSpPr>
            <p:cNvPr id="14" name="正方形/長方形 13">
              <a:extLst>
                <a:ext uri="{FF2B5EF4-FFF2-40B4-BE49-F238E27FC236}">
                  <a16:creationId xmlns:a16="http://schemas.microsoft.com/office/drawing/2014/main" id="{6E45F51A-783F-DBD3-145E-319B12F7482B}"/>
                </a:ext>
              </a:extLst>
            </p:cNvPr>
            <p:cNvSpPr/>
            <p:nvPr/>
          </p:nvSpPr>
          <p:spPr bwMode="auto">
            <a:xfrm>
              <a:off x="7929959" y="3005773"/>
              <a:ext cx="1598509" cy="563182"/>
            </a:xfrm>
            <a:prstGeom prst="rect">
              <a:avLst/>
            </a:prstGeom>
            <a:solidFill>
              <a:sysClr val="window" lastClr="FFFFFF"/>
            </a:solidFill>
            <a:ln w="9525" cap="flat" cmpd="sng" algn="ctr">
              <a:solidFill>
                <a:srgbClr val="FF6600"/>
              </a:solidFill>
              <a:prstDash val="solid"/>
              <a:headEnd type="none" w="med" len="med"/>
              <a:tailEnd type="none" w="med" len="med"/>
            </a:ln>
            <a:effectLst>
              <a:outerShdw blurRad="40000" dist="23000" dir="5400000" rotWithShape="0">
                <a:srgbClr val="000000">
                  <a:alpha val="35000"/>
                </a:srgbClr>
              </a:outerShdw>
            </a:effectLst>
          </p:spPr>
          <p:txBody>
            <a:bodyPr vert="horz" wrap="square" lIns="91440" tIns="45720" rIns="91440" bIns="45720" numCol="1" rtlCol="0" anchor="ctr" anchorCtr="0" compatLnSpc="1">
              <a:prstTxWarp prst="textNoShape">
                <a:avLst/>
              </a:prstTxWarp>
            </a:bodyPr>
            <a:lstStyle>
              <a:defPPr>
                <a:defRPr lang="en-GB"/>
              </a:defPPr>
              <a:lvl1pPr algn="ctr" defTabSz="449263" rtl="0" fontAlgn="base">
                <a:spcBef>
                  <a:spcPct val="20000"/>
                </a:spcBef>
                <a:spcAft>
                  <a:spcPct val="0"/>
                </a:spcAft>
                <a:defRPr sz="800" kern="1200">
                  <a:solidFill>
                    <a:schemeClr val="lt1"/>
                  </a:solidFill>
                  <a:latin typeface="+mn-lt"/>
                  <a:ea typeface="+mn-ea"/>
                  <a:cs typeface="+mn-cs"/>
                </a:defRPr>
              </a:lvl1pPr>
              <a:lvl2pPr marL="742950" indent="-285750" algn="ctr" defTabSz="449263" rtl="0" fontAlgn="base">
                <a:spcBef>
                  <a:spcPct val="20000"/>
                </a:spcBef>
                <a:spcAft>
                  <a:spcPct val="0"/>
                </a:spcAft>
                <a:defRPr sz="800" kern="1200">
                  <a:solidFill>
                    <a:schemeClr val="lt1"/>
                  </a:solidFill>
                  <a:latin typeface="+mn-lt"/>
                  <a:ea typeface="+mn-ea"/>
                  <a:cs typeface="+mn-cs"/>
                </a:defRPr>
              </a:lvl2pPr>
              <a:lvl3pPr marL="1143000" indent="-228600" algn="ctr" defTabSz="449263" rtl="0" fontAlgn="base">
                <a:spcBef>
                  <a:spcPct val="20000"/>
                </a:spcBef>
                <a:spcAft>
                  <a:spcPct val="0"/>
                </a:spcAft>
                <a:defRPr sz="800" kern="1200">
                  <a:solidFill>
                    <a:schemeClr val="lt1"/>
                  </a:solidFill>
                  <a:latin typeface="+mn-lt"/>
                  <a:ea typeface="+mn-ea"/>
                  <a:cs typeface="+mn-cs"/>
                </a:defRPr>
              </a:lvl3pPr>
              <a:lvl4pPr marL="1600200" indent="-228600" algn="ctr" defTabSz="449263" rtl="0" fontAlgn="base">
                <a:spcBef>
                  <a:spcPct val="20000"/>
                </a:spcBef>
                <a:spcAft>
                  <a:spcPct val="0"/>
                </a:spcAft>
                <a:defRPr sz="800" kern="1200">
                  <a:solidFill>
                    <a:schemeClr val="lt1"/>
                  </a:solidFill>
                  <a:latin typeface="+mn-lt"/>
                  <a:ea typeface="+mn-ea"/>
                  <a:cs typeface="+mn-cs"/>
                </a:defRPr>
              </a:lvl4pPr>
              <a:lvl5pPr marL="2057400" indent="-228600" algn="ctr" defTabSz="449263" rtl="0" fontAlgn="base">
                <a:spcBef>
                  <a:spcPct val="20000"/>
                </a:spcBef>
                <a:spcAft>
                  <a:spcPct val="0"/>
                </a:spcAft>
                <a:defRPr sz="800" kern="1200">
                  <a:solidFill>
                    <a:schemeClr val="lt1"/>
                  </a:solidFill>
                  <a:latin typeface="+mn-lt"/>
                  <a:ea typeface="+mn-ea"/>
                  <a:cs typeface="+mn-cs"/>
                </a:defRPr>
              </a:lvl5pPr>
              <a:lvl6pPr marL="2286000" algn="l" defTabSz="914400" rtl="0" eaLnBrk="1" latinLnBrk="0" hangingPunct="1">
                <a:defRPr sz="800" kern="1200">
                  <a:solidFill>
                    <a:schemeClr val="lt1"/>
                  </a:solidFill>
                  <a:latin typeface="+mn-lt"/>
                  <a:ea typeface="+mn-ea"/>
                  <a:cs typeface="+mn-cs"/>
                </a:defRPr>
              </a:lvl6pPr>
              <a:lvl7pPr marL="2743200" algn="l" defTabSz="914400" rtl="0" eaLnBrk="1" latinLnBrk="0" hangingPunct="1">
                <a:defRPr sz="800" kern="1200">
                  <a:solidFill>
                    <a:schemeClr val="lt1"/>
                  </a:solidFill>
                  <a:latin typeface="+mn-lt"/>
                  <a:ea typeface="+mn-ea"/>
                  <a:cs typeface="+mn-cs"/>
                </a:defRPr>
              </a:lvl7pPr>
              <a:lvl8pPr marL="3200400" algn="l" defTabSz="914400" rtl="0" eaLnBrk="1" latinLnBrk="0" hangingPunct="1">
                <a:defRPr sz="800" kern="1200">
                  <a:solidFill>
                    <a:schemeClr val="lt1"/>
                  </a:solidFill>
                  <a:latin typeface="+mn-lt"/>
                  <a:ea typeface="+mn-ea"/>
                  <a:cs typeface="+mn-cs"/>
                </a:defRPr>
              </a:lvl8pPr>
              <a:lvl9pPr marL="3657600" algn="l" defTabSz="914400" rtl="0" eaLnBrk="1" latinLnBrk="0" hangingPunct="1">
                <a:defRPr sz="800" kern="1200">
                  <a:solidFill>
                    <a:schemeClr val="lt1"/>
                  </a:solidFill>
                  <a:latin typeface="+mn-lt"/>
                  <a:ea typeface="+mn-ea"/>
                  <a:cs typeface="+mn-cs"/>
                </a:defRPr>
              </a:lvl9pPr>
            </a:lstStyle>
            <a:p>
              <a:pPr>
                <a:spcBef>
                  <a:spcPct val="0"/>
                </a:spcBef>
                <a:buClr>
                  <a:srgbClr val="000000"/>
                </a:buClr>
                <a:buSzPct val="100000"/>
                <a:defRPr/>
              </a:pPr>
              <a:r>
                <a:rPr kumimoji="0" lang="ja-JP" altLang="en-US" sz="9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データビジネス企画推進部</a:t>
              </a:r>
              <a:endParaRPr kumimoji="0" lang="en-US" altLang="ja-JP" sz="90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a:p>
              <a:pPr>
                <a:spcBef>
                  <a:spcPct val="0"/>
                </a:spcBef>
                <a:buClr>
                  <a:srgbClr val="000000"/>
                </a:buClr>
                <a:buSzPct val="100000"/>
                <a:buFont typeface="Wingdings" pitchFamily="2" charset="2"/>
                <a:buNone/>
                <a:defRPr/>
              </a:pPr>
              <a:r>
                <a:rPr kumimoji="0" lang="ja-JP" altLang="en-US" sz="9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課長　太田 幸治</a:t>
              </a:r>
              <a:endParaRPr kumimoji="0" lang="en-US" altLang="ja-JP" sz="90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grpSp>
      <p:grpSp>
        <p:nvGrpSpPr>
          <p:cNvPr id="62" name="グループ化 61">
            <a:extLst>
              <a:ext uri="{FF2B5EF4-FFF2-40B4-BE49-F238E27FC236}">
                <a16:creationId xmlns:a16="http://schemas.microsoft.com/office/drawing/2014/main" id="{A6289FB4-C5C0-2922-D093-E38EC3D653F4}"/>
              </a:ext>
            </a:extLst>
          </p:cNvPr>
          <p:cNvGrpSpPr/>
          <p:nvPr/>
        </p:nvGrpSpPr>
        <p:grpSpPr>
          <a:xfrm>
            <a:off x="9902501" y="2222869"/>
            <a:ext cx="1345492" cy="865186"/>
            <a:chOff x="9611214" y="2651960"/>
            <a:chExt cx="1345492" cy="873203"/>
          </a:xfrm>
        </p:grpSpPr>
        <p:sp>
          <p:nvSpPr>
            <p:cNvPr id="12" name="正方形/長方形 11">
              <a:extLst>
                <a:ext uri="{FF2B5EF4-FFF2-40B4-BE49-F238E27FC236}">
                  <a16:creationId xmlns:a16="http://schemas.microsoft.com/office/drawing/2014/main" id="{4A386859-CC68-F964-D8D2-7C1676813BB6}"/>
                </a:ext>
              </a:extLst>
            </p:cNvPr>
            <p:cNvSpPr/>
            <p:nvPr/>
          </p:nvSpPr>
          <p:spPr bwMode="auto">
            <a:xfrm>
              <a:off x="9611214" y="2929553"/>
              <a:ext cx="1345492" cy="595610"/>
            </a:xfrm>
            <a:prstGeom prst="rect">
              <a:avLst/>
            </a:prstGeom>
            <a:solidFill>
              <a:sysClr val="window" lastClr="FFFFFF"/>
            </a:solidFill>
            <a:ln w="9525" cap="flat" cmpd="sng" algn="ctr">
              <a:solidFill>
                <a:srgbClr val="FF6600"/>
              </a:solidFill>
              <a:prstDash val="solid"/>
              <a:headEnd type="none" w="med" len="med"/>
              <a:tailEnd type="none" w="med" len="med"/>
            </a:ln>
            <a:effectLst>
              <a:outerShdw blurRad="40000" dist="23000" dir="5400000" rotWithShape="0">
                <a:srgbClr val="000000">
                  <a:alpha val="35000"/>
                </a:srgbClr>
              </a:outerShdw>
            </a:effectLst>
          </p:spPr>
          <p:txBody>
            <a:bodyPr vert="horz" wrap="square" lIns="91440" tIns="45720" rIns="91440" bIns="45720" numCol="1" rtlCol="0" anchor="ctr" anchorCtr="0" compatLnSpc="1">
              <a:prstTxWarp prst="textNoShape">
                <a:avLst/>
              </a:prstTxWarp>
            </a:bodyPr>
            <a:lstStyle>
              <a:defPPr>
                <a:defRPr lang="en-GB"/>
              </a:defPPr>
              <a:lvl1pPr algn="ctr" defTabSz="449263" rtl="0" fontAlgn="base">
                <a:spcBef>
                  <a:spcPct val="20000"/>
                </a:spcBef>
                <a:spcAft>
                  <a:spcPct val="0"/>
                </a:spcAft>
                <a:defRPr sz="800" kern="1200">
                  <a:solidFill>
                    <a:schemeClr val="lt1"/>
                  </a:solidFill>
                  <a:latin typeface="+mn-lt"/>
                  <a:ea typeface="+mn-ea"/>
                  <a:cs typeface="+mn-cs"/>
                </a:defRPr>
              </a:lvl1pPr>
              <a:lvl2pPr marL="742950" indent="-285750" algn="ctr" defTabSz="449263" rtl="0" fontAlgn="base">
                <a:spcBef>
                  <a:spcPct val="20000"/>
                </a:spcBef>
                <a:spcAft>
                  <a:spcPct val="0"/>
                </a:spcAft>
                <a:defRPr sz="800" kern="1200">
                  <a:solidFill>
                    <a:schemeClr val="lt1"/>
                  </a:solidFill>
                  <a:latin typeface="+mn-lt"/>
                  <a:ea typeface="+mn-ea"/>
                  <a:cs typeface="+mn-cs"/>
                </a:defRPr>
              </a:lvl2pPr>
              <a:lvl3pPr marL="1143000" indent="-228600" algn="ctr" defTabSz="449263" rtl="0" fontAlgn="base">
                <a:spcBef>
                  <a:spcPct val="20000"/>
                </a:spcBef>
                <a:spcAft>
                  <a:spcPct val="0"/>
                </a:spcAft>
                <a:defRPr sz="800" kern="1200">
                  <a:solidFill>
                    <a:schemeClr val="lt1"/>
                  </a:solidFill>
                  <a:latin typeface="+mn-lt"/>
                  <a:ea typeface="+mn-ea"/>
                  <a:cs typeface="+mn-cs"/>
                </a:defRPr>
              </a:lvl3pPr>
              <a:lvl4pPr marL="1600200" indent="-228600" algn="ctr" defTabSz="449263" rtl="0" fontAlgn="base">
                <a:spcBef>
                  <a:spcPct val="20000"/>
                </a:spcBef>
                <a:spcAft>
                  <a:spcPct val="0"/>
                </a:spcAft>
                <a:defRPr sz="800" kern="1200">
                  <a:solidFill>
                    <a:schemeClr val="lt1"/>
                  </a:solidFill>
                  <a:latin typeface="+mn-lt"/>
                  <a:ea typeface="+mn-ea"/>
                  <a:cs typeface="+mn-cs"/>
                </a:defRPr>
              </a:lvl4pPr>
              <a:lvl5pPr marL="2057400" indent="-228600" algn="ctr" defTabSz="449263" rtl="0" fontAlgn="base">
                <a:spcBef>
                  <a:spcPct val="20000"/>
                </a:spcBef>
                <a:spcAft>
                  <a:spcPct val="0"/>
                </a:spcAft>
                <a:defRPr sz="800" kern="1200">
                  <a:solidFill>
                    <a:schemeClr val="lt1"/>
                  </a:solidFill>
                  <a:latin typeface="+mn-lt"/>
                  <a:ea typeface="+mn-ea"/>
                  <a:cs typeface="+mn-cs"/>
                </a:defRPr>
              </a:lvl5pPr>
              <a:lvl6pPr marL="2286000" algn="l" defTabSz="914400" rtl="0" eaLnBrk="1" latinLnBrk="0" hangingPunct="1">
                <a:defRPr sz="800" kern="1200">
                  <a:solidFill>
                    <a:schemeClr val="lt1"/>
                  </a:solidFill>
                  <a:latin typeface="+mn-lt"/>
                  <a:ea typeface="+mn-ea"/>
                  <a:cs typeface="+mn-cs"/>
                </a:defRPr>
              </a:lvl6pPr>
              <a:lvl7pPr marL="2743200" algn="l" defTabSz="914400" rtl="0" eaLnBrk="1" latinLnBrk="0" hangingPunct="1">
                <a:defRPr sz="800" kern="1200">
                  <a:solidFill>
                    <a:schemeClr val="lt1"/>
                  </a:solidFill>
                  <a:latin typeface="+mn-lt"/>
                  <a:ea typeface="+mn-ea"/>
                  <a:cs typeface="+mn-cs"/>
                </a:defRPr>
              </a:lvl7pPr>
              <a:lvl8pPr marL="3200400" algn="l" defTabSz="914400" rtl="0" eaLnBrk="1" latinLnBrk="0" hangingPunct="1">
                <a:defRPr sz="800" kern="1200">
                  <a:solidFill>
                    <a:schemeClr val="lt1"/>
                  </a:solidFill>
                  <a:latin typeface="+mn-lt"/>
                  <a:ea typeface="+mn-ea"/>
                  <a:cs typeface="+mn-cs"/>
                </a:defRPr>
              </a:lvl8pPr>
              <a:lvl9pPr marL="3657600" algn="l" defTabSz="914400" rtl="0" eaLnBrk="1" latinLnBrk="0" hangingPunct="1">
                <a:defRPr sz="800" kern="1200">
                  <a:solidFill>
                    <a:schemeClr val="lt1"/>
                  </a:solidFill>
                  <a:latin typeface="+mn-lt"/>
                  <a:ea typeface="+mn-ea"/>
                  <a:cs typeface="+mn-cs"/>
                </a:defRPr>
              </a:lvl9pPr>
            </a:lstStyle>
            <a:p>
              <a:pPr>
                <a:spcBef>
                  <a:spcPct val="0"/>
                </a:spcBef>
                <a:buClr>
                  <a:srgbClr val="000000"/>
                </a:buClr>
                <a:buSzPct val="100000"/>
                <a:buFont typeface="Wingdings" pitchFamily="2" charset="2"/>
                <a:buNone/>
                <a:defRPr/>
              </a:pPr>
              <a:r>
                <a:rPr kumimoji="0" lang="ja-JP" altLang="en-US" sz="9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自動車営業第</a:t>
              </a:r>
              <a:r>
                <a:rPr kumimoji="0" lang="en-US" altLang="ja-JP" sz="9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3</a:t>
              </a:r>
              <a:r>
                <a:rPr kumimoji="0" lang="ja-JP" altLang="en-US" sz="9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部</a:t>
              </a:r>
              <a:endParaRPr kumimoji="0" lang="en-US" altLang="ja-JP" sz="90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a:p>
              <a:pPr>
                <a:spcBef>
                  <a:spcPct val="0"/>
                </a:spcBef>
                <a:buClr>
                  <a:srgbClr val="000000"/>
                </a:buClr>
                <a:buSzPct val="100000"/>
                <a:buFont typeface="Wingdings" pitchFamily="2" charset="2"/>
                <a:buNone/>
                <a:defRPr/>
              </a:pPr>
              <a:r>
                <a:rPr kumimoji="0" lang="ja-JP" altLang="en-US" sz="9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部長代行　松本</a:t>
              </a:r>
              <a:endParaRPr kumimoji="0" lang="en-US" altLang="ja-JP" sz="90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a:p>
              <a:pPr>
                <a:spcBef>
                  <a:spcPct val="0"/>
                </a:spcBef>
                <a:buClr>
                  <a:srgbClr val="000000"/>
                </a:buClr>
                <a:buSzPct val="100000"/>
                <a:buFont typeface="Wingdings" pitchFamily="2" charset="2"/>
                <a:buNone/>
                <a:defRPr/>
              </a:pPr>
              <a:r>
                <a:rPr kumimoji="0" lang="ja-JP" altLang="en-US" sz="9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担当　古橋</a:t>
              </a:r>
              <a:endParaRPr kumimoji="0" lang="en-US" altLang="ja-JP" sz="90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5" name="正方形/長方形 14">
              <a:extLst>
                <a:ext uri="{FF2B5EF4-FFF2-40B4-BE49-F238E27FC236}">
                  <a16:creationId xmlns:a16="http://schemas.microsoft.com/office/drawing/2014/main" id="{DCC1D179-A55F-9BC1-110E-109229743D23}"/>
                </a:ext>
              </a:extLst>
            </p:cNvPr>
            <p:cNvSpPr/>
            <p:nvPr/>
          </p:nvSpPr>
          <p:spPr bwMode="auto">
            <a:xfrm>
              <a:off x="9611214" y="2651960"/>
              <a:ext cx="1345492" cy="238950"/>
            </a:xfrm>
            <a:prstGeom prst="rect">
              <a:avLst/>
            </a:prstGeom>
            <a:solidFill>
              <a:schemeClr val="tx1">
                <a:lumMod val="60000"/>
                <a:lumOff val="40000"/>
              </a:schemeClr>
            </a:solidFill>
            <a:ln w="9525" cap="flat" cmpd="sng" algn="ctr">
              <a:solidFill>
                <a:srgbClr val="FF6600"/>
              </a:solidFill>
              <a:prstDash val="solid"/>
              <a:headEnd type="none" w="med" len="med"/>
              <a:tailEnd type="none" w="med" len="med"/>
            </a:ln>
            <a:effectLst>
              <a:outerShdw blurRad="40000" dist="23000" dir="5400000" rotWithShape="0">
                <a:srgbClr val="000000">
                  <a:alpha val="35000"/>
                </a:srgbClr>
              </a:outerShdw>
            </a:effectLst>
          </p:spPr>
          <p:txBody>
            <a:bodyPr vert="horz" wrap="square" lIns="91440" tIns="45720" rIns="91440" bIns="45720" numCol="1" rtlCol="0" anchor="ctr" anchorCtr="0" compatLnSpc="1">
              <a:prstTxWarp prst="textNoShape">
                <a:avLst/>
              </a:prstTxWarp>
            </a:bodyPr>
            <a:lstStyle>
              <a:defPPr>
                <a:defRPr lang="en-GB"/>
              </a:defPPr>
              <a:lvl1pPr algn="ctr" defTabSz="449263" rtl="0" fontAlgn="base">
                <a:spcBef>
                  <a:spcPct val="20000"/>
                </a:spcBef>
                <a:spcAft>
                  <a:spcPct val="0"/>
                </a:spcAft>
                <a:defRPr sz="800" kern="1200">
                  <a:solidFill>
                    <a:schemeClr val="lt1"/>
                  </a:solidFill>
                  <a:latin typeface="+mn-lt"/>
                  <a:ea typeface="+mn-ea"/>
                  <a:cs typeface="+mn-cs"/>
                </a:defRPr>
              </a:lvl1pPr>
              <a:lvl2pPr marL="742950" indent="-285750" algn="ctr" defTabSz="449263" rtl="0" fontAlgn="base">
                <a:spcBef>
                  <a:spcPct val="20000"/>
                </a:spcBef>
                <a:spcAft>
                  <a:spcPct val="0"/>
                </a:spcAft>
                <a:defRPr sz="800" kern="1200">
                  <a:solidFill>
                    <a:schemeClr val="lt1"/>
                  </a:solidFill>
                  <a:latin typeface="+mn-lt"/>
                  <a:ea typeface="+mn-ea"/>
                  <a:cs typeface="+mn-cs"/>
                </a:defRPr>
              </a:lvl2pPr>
              <a:lvl3pPr marL="1143000" indent="-228600" algn="ctr" defTabSz="449263" rtl="0" fontAlgn="base">
                <a:spcBef>
                  <a:spcPct val="20000"/>
                </a:spcBef>
                <a:spcAft>
                  <a:spcPct val="0"/>
                </a:spcAft>
                <a:defRPr sz="800" kern="1200">
                  <a:solidFill>
                    <a:schemeClr val="lt1"/>
                  </a:solidFill>
                  <a:latin typeface="+mn-lt"/>
                  <a:ea typeface="+mn-ea"/>
                  <a:cs typeface="+mn-cs"/>
                </a:defRPr>
              </a:lvl3pPr>
              <a:lvl4pPr marL="1600200" indent="-228600" algn="ctr" defTabSz="449263" rtl="0" fontAlgn="base">
                <a:spcBef>
                  <a:spcPct val="20000"/>
                </a:spcBef>
                <a:spcAft>
                  <a:spcPct val="0"/>
                </a:spcAft>
                <a:defRPr sz="800" kern="1200">
                  <a:solidFill>
                    <a:schemeClr val="lt1"/>
                  </a:solidFill>
                  <a:latin typeface="+mn-lt"/>
                  <a:ea typeface="+mn-ea"/>
                  <a:cs typeface="+mn-cs"/>
                </a:defRPr>
              </a:lvl4pPr>
              <a:lvl5pPr marL="2057400" indent="-228600" algn="ctr" defTabSz="449263" rtl="0" fontAlgn="base">
                <a:spcBef>
                  <a:spcPct val="20000"/>
                </a:spcBef>
                <a:spcAft>
                  <a:spcPct val="0"/>
                </a:spcAft>
                <a:defRPr sz="800" kern="1200">
                  <a:solidFill>
                    <a:schemeClr val="lt1"/>
                  </a:solidFill>
                  <a:latin typeface="+mn-lt"/>
                  <a:ea typeface="+mn-ea"/>
                  <a:cs typeface="+mn-cs"/>
                </a:defRPr>
              </a:lvl5pPr>
              <a:lvl6pPr marL="2286000" algn="l" defTabSz="914400" rtl="0" eaLnBrk="1" latinLnBrk="0" hangingPunct="1">
                <a:defRPr sz="800" kern="1200">
                  <a:solidFill>
                    <a:schemeClr val="lt1"/>
                  </a:solidFill>
                  <a:latin typeface="+mn-lt"/>
                  <a:ea typeface="+mn-ea"/>
                  <a:cs typeface="+mn-cs"/>
                </a:defRPr>
              </a:lvl6pPr>
              <a:lvl7pPr marL="2743200" algn="l" defTabSz="914400" rtl="0" eaLnBrk="1" latinLnBrk="0" hangingPunct="1">
                <a:defRPr sz="800" kern="1200">
                  <a:solidFill>
                    <a:schemeClr val="lt1"/>
                  </a:solidFill>
                  <a:latin typeface="+mn-lt"/>
                  <a:ea typeface="+mn-ea"/>
                  <a:cs typeface="+mn-cs"/>
                </a:defRPr>
              </a:lvl7pPr>
              <a:lvl8pPr marL="3200400" algn="l" defTabSz="914400" rtl="0" eaLnBrk="1" latinLnBrk="0" hangingPunct="1">
                <a:defRPr sz="800" kern="1200">
                  <a:solidFill>
                    <a:schemeClr val="lt1"/>
                  </a:solidFill>
                  <a:latin typeface="+mn-lt"/>
                  <a:ea typeface="+mn-ea"/>
                  <a:cs typeface="+mn-cs"/>
                </a:defRPr>
              </a:lvl8pPr>
              <a:lvl9pPr marL="3657600" algn="l" defTabSz="914400" rtl="0" eaLnBrk="1" latinLnBrk="0" hangingPunct="1">
                <a:defRPr sz="800" kern="1200">
                  <a:solidFill>
                    <a:schemeClr val="lt1"/>
                  </a:solidFill>
                  <a:latin typeface="+mn-lt"/>
                  <a:ea typeface="+mn-ea"/>
                  <a:cs typeface="+mn-cs"/>
                </a:defRPr>
              </a:lvl9pPr>
            </a:lstStyle>
            <a:p>
              <a:pPr>
                <a:spcBef>
                  <a:spcPct val="0"/>
                </a:spcBef>
                <a:buClr>
                  <a:srgbClr val="000000"/>
                </a:buClr>
                <a:buSzPct val="100000"/>
                <a:buFont typeface="Times New Roman" pitchFamily="18" charset="0"/>
                <a:buNone/>
                <a:defRPr/>
              </a:pPr>
              <a:r>
                <a:rPr kumimoji="0" lang="ja-JP" altLang="en-US" sz="900">
                  <a:solidFill>
                    <a:prstClr val="white"/>
                  </a:solidFill>
                  <a:latin typeface="Meiryo UI" panose="020B0604030504040204" pitchFamily="50" charset="-128"/>
                  <a:ea typeface="Meiryo UI" panose="020B0604030504040204" pitchFamily="50" charset="-128"/>
                  <a:cs typeface="Meiryo UI" panose="020B0604030504040204" pitchFamily="50" charset="-128"/>
                </a:rPr>
                <a:t>営業</a:t>
              </a:r>
              <a:endParaRPr kumimoji="0" lang="en-US" altLang="ja-JP" sz="90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grpSp>
      <p:sp>
        <p:nvSpPr>
          <p:cNvPr id="16" name="Text Box 32">
            <a:extLst>
              <a:ext uri="{FF2B5EF4-FFF2-40B4-BE49-F238E27FC236}">
                <a16:creationId xmlns:a16="http://schemas.microsoft.com/office/drawing/2014/main" id="{2F6F8670-7A1E-1BB8-C60C-BD60DFB95C8C}"/>
              </a:ext>
            </a:extLst>
          </p:cNvPr>
          <p:cNvSpPr txBox="1">
            <a:spLocks noChangeArrowheads="1"/>
          </p:cNvSpPr>
          <p:nvPr/>
        </p:nvSpPr>
        <p:spPr bwMode="auto">
          <a:xfrm>
            <a:off x="7285756" y="1824261"/>
            <a:ext cx="852745" cy="4244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8240" tIns="8165" rIns="68240" bIns="8165"/>
          <a:lstStyle>
            <a:lvl1pPr defTabSz="839788" eaLnBrk="0" hangingPunct="0">
              <a:defRPr kumimoji="1" sz="2200">
                <a:solidFill>
                  <a:schemeClr val="tx1"/>
                </a:solidFill>
                <a:latin typeface="Arial" panose="020B0604020202020204" pitchFamily="34" charset="0"/>
                <a:ea typeface="ＭＳ Ｐゴシック" panose="020B0600070205080204" pitchFamily="50" charset="-128"/>
              </a:defRPr>
            </a:lvl1pPr>
            <a:lvl2pPr marL="742950" indent="-285750" defTabSz="839788" eaLnBrk="0" hangingPunct="0">
              <a:defRPr kumimoji="1" sz="2200">
                <a:solidFill>
                  <a:schemeClr val="tx1"/>
                </a:solidFill>
                <a:latin typeface="Arial" panose="020B0604020202020204" pitchFamily="34" charset="0"/>
                <a:ea typeface="ＭＳ Ｐゴシック" panose="020B0600070205080204" pitchFamily="50" charset="-128"/>
              </a:defRPr>
            </a:lvl2pPr>
            <a:lvl3pPr marL="1143000" indent="-228600" defTabSz="839788" eaLnBrk="0" hangingPunct="0">
              <a:defRPr kumimoji="1" sz="2200">
                <a:solidFill>
                  <a:schemeClr val="tx1"/>
                </a:solidFill>
                <a:latin typeface="Arial" panose="020B0604020202020204" pitchFamily="34" charset="0"/>
                <a:ea typeface="ＭＳ Ｐゴシック" panose="020B0600070205080204" pitchFamily="50" charset="-128"/>
              </a:defRPr>
            </a:lvl3pPr>
            <a:lvl4pPr marL="1600200" indent="-228600" defTabSz="839788" eaLnBrk="0" hangingPunct="0">
              <a:defRPr kumimoji="1" sz="2200">
                <a:solidFill>
                  <a:schemeClr val="tx1"/>
                </a:solidFill>
                <a:latin typeface="Arial" panose="020B0604020202020204" pitchFamily="34" charset="0"/>
                <a:ea typeface="ＭＳ Ｐゴシック" panose="020B0600070205080204" pitchFamily="50" charset="-128"/>
              </a:defRPr>
            </a:lvl4pPr>
            <a:lvl5pPr marL="2057400" indent="-228600" defTabSz="839788" eaLnBrk="0" hangingPunct="0">
              <a:defRPr kumimoji="1" sz="2200">
                <a:solidFill>
                  <a:schemeClr val="tx1"/>
                </a:solidFill>
                <a:latin typeface="Arial" panose="020B0604020202020204" pitchFamily="34" charset="0"/>
                <a:ea typeface="ＭＳ Ｐゴシック" panose="020B0600070205080204" pitchFamily="50" charset="-128"/>
              </a:defRPr>
            </a:lvl5pPr>
            <a:lvl6pPr marL="2514600" indent="-228600" defTabSz="839788" eaLnBrk="0" fontAlgn="base" hangingPunct="0">
              <a:spcBef>
                <a:spcPct val="0"/>
              </a:spcBef>
              <a:spcAft>
                <a:spcPct val="0"/>
              </a:spcAft>
              <a:defRPr kumimoji="1" sz="2200">
                <a:solidFill>
                  <a:schemeClr val="tx1"/>
                </a:solidFill>
                <a:latin typeface="Arial" panose="020B0604020202020204" pitchFamily="34" charset="0"/>
                <a:ea typeface="ＭＳ Ｐゴシック" panose="020B0600070205080204" pitchFamily="50" charset="-128"/>
              </a:defRPr>
            </a:lvl6pPr>
            <a:lvl7pPr marL="2971800" indent="-228600" defTabSz="839788" eaLnBrk="0" fontAlgn="base" hangingPunct="0">
              <a:spcBef>
                <a:spcPct val="0"/>
              </a:spcBef>
              <a:spcAft>
                <a:spcPct val="0"/>
              </a:spcAft>
              <a:defRPr kumimoji="1" sz="2200">
                <a:solidFill>
                  <a:schemeClr val="tx1"/>
                </a:solidFill>
                <a:latin typeface="Arial" panose="020B0604020202020204" pitchFamily="34" charset="0"/>
                <a:ea typeface="ＭＳ Ｐゴシック" panose="020B0600070205080204" pitchFamily="50" charset="-128"/>
              </a:defRPr>
            </a:lvl7pPr>
            <a:lvl8pPr marL="3429000" indent="-228600" defTabSz="839788" eaLnBrk="0" fontAlgn="base" hangingPunct="0">
              <a:spcBef>
                <a:spcPct val="0"/>
              </a:spcBef>
              <a:spcAft>
                <a:spcPct val="0"/>
              </a:spcAft>
              <a:defRPr kumimoji="1" sz="2200">
                <a:solidFill>
                  <a:schemeClr val="tx1"/>
                </a:solidFill>
                <a:latin typeface="Arial" panose="020B0604020202020204" pitchFamily="34" charset="0"/>
                <a:ea typeface="ＭＳ Ｐゴシック" panose="020B0600070205080204" pitchFamily="50" charset="-128"/>
              </a:defRPr>
            </a:lvl8pPr>
            <a:lvl9pPr marL="3886200" indent="-228600" defTabSz="839788" eaLnBrk="0" fontAlgn="base" hangingPunct="0">
              <a:spcBef>
                <a:spcPct val="0"/>
              </a:spcBef>
              <a:spcAft>
                <a:spcPct val="0"/>
              </a:spcAft>
              <a:defRPr kumimoji="1" sz="2200">
                <a:solidFill>
                  <a:schemeClr val="tx1"/>
                </a:solidFill>
                <a:latin typeface="Arial" panose="020B0604020202020204" pitchFamily="34" charset="0"/>
                <a:ea typeface="ＭＳ Ｐゴシック" panose="020B0600070205080204" pitchFamily="50" charset="-128"/>
              </a:defRPr>
            </a:lvl9pPr>
          </a:lstStyle>
          <a:p>
            <a:pPr algn="ctr" eaLnBrk="1" hangingPunct="1"/>
            <a:r>
              <a:rPr lang="en-US" altLang="ja-JP" sz="1800" dirty="0">
                <a:solidFill>
                  <a:schemeClr val="tx1">
                    <a:lumMod val="60000"/>
                    <a:lumOff val="40000"/>
                  </a:schemeClr>
                </a:solidFill>
                <a:latin typeface="Meiryo UI" panose="020B0604030504040204" pitchFamily="50" charset="-128"/>
                <a:ea typeface="Meiryo UI" panose="020B0604030504040204" pitchFamily="50" charset="-128"/>
              </a:rPr>
              <a:t>CTC</a:t>
            </a:r>
            <a:endParaRPr lang="ja-JP" altLang="en-US" sz="1800" dirty="0">
              <a:solidFill>
                <a:schemeClr val="tx1">
                  <a:lumMod val="60000"/>
                  <a:lumOff val="40000"/>
                </a:schemeClr>
              </a:solidFill>
              <a:latin typeface="Meiryo UI" panose="020B0604030504040204" pitchFamily="50" charset="-128"/>
              <a:ea typeface="Meiryo UI" panose="020B0604030504040204" pitchFamily="50" charset="-128"/>
            </a:endParaRPr>
          </a:p>
        </p:txBody>
      </p:sp>
      <p:sp>
        <p:nvSpPr>
          <p:cNvPr id="17" name="Text Box 32">
            <a:extLst>
              <a:ext uri="{FF2B5EF4-FFF2-40B4-BE49-F238E27FC236}">
                <a16:creationId xmlns:a16="http://schemas.microsoft.com/office/drawing/2014/main" id="{0F23A1A8-EE64-5625-AEF9-AAED5E4D22D0}"/>
              </a:ext>
            </a:extLst>
          </p:cNvPr>
          <p:cNvSpPr txBox="1">
            <a:spLocks noChangeArrowheads="1"/>
          </p:cNvSpPr>
          <p:nvPr/>
        </p:nvSpPr>
        <p:spPr bwMode="auto">
          <a:xfrm>
            <a:off x="845122" y="1824261"/>
            <a:ext cx="852745" cy="3199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8240" tIns="8165" rIns="68240" bIns="8165"/>
          <a:lstStyle>
            <a:lvl1pPr defTabSz="839788" eaLnBrk="0" hangingPunct="0">
              <a:defRPr kumimoji="1" sz="2200">
                <a:solidFill>
                  <a:schemeClr val="tx1"/>
                </a:solidFill>
                <a:latin typeface="Arial" panose="020B0604020202020204" pitchFamily="34" charset="0"/>
                <a:ea typeface="ＭＳ Ｐゴシック" panose="020B0600070205080204" pitchFamily="50" charset="-128"/>
              </a:defRPr>
            </a:lvl1pPr>
            <a:lvl2pPr marL="742950" indent="-285750" defTabSz="839788" eaLnBrk="0" hangingPunct="0">
              <a:defRPr kumimoji="1" sz="2200">
                <a:solidFill>
                  <a:schemeClr val="tx1"/>
                </a:solidFill>
                <a:latin typeface="Arial" panose="020B0604020202020204" pitchFamily="34" charset="0"/>
                <a:ea typeface="ＭＳ Ｐゴシック" panose="020B0600070205080204" pitchFamily="50" charset="-128"/>
              </a:defRPr>
            </a:lvl2pPr>
            <a:lvl3pPr marL="1143000" indent="-228600" defTabSz="839788" eaLnBrk="0" hangingPunct="0">
              <a:defRPr kumimoji="1" sz="2200">
                <a:solidFill>
                  <a:schemeClr val="tx1"/>
                </a:solidFill>
                <a:latin typeface="Arial" panose="020B0604020202020204" pitchFamily="34" charset="0"/>
                <a:ea typeface="ＭＳ Ｐゴシック" panose="020B0600070205080204" pitchFamily="50" charset="-128"/>
              </a:defRPr>
            </a:lvl3pPr>
            <a:lvl4pPr marL="1600200" indent="-228600" defTabSz="839788" eaLnBrk="0" hangingPunct="0">
              <a:defRPr kumimoji="1" sz="2200">
                <a:solidFill>
                  <a:schemeClr val="tx1"/>
                </a:solidFill>
                <a:latin typeface="Arial" panose="020B0604020202020204" pitchFamily="34" charset="0"/>
                <a:ea typeface="ＭＳ Ｐゴシック" panose="020B0600070205080204" pitchFamily="50" charset="-128"/>
              </a:defRPr>
            </a:lvl4pPr>
            <a:lvl5pPr marL="2057400" indent="-228600" defTabSz="839788" eaLnBrk="0" hangingPunct="0">
              <a:defRPr kumimoji="1" sz="2200">
                <a:solidFill>
                  <a:schemeClr val="tx1"/>
                </a:solidFill>
                <a:latin typeface="Arial" panose="020B0604020202020204" pitchFamily="34" charset="0"/>
                <a:ea typeface="ＭＳ Ｐゴシック" panose="020B0600070205080204" pitchFamily="50" charset="-128"/>
              </a:defRPr>
            </a:lvl5pPr>
            <a:lvl6pPr marL="2514600" indent="-228600" defTabSz="839788" eaLnBrk="0" fontAlgn="base" hangingPunct="0">
              <a:spcBef>
                <a:spcPct val="0"/>
              </a:spcBef>
              <a:spcAft>
                <a:spcPct val="0"/>
              </a:spcAft>
              <a:defRPr kumimoji="1" sz="2200">
                <a:solidFill>
                  <a:schemeClr val="tx1"/>
                </a:solidFill>
                <a:latin typeface="Arial" panose="020B0604020202020204" pitchFamily="34" charset="0"/>
                <a:ea typeface="ＭＳ Ｐゴシック" panose="020B0600070205080204" pitchFamily="50" charset="-128"/>
              </a:defRPr>
            </a:lvl6pPr>
            <a:lvl7pPr marL="2971800" indent="-228600" defTabSz="839788" eaLnBrk="0" fontAlgn="base" hangingPunct="0">
              <a:spcBef>
                <a:spcPct val="0"/>
              </a:spcBef>
              <a:spcAft>
                <a:spcPct val="0"/>
              </a:spcAft>
              <a:defRPr kumimoji="1" sz="2200">
                <a:solidFill>
                  <a:schemeClr val="tx1"/>
                </a:solidFill>
                <a:latin typeface="Arial" panose="020B0604020202020204" pitchFamily="34" charset="0"/>
                <a:ea typeface="ＭＳ Ｐゴシック" panose="020B0600070205080204" pitchFamily="50" charset="-128"/>
              </a:defRPr>
            </a:lvl7pPr>
            <a:lvl8pPr marL="3429000" indent="-228600" defTabSz="839788" eaLnBrk="0" fontAlgn="base" hangingPunct="0">
              <a:spcBef>
                <a:spcPct val="0"/>
              </a:spcBef>
              <a:spcAft>
                <a:spcPct val="0"/>
              </a:spcAft>
              <a:defRPr kumimoji="1" sz="2200">
                <a:solidFill>
                  <a:schemeClr val="tx1"/>
                </a:solidFill>
                <a:latin typeface="Arial" panose="020B0604020202020204" pitchFamily="34" charset="0"/>
                <a:ea typeface="ＭＳ Ｐゴシック" panose="020B0600070205080204" pitchFamily="50" charset="-128"/>
              </a:defRPr>
            </a:lvl8pPr>
            <a:lvl9pPr marL="3886200" indent="-228600" defTabSz="839788" eaLnBrk="0" fontAlgn="base" hangingPunct="0">
              <a:spcBef>
                <a:spcPct val="0"/>
              </a:spcBef>
              <a:spcAft>
                <a:spcPct val="0"/>
              </a:spcAft>
              <a:defRPr kumimoji="1" sz="2200">
                <a:solidFill>
                  <a:schemeClr val="tx1"/>
                </a:solidFill>
                <a:latin typeface="Arial" panose="020B0604020202020204" pitchFamily="34" charset="0"/>
                <a:ea typeface="ＭＳ Ｐゴシック" panose="020B0600070205080204" pitchFamily="50" charset="-128"/>
              </a:defRPr>
            </a:lvl9pPr>
          </a:lstStyle>
          <a:p>
            <a:pPr algn="ctr" eaLnBrk="1" hangingPunct="1"/>
            <a:r>
              <a:rPr lang="en-US" altLang="ja-JP" sz="1800" dirty="0">
                <a:solidFill>
                  <a:srgbClr val="FF0000"/>
                </a:solidFill>
                <a:latin typeface="Meiryo UI" panose="020B0604030504040204" pitchFamily="50" charset="-128"/>
                <a:ea typeface="Meiryo UI" panose="020B0604030504040204" pitchFamily="50" charset="-128"/>
              </a:rPr>
              <a:t>TMC</a:t>
            </a:r>
            <a:endParaRPr lang="ja-JP" altLang="en-US" sz="1800" dirty="0">
              <a:solidFill>
                <a:srgbClr val="FF0000"/>
              </a:solidFill>
              <a:latin typeface="Meiryo UI" panose="020B0604030504040204" pitchFamily="50" charset="-128"/>
              <a:ea typeface="Meiryo UI" panose="020B0604030504040204" pitchFamily="50" charset="-128"/>
            </a:endParaRPr>
          </a:p>
        </p:txBody>
      </p:sp>
      <p:sp>
        <p:nvSpPr>
          <p:cNvPr id="19" name="正方形/長方形 18">
            <a:extLst>
              <a:ext uri="{FF2B5EF4-FFF2-40B4-BE49-F238E27FC236}">
                <a16:creationId xmlns:a16="http://schemas.microsoft.com/office/drawing/2014/main" id="{774C1FF6-C378-C3A7-1405-285B3B33324F}"/>
              </a:ext>
            </a:extLst>
          </p:cNvPr>
          <p:cNvSpPr/>
          <p:nvPr/>
        </p:nvSpPr>
        <p:spPr>
          <a:xfrm>
            <a:off x="7426584" y="1735138"/>
            <a:ext cx="3952616" cy="4478336"/>
          </a:xfrm>
          <a:prstGeom prst="rect">
            <a:avLst/>
          </a:prstGeom>
          <a:noFill/>
          <a:ln w="28575" cap="flat" cmpd="sng" algn="ctr">
            <a:solidFill>
              <a:schemeClr val="tx1">
                <a:lumMod val="60000"/>
                <a:lumOff val="40000"/>
              </a:scheme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600" b="0"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endParaRPr>
          </a:p>
        </p:txBody>
      </p:sp>
      <p:sp>
        <p:nvSpPr>
          <p:cNvPr id="20" name="正方形/長方形 19">
            <a:extLst>
              <a:ext uri="{FF2B5EF4-FFF2-40B4-BE49-F238E27FC236}">
                <a16:creationId xmlns:a16="http://schemas.microsoft.com/office/drawing/2014/main" id="{4A760EC6-BD16-7FBA-37A9-487F49DA1B00}"/>
              </a:ext>
            </a:extLst>
          </p:cNvPr>
          <p:cNvSpPr/>
          <p:nvPr/>
        </p:nvSpPr>
        <p:spPr>
          <a:xfrm>
            <a:off x="899800" y="1735138"/>
            <a:ext cx="6440129" cy="3109491"/>
          </a:xfrm>
          <a:prstGeom prst="rect">
            <a:avLst/>
          </a:prstGeom>
          <a:noFill/>
          <a:ln w="28575" cap="flat" cmpd="sng" algn="ctr">
            <a:solidFill>
              <a:srgbClr val="FF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6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endParaRPr>
          </a:p>
        </p:txBody>
      </p:sp>
      <p:grpSp>
        <p:nvGrpSpPr>
          <p:cNvPr id="64" name="グループ化 63">
            <a:extLst>
              <a:ext uri="{FF2B5EF4-FFF2-40B4-BE49-F238E27FC236}">
                <a16:creationId xmlns:a16="http://schemas.microsoft.com/office/drawing/2014/main" id="{8BB86014-CC8C-A278-B24F-0F2EFED44FBF}"/>
              </a:ext>
            </a:extLst>
          </p:cNvPr>
          <p:cNvGrpSpPr/>
          <p:nvPr/>
        </p:nvGrpSpPr>
        <p:grpSpPr>
          <a:xfrm>
            <a:off x="7882176" y="3507978"/>
            <a:ext cx="1764000" cy="649171"/>
            <a:chOff x="7847214" y="4042161"/>
            <a:chExt cx="1764000" cy="649171"/>
          </a:xfrm>
        </p:grpSpPr>
        <p:sp>
          <p:nvSpPr>
            <p:cNvPr id="23" name="正方形/長方形 22">
              <a:extLst>
                <a:ext uri="{FF2B5EF4-FFF2-40B4-BE49-F238E27FC236}">
                  <a16:creationId xmlns:a16="http://schemas.microsoft.com/office/drawing/2014/main" id="{EE14A434-BFEC-07A4-8EBE-B13ED1B39437}"/>
                </a:ext>
              </a:extLst>
            </p:cNvPr>
            <p:cNvSpPr/>
            <p:nvPr/>
          </p:nvSpPr>
          <p:spPr bwMode="auto">
            <a:xfrm>
              <a:off x="7847214" y="4042161"/>
              <a:ext cx="1764000" cy="252000"/>
            </a:xfrm>
            <a:prstGeom prst="rect">
              <a:avLst/>
            </a:prstGeom>
            <a:solidFill>
              <a:schemeClr val="tx1">
                <a:lumMod val="60000"/>
                <a:lumOff val="40000"/>
              </a:schemeClr>
            </a:solidFill>
            <a:ln w="9525" cap="flat" cmpd="sng" algn="ctr">
              <a:solidFill>
                <a:srgbClr val="FF6600"/>
              </a:solidFill>
              <a:prstDash val="solid"/>
              <a:headEnd type="none" w="med" len="med"/>
              <a:tailEnd type="none" w="med" len="med"/>
            </a:ln>
            <a:effectLst>
              <a:outerShdw blurRad="40000" dist="23000" dir="5400000" rotWithShape="0">
                <a:srgbClr val="000000">
                  <a:alpha val="35000"/>
                </a:srgbClr>
              </a:outerShdw>
            </a:effectLst>
          </p:spPr>
          <p:txBody>
            <a:bodyPr vert="horz" wrap="square" lIns="91440" tIns="45720" rIns="91440" bIns="45720" numCol="1" rtlCol="0" anchor="ctr" anchorCtr="0" compatLnSpc="1">
              <a:prstTxWarp prst="textNoShape">
                <a:avLst/>
              </a:prstTxWarp>
            </a:bodyPr>
            <a:lstStyle>
              <a:defPPr>
                <a:defRPr lang="en-GB"/>
              </a:defPPr>
              <a:lvl1pPr algn="ctr" defTabSz="449263" rtl="0" fontAlgn="base">
                <a:spcBef>
                  <a:spcPct val="20000"/>
                </a:spcBef>
                <a:spcAft>
                  <a:spcPct val="0"/>
                </a:spcAft>
                <a:defRPr sz="800" kern="1200">
                  <a:solidFill>
                    <a:schemeClr val="lt1"/>
                  </a:solidFill>
                  <a:latin typeface="+mn-lt"/>
                  <a:ea typeface="+mn-ea"/>
                  <a:cs typeface="+mn-cs"/>
                </a:defRPr>
              </a:lvl1pPr>
              <a:lvl2pPr marL="742950" indent="-285750" algn="ctr" defTabSz="449263" rtl="0" fontAlgn="base">
                <a:spcBef>
                  <a:spcPct val="20000"/>
                </a:spcBef>
                <a:spcAft>
                  <a:spcPct val="0"/>
                </a:spcAft>
                <a:defRPr sz="800" kern="1200">
                  <a:solidFill>
                    <a:schemeClr val="lt1"/>
                  </a:solidFill>
                  <a:latin typeface="+mn-lt"/>
                  <a:ea typeface="+mn-ea"/>
                  <a:cs typeface="+mn-cs"/>
                </a:defRPr>
              </a:lvl2pPr>
              <a:lvl3pPr marL="1143000" indent="-228600" algn="ctr" defTabSz="449263" rtl="0" fontAlgn="base">
                <a:spcBef>
                  <a:spcPct val="20000"/>
                </a:spcBef>
                <a:spcAft>
                  <a:spcPct val="0"/>
                </a:spcAft>
                <a:defRPr sz="800" kern="1200">
                  <a:solidFill>
                    <a:schemeClr val="lt1"/>
                  </a:solidFill>
                  <a:latin typeface="+mn-lt"/>
                  <a:ea typeface="+mn-ea"/>
                  <a:cs typeface="+mn-cs"/>
                </a:defRPr>
              </a:lvl3pPr>
              <a:lvl4pPr marL="1600200" indent="-228600" algn="ctr" defTabSz="449263" rtl="0" fontAlgn="base">
                <a:spcBef>
                  <a:spcPct val="20000"/>
                </a:spcBef>
                <a:spcAft>
                  <a:spcPct val="0"/>
                </a:spcAft>
                <a:defRPr sz="800" kern="1200">
                  <a:solidFill>
                    <a:schemeClr val="lt1"/>
                  </a:solidFill>
                  <a:latin typeface="+mn-lt"/>
                  <a:ea typeface="+mn-ea"/>
                  <a:cs typeface="+mn-cs"/>
                </a:defRPr>
              </a:lvl4pPr>
              <a:lvl5pPr marL="2057400" indent="-228600" algn="ctr" defTabSz="449263" rtl="0" fontAlgn="base">
                <a:spcBef>
                  <a:spcPct val="20000"/>
                </a:spcBef>
                <a:spcAft>
                  <a:spcPct val="0"/>
                </a:spcAft>
                <a:defRPr sz="800" kern="1200">
                  <a:solidFill>
                    <a:schemeClr val="lt1"/>
                  </a:solidFill>
                  <a:latin typeface="+mn-lt"/>
                  <a:ea typeface="+mn-ea"/>
                  <a:cs typeface="+mn-cs"/>
                </a:defRPr>
              </a:lvl5pPr>
              <a:lvl6pPr marL="2286000" algn="l" defTabSz="914400" rtl="0" eaLnBrk="1" latinLnBrk="0" hangingPunct="1">
                <a:defRPr sz="800" kern="1200">
                  <a:solidFill>
                    <a:schemeClr val="lt1"/>
                  </a:solidFill>
                  <a:latin typeface="+mn-lt"/>
                  <a:ea typeface="+mn-ea"/>
                  <a:cs typeface="+mn-cs"/>
                </a:defRPr>
              </a:lvl6pPr>
              <a:lvl7pPr marL="2743200" algn="l" defTabSz="914400" rtl="0" eaLnBrk="1" latinLnBrk="0" hangingPunct="1">
                <a:defRPr sz="800" kern="1200">
                  <a:solidFill>
                    <a:schemeClr val="lt1"/>
                  </a:solidFill>
                  <a:latin typeface="+mn-lt"/>
                  <a:ea typeface="+mn-ea"/>
                  <a:cs typeface="+mn-cs"/>
                </a:defRPr>
              </a:lvl7pPr>
              <a:lvl8pPr marL="3200400" algn="l" defTabSz="914400" rtl="0" eaLnBrk="1" latinLnBrk="0" hangingPunct="1">
                <a:defRPr sz="800" kern="1200">
                  <a:solidFill>
                    <a:schemeClr val="lt1"/>
                  </a:solidFill>
                  <a:latin typeface="+mn-lt"/>
                  <a:ea typeface="+mn-ea"/>
                  <a:cs typeface="+mn-cs"/>
                </a:defRPr>
              </a:lvl8pPr>
              <a:lvl9pPr marL="3657600" algn="l" defTabSz="914400" rtl="0" eaLnBrk="1" latinLnBrk="0" hangingPunct="1">
                <a:defRPr sz="800" kern="1200">
                  <a:solidFill>
                    <a:schemeClr val="lt1"/>
                  </a:solidFill>
                  <a:latin typeface="+mn-lt"/>
                  <a:ea typeface="+mn-ea"/>
                  <a:cs typeface="+mn-cs"/>
                </a:defRPr>
              </a:lvl9pPr>
            </a:lstStyle>
            <a:p>
              <a:pPr>
                <a:spcBef>
                  <a:spcPct val="0"/>
                </a:spcBef>
                <a:buClr>
                  <a:srgbClr val="000000"/>
                </a:buClr>
                <a:buSzPct val="100000"/>
                <a:buFont typeface="Times New Roman" pitchFamily="18" charset="0"/>
                <a:buNone/>
                <a:defRPr/>
              </a:pPr>
              <a:r>
                <a:rPr kumimoji="0" lang="ja-JP" altLang="en-US" sz="900"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プロジェクトマネージャー</a:t>
              </a:r>
            </a:p>
          </p:txBody>
        </p:sp>
        <p:sp>
          <p:nvSpPr>
            <p:cNvPr id="24" name="正方形/長方形 23">
              <a:extLst>
                <a:ext uri="{FF2B5EF4-FFF2-40B4-BE49-F238E27FC236}">
                  <a16:creationId xmlns:a16="http://schemas.microsoft.com/office/drawing/2014/main" id="{586556F3-ACB2-31CB-9A11-C20357B49C09}"/>
                </a:ext>
              </a:extLst>
            </p:cNvPr>
            <p:cNvSpPr/>
            <p:nvPr/>
          </p:nvSpPr>
          <p:spPr bwMode="auto">
            <a:xfrm>
              <a:off x="7847214" y="4331332"/>
              <a:ext cx="1764000" cy="360000"/>
            </a:xfrm>
            <a:prstGeom prst="rect">
              <a:avLst/>
            </a:prstGeom>
            <a:solidFill>
              <a:sysClr val="window" lastClr="FFFFFF"/>
            </a:solidFill>
            <a:ln w="9525" cap="flat" cmpd="sng" algn="ctr">
              <a:solidFill>
                <a:srgbClr val="FF6600"/>
              </a:solidFill>
              <a:prstDash val="solid"/>
              <a:headEnd type="none" w="med" len="med"/>
              <a:tailEnd type="none" w="med" len="med"/>
            </a:ln>
            <a:effectLst>
              <a:outerShdw blurRad="40000" dist="23000" dir="5400000" rotWithShape="0">
                <a:srgbClr val="000000">
                  <a:alpha val="35000"/>
                </a:srgbClr>
              </a:outerShdw>
            </a:effectLst>
          </p:spPr>
          <p:txBody>
            <a:bodyPr vert="horz" wrap="square" lIns="91440" tIns="45720" rIns="91440" bIns="45720" numCol="1" rtlCol="0" anchor="t" anchorCtr="0" compatLnSpc="1">
              <a:prstTxWarp prst="textNoShape">
                <a:avLst/>
              </a:prstTxWarp>
            </a:bodyPr>
            <a:lstStyle>
              <a:defPPr>
                <a:defRPr lang="en-GB"/>
              </a:defPPr>
              <a:lvl1pPr algn="ctr" defTabSz="449263" rtl="0" fontAlgn="base">
                <a:spcBef>
                  <a:spcPct val="20000"/>
                </a:spcBef>
                <a:spcAft>
                  <a:spcPct val="0"/>
                </a:spcAft>
                <a:defRPr sz="800" kern="1200">
                  <a:solidFill>
                    <a:schemeClr val="lt1"/>
                  </a:solidFill>
                  <a:latin typeface="+mn-lt"/>
                  <a:ea typeface="+mn-ea"/>
                  <a:cs typeface="+mn-cs"/>
                </a:defRPr>
              </a:lvl1pPr>
              <a:lvl2pPr marL="742950" indent="-285750" algn="ctr" defTabSz="449263" rtl="0" fontAlgn="base">
                <a:spcBef>
                  <a:spcPct val="20000"/>
                </a:spcBef>
                <a:spcAft>
                  <a:spcPct val="0"/>
                </a:spcAft>
                <a:defRPr sz="800" kern="1200">
                  <a:solidFill>
                    <a:schemeClr val="lt1"/>
                  </a:solidFill>
                  <a:latin typeface="+mn-lt"/>
                  <a:ea typeface="+mn-ea"/>
                  <a:cs typeface="+mn-cs"/>
                </a:defRPr>
              </a:lvl2pPr>
              <a:lvl3pPr marL="1143000" indent="-228600" algn="ctr" defTabSz="449263" rtl="0" fontAlgn="base">
                <a:spcBef>
                  <a:spcPct val="20000"/>
                </a:spcBef>
                <a:spcAft>
                  <a:spcPct val="0"/>
                </a:spcAft>
                <a:defRPr sz="800" kern="1200">
                  <a:solidFill>
                    <a:schemeClr val="lt1"/>
                  </a:solidFill>
                  <a:latin typeface="+mn-lt"/>
                  <a:ea typeface="+mn-ea"/>
                  <a:cs typeface="+mn-cs"/>
                </a:defRPr>
              </a:lvl3pPr>
              <a:lvl4pPr marL="1600200" indent="-228600" algn="ctr" defTabSz="449263" rtl="0" fontAlgn="base">
                <a:spcBef>
                  <a:spcPct val="20000"/>
                </a:spcBef>
                <a:spcAft>
                  <a:spcPct val="0"/>
                </a:spcAft>
                <a:defRPr sz="800" kern="1200">
                  <a:solidFill>
                    <a:schemeClr val="lt1"/>
                  </a:solidFill>
                  <a:latin typeface="+mn-lt"/>
                  <a:ea typeface="+mn-ea"/>
                  <a:cs typeface="+mn-cs"/>
                </a:defRPr>
              </a:lvl4pPr>
              <a:lvl5pPr marL="2057400" indent="-228600" algn="ctr" defTabSz="449263" rtl="0" fontAlgn="base">
                <a:spcBef>
                  <a:spcPct val="20000"/>
                </a:spcBef>
                <a:spcAft>
                  <a:spcPct val="0"/>
                </a:spcAft>
                <a:defRPr sz="800" kern="1200">
                  <a:solidFill>
                    <a:schemeClr val="lt1"/>
                  </a:solidFill>
                  <a:latin typeface="+mn-lt"/>
                  <a:ea typeface="+mn-ea"/>
                  <a:cs typeface="+mn-cs"/>
                </a:defRPr>
              </a:lvl5pPr>
              <a:lvl6pPr marL="2286000" algn="l" defTabSz="914400" rtl="0" eaLnBrk="1" latinLnBrk="0" hangingPunct="1">
                <a:defRPr sz="800" kern="1200">
                  <a:solidFill>
                    <a:schemeClr val="lt1"/>
                  </a:solidFill>
                  <a:latin typeface="+mn-lt"/>
                  <a:ea typeface="+mn-ea"/>
                  <a:cs typeface="+mn-cs"/>
                </a:defRPr>
              </a:lvl6pPr>
              <a:lvl7pPr marL="2743200" algn="l" defTabSz="914400" rtl="0" eaLnBrk="1" latinLnBrk="0" hangingPunct="1">
                <a:defRPr sz="800" kern="1200">
                  <a:solidFill>
                    <a:schemeClr val="lt1"/>
                  </a:solidFill>
                  <a:latin typeface="+mn-lt"/>
                  <a:ea typeface="+mn-ea"/>
                  <a:cs typeface="+mn-cs"/>
                </a:defRPr>
              </a:lvl7pPr>
              <a:lvl8pPr marL="3200400" algn="l" defTabSz="914400" rtl="0" eaLnBrk="1" latinLnBrk="0" hangingPunct="1">
                <a:defRPr sz="800" kern="1200">
                  <a:solidFill>
                    <a:schemeClr val="lt1"/>
                  </a:solidFill>
                  <a:latin typeface="+mn-lt"/>
                  <a:ea typeface="+mn-ea"/>
                  <a:cs typeface="+mn-cs"/>
                </a:defRPr>
              </a:lvl8pPr>
              <a:lvl9pPr marL="3657600" algn="l" defTabSz="914400" rtl="0" eaLnBrk="1" latinLnBrk="0" hangingPunct="1">
                <a:defRPr sz="800" kern="1200">
                  <a:solidFill>
                    <a:schemeClr val="lt1"/>
                  </a:solidFill>
                  <a:latin typeface="+mn-lt"/>
                  <a:ea typeface="+mn-ea"/>
                  <a:cs typeface="+mn-cs"/>
                </a:defRPr>
              </a:lvl9pPr>
            </a:lstStyle>
            <a:p>
              <a:pPr>
                <a:spcBef>
                  <a:spcPct val="0"/>
                </a:spcBef>
                <a:buClr>
                  <a:srgbClr val="000000"/>
                </a:buClr>
                <a:buSzPct val="100000"/>
                <a:buFont typeface="Wingdings" pitchFamily="2" charset="2"/>
                <a:buNone/>
                <a:defRPr/>
              </a:pPr>
              <a:r>
                <a:rPr kumimoji="0" lang="ja-JP" altLang="en-US" sz="9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データビジネス企画推進部</a:t>
              </a:r>
              <a:endParaRPr kumimoji="0" lang="en-US" altLang="ja-JP" sz="90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a:p>
              <a:pPr>
                <a:spcBef>
                  <a:spcPct val="0"/>
                </a:spcBef>
                <a:buClr>
                  <a:srgbClr val="000000"/>
                </a:buClr>
                <a:buSzPct val="100000"/>
                <a:buFont typeface="Wingdings" pitchFamily="2" charset="2"/>
                <a:buNone/>
                <a:defRPr/>
              </a:pPr>
              <a:r>
                <a:rPr kumimoji="0" lang="ja-JP" altLang="en-US" sz="9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伊藤　栄昭</a:t>
              </a:r>
              <a:endParaRPr kumimoji="0" lang="en-US" altLang="ja-JP" sz="90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grpSp>
      <p:grpSp>
        <p:nvGrpSpPr>
          <p:cNvPr id="65" name="グループ化 64">
            <a:extLst>
              <a:ext uri="{FF2B5EF4-FFF2-40B4-BE49-F238E27FC236}">
                <a16:creationId xmlns:a16="http://schemas.microsoft.com/office/drawing/2014/main" id="{39739A2F-1239-2892-E892-A6BE4E0AD864}"/>
              </a:ext>
            </a:extLst>
          </p:cNvPr>
          <p:cNvGrpSpPr/>
          <p:nvPr/>
        </p:nvGrpSpPr>
        <p:grpSpPr>
          <a:xfrm>
            <a:off x="7882176" y="4592629"/>
            <a:ext cx="1764000" cy="643638"/>
            <a:chOff x="7847214" y="5201111"/>
            <a:chExt cx="1764000" cy="643638"/>
          </a:xfrm>
        </p:grpSpPr>
        <p:sp>
          <p:nvSpPr>
            <p:cNvPr id="25" name="正方形/長方形 24">
              <a:extLst>
                <a:ext uri="{FF2B5EF4-FFF2-40B4-BE49-F238E27FC236}">
                  <a16:creationId xmlns:a16="http://schemas.microsoft.com/office/drawing/2014/main" id="{08678147-2372-EB98-BADD-8215CEC176A2}"/>
                </a:ext>
              </a:extLst>
            </p:cNvPr>
            <p:cNvSpPr/>
            <p:nvPr/>
          </p:nvSpPr>
          <p:spPr bwMode="auto">
            <a:xfrm>
              <a:off x="7847214" y="5484749"/>
              <a:ext cx="1764000" cy="360000"/>
            </a:xfrm>
            <a:prstGeom prst="rect">
              <a:avLst/>
            </a:prstGeom>
            <a:solidFill>
              <a:sysClr val="window" lastClr="FFFFFF"/>
            </a:solidFill>
            <a:ln w="9525" cap="flat" cmpd="sng" algn="ctr">
              <a:solidFill>
                <a:srgbClr val="FF6600"/>
              </a:solidFill>
              <a:prstDash val="solid"/>
              <a:headEnd type="none" w="med" len="med"/>
              <a:tailEnd type="none" w="med" len="med"/>
            </a:ln>
            <a:effectLst>
              <a:outerShdw blurRad="40000" dist="23000" dir="5400000" rotWithShape="0">
                <a:srgbClr val="000000">
                  <a:alpha val="35000"/>
                </a:srgbClr>
              </a:outerShdw>
            </a:effectLst>
          </p:spPr>
          <p:txBody>
            <a:bodyPr vert="horz" wrap="square" lIns="91440" tIns="45720" rIns="91440" bIns="45720" numCol="1" rtlCol="0" anchor="ctr" anchorCtr="0" compatLnSpc="1">
              <a:prstTxWarp prst="textNoShape">
                <a:avLst/>
              </a:prstTxWarp>
            </a:bodyPr>
            <a:lstStyle>
              <a:defPPr>
                <a:defRPr lang="en-GB"/>
              </a:defPPr>
              <a:lvl1pPr algn="ctr" defTabSz="449263" rtl="0" fontAlgn="base">
                <a:spcBef>
                  <a:spcPct val="20000"/>
                </a:spcBef>
                <a:spcAft>
                  <a:spcPct val="0"/>
                </a:spcAft>
                <a:defRPr sz="800" kern="1200">
                  <a:solidFill>
                    <a:schemeClr val="lt1"/>
                  </a:solidFill>
                  <a:latin typeface="+mn-lt"/>
                  <a:ea typeface="+mn-ea"/>
                  <a:cs typeface="+mn-cs"/>
                </a:defRPr>
              </a:lvl1pPr>
              <a:lvl2pPr marL="742950" indent="-285750" algn="ctr" defTabSz="449263" rtl="0" fontAlgn="base">
                <a:spcBef>
                  <a:spcPct val="20000"/>
                </a:spcBef>
                <a:spcAft>
                  <a:spcPct val="0"/>
                </a:spcAft>
                <a:defRPr sz="800" kern="1200">
                  <a:solidFill>
                    <a:schemeClr val="lt1"/>
                  </a:solidFill>
                  <a:latin typeface="+mn-lt"/>
                  <a:ea typeface="+mn-ea"/>
                  <a:cs typeface="+mn-cs"/>
                </a:defRPr>
              </a:lvl2pPr>
              <a:lvl3pPr marL="1143000" indent="-228600" algn="ctr" defTabSz="449263" rtl="0" fontAlgn="base">
                <a:spcBef>
                  <a:spcPct val="20000"/>
                </a:spcBef>
                <a:spcAft>
                  <a:spcPct val="0"/>
                </a:spcAft>
                <a:defRPr sz="800" kern="1200">
                  <a:solidFill>
                    <a:schemeClr val="lt1"/>
                  </a:solidFill>
                  <a:latin typeface="+mn-lt"/>
                  <a:ea typeface="+mn-ea"/>
                  <a:cs typeface="+mn-cs"/>
                </a:defRPr>
              </a:lvl3pPr>
              <a:lvl4pPr marL="1600200" indent="-228600" algn="ctr" defTabSz="449263" rtl="0" fontAlgn="base">
                <a:spcBef>
                  <a:spcPct val="20000"/>
                </a:spcBef>
                <a:spcAft>
                  <a:spcPct val="0"/>
                </a:spcAft>
                <a:defRPr sz="800" kern="1200">
                  <a:solidFill>
                    <a:schemeClr val="lt1"/>
                  </a:solidFill>
                  <a:latin typeface="+mn-lt"/>
                  <a:ea typeface="+mn-ea"/>
                  <a:cs typeface="+mn-cs"/>
                </a:defRPr>
              </a:lvl4pPr>
              <a:lvl5pPr marL="2057400" indent="-228600" algn="ctr" defTabSz="449263" rtl="0" fontAlgn="base">
                <a:spcBef>
                  <a:spcPct val="20000"/>
                </a:spcBef>
                <a:spcAft>
                  <a:spcPct val="0"/>
                </a:spcAft>
                <a:defRPr sz="800" kern="1200">
                  <a:solidFill>
                    <a:schemeClr val="lt1"/>
                  </a:solidFill>
                  <a:latin typeface="+mn-lt"/>
                  <a:ea typeface="+mn-ea"/>
                  <a:cs typeface="+mn-cs"/>
                </a:defRPr>
              </a:lvl5pPr>
              <a:lvl6pPr marL="2286000" algn="l" defTabSz="914400" rtl="0" eaLnBrk="1" latinLnBrk="0" hangingPunct="1">
                <a:defRPr sz="800" kern="1200">
                  <a:solidFill>
                    <a:schemeClr val="lt1"/>
                  </a:solidFill>
                  <a:latin typeface="+mn-lt"/>
                  <a:ea typeface="+mn-ea"/>
                  <a:cs typeface="+mn-cs"/>
                </a:defRPr>
              </a:lvl6pPr>
              <a:lvl7pPr marL="2743200" algn="l" defTabSz="914400" rtl="0" eaLnBrk="1" latinLnBrk="0" hangingPunct="1">
                <a:defRPr sz="800" kern="1200">
                  <a:solidFill>
                    <a:schemeClr val="lt1"/>
                  </a:solidFill>
                  <a:latin typeface="+mn-lt"/>
                  <a:ea typeface="+mn-ea"/>
                  <a:cs typeface="+mn-cs"/>
                </a:defRPr>
              </a:lvl7pPr>
              <a:lvl8pPr marL="3200400" algn="l" defTabSz="914400" rtl="0" eaLnBrk="1" latinLnBrk="0" hangingPunct="1">
                <a:defRPr sz="800" kern="1200">
                  <a:solidFill>
                    <a:schemeClr val="lt1"/>
                  </a:solidFill>
                  <a:latin typeface="+mn-lt"/>
                  <a:ea typeface="+mn-ea"/>
                  <a:cs typeface="+mn-cs"/>
                </a:defRPr>
              </a:lvl8pPr>
              <a:lvl9pPr marL="3657600" algn="l" defTabSz="914400" rtl="0" eaLnBrk="1" latinLnBrk="0" hangingPunct="1">
                <a:defRPr sz="800" kern="1200">
                  <a:solidFill>
                    <a:schemeClr val="lt1"/>
                  </a:solidFill>
                  <a:latin typeface="+mn-lt"/>
                  <a:ea typeface="+mn-ea"/>
                  <a:cs typeface="+mn-cs"/>
                </a:defRPr>
              </a:lvl9pPr>
            </a:lstStyle>
            <a:p>
              <a:pPr>
                <a:spcBef>
                  <a:spcPct val="0"/>
                </a:spcBef>
                <a:buClr>
                  <a:srgbClr val="000000"/>
                </a:buClr>
                <a:buSzPct val="100000"/>
                <a:defRPr/>
              </a:pPr>
              <a:r>
                <a:rPr kumimoji="0" lang="ja-JP" altLang="en-US" sz="9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データビジネス企画推進部</a:t>
              </a:r>
              <a:endParaRPr kumimoji="0" lang="en-US" altLang="ja-JP" sz="90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a:p>
              <a:pPr>
                <a:spcBef>
                  <a:spcPct val="0"/>
                </a:spcBef>
                <a:buClr>
                  <a:srgbClr val="000000"/>
                </a:buClr>
                <a:buSzPct val="100000"/>
                <a:defRPr/>
              </a:pPr>
              <a:r>
                <a:rPr kumimoji="0" lang="ja-JP" altLang="en-US" sz="9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鈴木 晴勝</a:t>
              </a:r>
              <a:endParaRPr kumimoji="0" lang="en-US" altLang="ja-JP" sz="90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6" name="正方形/長方形 25">
              <a:extLst>
                <a:ext uri="{FF2B5EF4-FFF2-40B4-BE49-F238E27FC236}">
                  <a16:creationId xmlns:a16="http://schemas.microsoft.com/office/drawing/2014/main" id="{7DAFC98E-1C10-0688-40E0-4C74E1EDF5DD}"/>
                </a:ext>
              </a:extLst>
            </p:cNvPr>
            <p:cNvSpPr/>
            <p:nvPr/>
          </p:nvSpPr>
          <p:spPr bwMode="auto">
            <a:xfrm>
              <a:off x="7847214" y="5201111"/>
              <a:ext cx="1764000" cy="252000"/>
            </a:xfrm>
            <a:prstGeom prst="rect">
              <a:avLst/>
            </a:prstGeom>
            <a:solidFill>
              <a:schemeClr val="tx1">
                <a:lumMod val="60000"/>
                <a:lumOff val="40000"/>
              </a:schemeClr>
            </a:solidFill>
            <a:ln w="9525" cap="flat" cmpd="sng" algn="ctr">
              <a:solidFill>
                <a:srgbClr val="FF6600"/>
              </a:solidFill>
              <a:prstDash val="solid"/>
              <a:headEnd type="none" w="med" len="med"/>
              <a:tailEnd type="none" w="med" len="med"/>
            </a:ln>
            <a:effectLst>
              <a:outerShdw blurRad="40000" dist="23000" dir="5400000" rotWithShape="0">
                <a:srgbClr val="000000">
                  <a:alpha val="35000"/>
                </a:srgbClr>
              </a:outerShdw>
            </a:effectLst>
          </p:spPr>
          <p:txBody>
            <a:bodyPr vert="horz" wrap="square" lIns="91440" tIns="45720" rIns="91440" bIns="45720" numCol="1" rtlCol="0" anchor="ctr" anchorCtr="0" compatLnSpc="1">
              <a:prstTxWarp prst="textNoShape">
                <a:avLst/>
              </a:prstTxWarp>
            </a:bodyPr>
            <a:lstStyle>
              <a:defPPr>
                <a:defRPr lang="en-GB"/>
              </a:defPPr>
              <a:lvl1pPr algn="ctr" defTabSz="449263" rtl="0" fontAlgn="base">
                <a:spcBef>
                  <a:spcPct val="20000"/>
                </a:spcBef>
                <a:spcAft>
                  <a:spcPct val="0"/>
                </a:spcAft>
                <a:defRPr sz="800" kern="1200">
                  <a:solidFill>
                    <a:schemeClr val="lt1"/>
                  </a:solidFill>
                  <a:latin typeface="+mn-lt"/>
                  <a:ea typeface="+mn-ea"/>
                  <a:cs typeface="+mn-cs"/>
                </a:defRPr>
              </a:lvl1pPr>
              <a:lvl2pPr marL="742950" indent="-285750" algn="ctr" defTabSz="449263" rtl="0" fontAlgn="base">
                <a:spcBef>
                  <a:spcPct val="20000"/>
                </a:spcBef>
                <a:spcAft>
                  <a:spcPct val="0"/>
                </a:spcAft>
                <a:defRPr sz="800" kern="1200">
                  <a:solidFill>
                    <a:schemeClr val="lt1"/>
                  </a:solidFill>
                  <a:latin typeface="+mn-lt"/>
                  <a:ea typeface="+mn-ea"/>
                  <a:cs typeface="+mn-cs"/>
                </a:defRPr>
              </a:lvl2pPr>
              <a:lvl3pPr marL="1143000" indent="-228600" algn="ctr" defTabSz="449263" rtl="0" fontAlgn="base">
                <a:spcBef>
                  <a:spcPct val="20000"/>
                </a:spcBef>
                <a:spcAft>
                  <a:spcPct val="0"/>
                </a:spcAft>
                <a:defRPr sz="800" kern="1200">
                  <a:solidFill>
                    <a:schemeClr val="lt1"/>
                  </a:solidFill>
                  <a:latin typeface="+mn-lt"/>
                  <a:ea typeface="+mn-ea"/>
                  <a:cs typeface="+mn-cs"/>
                </a:defRPr>
              </a:lvl3pPr>
              <a:lvl4pPr marL="1600200" indent="-228600" algn="ctr" defTabSz="449263" rtl="0" fontAlgn="base">
                <a:spcBef>
                  <a:spcPct val="20000"/>
                </a:spcBef>
                <a:spcAft>
                  <a:spcPct val="0"/>
                </a:spcAft>
                <a:defRPr sz="800" kern="1200">
                  <a:solidFill>
                    <a:schemeClr val="lt1"/>
                  </a:solidFill>
                  <a:latin typeface="+mn-lt"/>
                  <a:ea typeface="+mn-ea"/>
                  <a:cs typeface="+mn-cs"/>
                </a:defRPr>
              </a:lvl4pPr>
              <a:lvl5pPr marL="2057400" indent="-228600" algn="ctr" defTabSz="449263" rtl="0" fontAlgn="base">
                <a:spcBef>
                  <a:spcPct val="20000"/>
                </a:spcBef>
                <a:spcAft>
                  <a:spcPct val="0"/>
                </a:spcAft>
                <a:defRPr sz="800" kern="1200">
                  <a:solidFill>
                    <a:schemeClr val="lt1"/>
                  </a:solidFill>
                  <a:latin typeface="+mn-lt"/>
                  <a:ea typeface="+mn-ea"/>
                  <a:cs typeface="+mn-cs"/>
                </a:defRPr>
              </a:lvl5pPr>
              <a:lvl6pPr marL="2286000" algn="l" defTabSz="914400" rtl="0" eaLnBrk="1" latinLnBrk="0" hangingPunct="1">
                <a:defRPr sz="800" kern="1200">
                  <a:solidFill>
                    <a:schemeClr val="lt1"/>
                  </a:solidFill>
                  <a:latin typeface="+mn-lt"/>
                  <a:ea typeface="+mn-ea"/>
                  <a:cs typeface="+mn-cs"/>
                </a:defRPr>
              </a:lvl6pPr>
              <a:lvl7pPr marL="2743200" algn="l" defTabSz="914400" rtl="0" eaLnBrk="1" latinLnBrk="0" hangingPunct="1">
                <a:defRPr sz="800" kern="1200">
                  <a:solidFill>
                    <a:schemeClr val="lt1"/>
                  </a:solidFill>
                  <a:latin typeface="+mn-lt"/>
                  <a:ea typeface="+mn-ea"/>
                  <a:cs typeface="+mn-cs"/>
                </a:defRPr>
              </a:lvl7pPr>
              <a:lvl8pPr marL="3200400" algn="l" defTabSz="914400" rtl="0" eaLnBrk="1" latinLnBrk="0" hangingPunct="1">
                <a:defRPr sz="800" kern="1200">
                  <a:solidFill>
                    <a:schemeClr val="lt1"/>
                  </a:solidFill>
                  <a:latin typeface="+mn-lt"/>
                  <a:ea typeface="+mn-ea"/>
                  <a:cs typeface="+mn-cs"/>
                </a:defRPr>
              </a:lvl8pPr>
              <a:lvl9pPr marL="3657600" algn="l" defTabSz="914400" rtl="0" eaLnBrk="1" latinLnBrk="0" hangingPunct="1">
                <a:defRPr sz="800" kern="1200">
                  <a:solidFill>
                    <a:schemeClr val="lt1"/>
                  </a:solidFill>
                  <a:latin typeface="+mn-lt"/>
                  <a:ea typeface="+mn-ea"/>
                  <a:cs typeface="+mn-cs"/>
                </a:defRPr>
              </a:lvl9pPr>
            </a:lstStyle>
            <a:p>
              <a:pPr>
                <a:defRPr/>
              </a:pPr>
              <a:r>
                <a:rPr kumimoji="0" lang="ja-JP" altLang="en-US" sz="900"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プロジェクトメンバー</a:t>
              </a:r>
            </a:p>
          </p:txBody>
        </p:sp>
      </p:grpSp>
      <p:grpSp>
        <p:nvGrpSpPr>
          <p:cNvPr id="59" name="グループ化 58">
            <a:extLst>
              <a:ext uri="{FF2B5EF4-FFF2-40B4-BE49-F238E27FC236}">
                <a16:creationId xmlns:a16="http://schemas.microsoft.com/office/drawing/2014/main" id="{21186BBB-F57B-8113-C0E3-F2014189B07A}"/>
              </a:ext>
            </a:extLst>
          </p:cNvPr>
          <p:cNvGrpSpPr/>
          <p:nvPr/>
        </p:nvGrpSpPr>
        <p:grpSpPr>
          <a:xfrm>
            <a:off x="3268407" y="3028531"/>
            <a:ext cx="1654528" cy="648705"/>
            <a:chOff x="1696892" y="3570127"/>
            <a:chExt cx="2041122" cy="648705"/>
          </a:xfrm>
        </p:grpSpPr>
        <p:sp>
          <p:nvSpPr>
            <p:cNvPr id="28" name="正方形/長方形 27">
              <a:extLst>
                <a:ext uri="{FF2B5EF4-FFF2-40B4-BE49-F238E27FC236}">
                  <a16:creationId xmlns:a16="http://schemas.microsoft.com/office/drawing/2014/main" id="{58B4517B-8F3D-18BF-E212-A1A5A033E604}"/>
                </a:ext>
              </a:extLst>
            </p:cNvPr>
            <p:cNvSpPr/>
            <p:nvPr/>
          </p:nvSpPr>
          <p:spPr bwMode="auto">
            <a:xfrm>
              <a:off x="1696892" y="3570127"/>
              <a:ext cx="2041122" cy="252000"/>
            </a:xfrm>
            <a:prstGeom prst="rect">
              <a:avLst/>
            </a:prstGeom>
            <a:solidFill>
              <a:srgbClr val="FF0000"/>
            </a:solidFill>
            <a:ln w="9525" cap="flat" cmpd="sng" algn="ctr">
              <a:solidFill>
                <a:srgbClr val="4472C4"/>
              </a:solidFill>
              <a:prstDash val="solid"/>
              <a:headEnd type="none" w="med" len="med"/>
              <a:tailEnd type="none" w="med" len="med"/>
            </a:ln>
            <a:effectLst>
              <a:outerShdw blurRad="40000" dist="23000" dir="5400000" rotWithShape="0">
                <a:srgbClr val="000000">
                  <a:alpha val="35000"/>
                </a:srgbClr>
              </a:outerShdw>
            </a:effectLst>
          </p:spPr>
          <p:txBody>
            <a:bodyPr vert="horz" wrap="square" lIns="91440" tIns="45720" rIns="91440" bIns="45720" numCol="1" rtlCol="0" anchor="ctr" anchorCtr="0" compatLnSpc="1">
              <a:prstTxWarp prst="textNoShape">
                <a:avLst/>
              </a:prstTxWarp>
            </a:bodyPr>
            <a:lstStyle>
              <a:defPPr>
                <a:defRPr lang="en-GB"/>
              </a:defPPr>
              <a:lvl1pPr algn="ctr" defTabSz="449263" rtl="0" fontAlgn="base">
                <a:spcBef>
                  <a:spcPct val="20000"/>
                </a:spcBef>
                <a:spcAft>
                  <a:spcPct val="0"/>
                </a:spcAft>
                <a:defRPr sz="800" kern="1200">
                  <a:solidFill>
                    <a:schemeClr val="lt1"/>
                  </a:solidFill>
                  <a:latin typeface="+mn-lt"/>
                  <a:ea typeface="+mn-ea"/>
                  <a:cs typeface="+mn-cs"/>
                </a:defRPr>
              </a:lvl1pPr>
              <a:lvl2pPr marL="742950" indent="-285750" algn="ctr" defTabSz="449263" rtl="0" fontAlgn="base">
                <a:spcBef>
                  <a:spcPct val="20000"/>
                </a:spcBef>
                <a:spcAft>
                  <a:spcPct val="0"/>
                </a:spcAft>
                <a:defRPr sz="800" kern="1200">
                  <a:solidFill>
                    <a:schemeClr val="lt1"/>
                  </a:solidFill>
                  <a:latin typeface="+mn-lt"/>
                  <a:ea typeface="+mn-ea"/>
                  <a:cs typeface="+mn-cs"/>
                </a:defRPr>
              </a:lvl2pPr>
              <a:lvl3pPr marL="1143000" indent="-228600" algn="ctr" defTabSz="449263" rtl="0" fontAlgn="base">
                <a:spcBef>
                  <a:spcPct val="20000"/>
                </a:spcBef>
                <a:spcAft>
                  <a:spcPct val="0"/>
                </a:spcAft>
                <a:defRPr sz="800" kern="1200">
                  <a:solidFill>
                    <a:schemeClr val="lt1"/>
                  </a:solidFill>
                  <a:latin typeface="+mn-lt"/>
                  <a:ea typeface="+mn-ea"/>
                  <a:cs typeface="+mn-cs"/>
                </a:defRPr>
              </a:lvl3pPr>
              <a:lvl4pPr marL="1600200" indent="-228600" algn="ctr" defTabSz="449263" rtl="0" fontAlgn="base">
                <a:spcBef>
                  <a:spcPct val="20000"/>
                </a:spcBef>
                <a:spcAft>
                  <a:spcPct val="0"/>
                </a:spcAft>
                <a:defRPr sz="800" kern="1200">
                  <a:solidFill>
                    <a:schemeClr val="lt1"/>
                  </a:solidFill>
                  <a:latin typeface="+mn-lt"/>
                  <a:ea typeface="+mn-ea"/>
                  <a:cs typeface="+mn-cs"/>
                </a:defRPr>
              </a:lvl4pPr>
              <a:lvl5pPr marL="2057400" indent="-228600" algn="ctr" defTabSz="449263" rtl="0" fontAlgn="base">
                <a:spcBef>
                  <a:spcPct val="20000"/>
                </a:spcBef>
                <a:spcAft>
                  <a:spcPct val="0"/>
                </a:spcAft>
                <a:defRPr sz="800" kern="1200">
                  <a:solidFill>
                    <a:schemeClr val="lt1"/>
                  </a:solidFill>
                  <a:latin typeface="+mn-lt"/>
                  <a:ea typeface="+mn-ea"/>
                  <a:cs typeface="+mn-cs"/>
                </a:defRPr>
              </a:lvl5pPr>
              <a:lvl6pPr marL="2286000" algn="l" defTabSz="914400" rtl="0" eaLnBrk="1" latinLnBrk="0" hangingPunct="1">
                <a:defRPr sz="800" kern="1200">
                  <a:solidFill>
                    <a:schemeClr val="lt1"/>
                  </a:solidFill>
                  <a:latin typeface="+mn-lt"/>
                  <a:ea typeface="+mn-ea"/>
                  <a:cs typeface="+mn-cs"/>
                </a:defRPr>
              </a:lvl6pPr>
              <a:lvl7pPr marL="2743200" algn="l" defTabSz="914400" rtl="0" eaLnBrk="1" latinLnBrk="0" hangingPunct="1">
                <a:defRPr sz="800" kern="1200">
                  <a:solidFill>
                    <a:schemeClr val="lt1"/>
                  </a:solidFill>
                  <a:latin typeface="+mn-lt"/>
                  <a:ea typeface="+mn-ea"/>
                  <a:cs typeface="+mn-cs"/>
                </a:defRPr>
              </a:lvl7pPr>
              <a:lvl8pPr marL="3200400" algn="l" defTabSz="914400" rtl="0" eaLnBrk="1" latinLnBrk="0" hangingPunct="1">
                <a:defRPr sz="800" kern="1200">
                  <a:solidFill>
                    <a:schemeClr val="lt1"/>
                  </a:solidFill>
                  <a:latin typeface="+mn-lt"/>
                  <a:ea typeface="+mn-ea"/>
                  <a:cs typeface="+mn-cs"/>
                </a:defRPr>
              </a:lvl8pPr>
              <a:lvl9pPr marL="3657600" algn="l" defTabSz="914400" rtl="0" eaLnBrk="1" latinLnBrk="0" hangingPunct="1">
                <a:defRPr sz="800" kern="1200">
                  <a:solidFill>
                    <a:schemeClr val="lt1"/>
                  </a:solidFill>
                  <a:latin typeface="+mn-lt"/>
                  <a:ea typeface="+mn-ea"/>
                  <a:cs typeface="+mn-cs"/>
                </a:defRPr>
              </a:lvl9pPr>
            </a:lstStyle>
            <a:p>
              <a:pPr>
                <a:spcBef>
                  <a:spcPct val="0"/>
                </a:spcBef>
                <a:buClr>
                  <a:srgbClr val="000000"/>
                </a:buClr>
                <a:buSzPct val="100000"/>
                <a:buFont typeface="Times New Roman" pitchFamily="18" charset="0"/>
                <a:buNone/>
                <a:defRPr/>
              </a:pPr>
              <a:r>
                <a:rPr kumimoji="0" lang="ja-JP" altLang="en-US" sz="900"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プロジェクトリーダー</a:t>
              </a:r>
              <a:r>
                <a:rPr kumimoji="0" lang="en-US" altLang="ja-JP" sz="900"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a:t>
              </a:r>
              <a:r>
                <a:rPr kumimoji="0" lang="ja-JP" altLang="en-US" sz="900"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マネージャー</a:t>
              </a:r>
            </a:p>
          </p:txBody>
        </p:sp>
        <p:sp>
          <p:nvSpPr>
            <p:cNvPr id="29" name="正方形/長方形 28">
              <a:extLst>
                <a:ext uri="{FF2B5EF4-FFF2-40B4-BE49-F238E27FC236}">
                  <a16:creationId xmlns:a16="http://schemas.microsoft.com/office/drawing/2014/main" id="{0B54014B-7AA7-5F61-64AE-1CA0BA32BE45}"/>
                </a:ext>
              </a:extLst>
            </p:cNvPr>
            <p:cNvSpPr/>
            <p:nvPr/>
          </p:nvSpPr>
          <p:spPr bwMode="auto">
            <a:xfrm>
              <a:off x="1696892" y="3858832"/>
              <a:ext cx="2041122" cy="360000"/>
            </a:xfrm>
            <a:prstGeom prst="rect">
              <a:avLst/>
            </a:prstGeom>
            <a:solidFill>
              <a:sysClr val="window" lastClr="FFFFFF"/>
            </a:solidFill>
            <a:ln w="9525" cap="flat" cmpd="sng" algn="ctr">
              <a:solidFill>
                <a:srgbClr val="4472C4"/>
              </a:solidFill>
              <a:prstDash val="solid"/>
              <a:headEnd type="none" w="med" len="med"/>
              <a:tailEnd type="none" w="med" len="med"/>
            </a:ln>
            <a:effectLst>
              <a:outerShdw blurRad="40000" dist="23000" dir="5400000" rotWithShape="0">
                <a:srgbClr val="000000">
                  <a:alpha val="35000"/>
                </a:srgbClr>
              </a:outerShdw>
            </a:effectLst>
          </p:spPr>
          <p:txBody>
            <a:bodyPr vert="horz" wrap="square" lIns="91440" tIns="45720" rIns="91440" bIns="45720" numCol="1" rtlCol="0" anchor="ctr" anchorCtr="0" compatLnSpc="1">
              <a:prstTxWarp prst="textNoShape">
                <a:avLst/>
              </a:prstTxWarp>
            </a:bodyPr>
            <a:lstStyle>
              <a:defPPr>
                <a:defRPr lang="en-GB"/>
              </a:defPPr>
              <a:lvl1pPr algn="ctr" defTabSz="449263" rtl="0" fontAlgn="base">
                <a:spcBef>
                  <a:spcPct val="20000"/>
                </a:spcBef>
                <a:spcAft>
                  <a:spcPct val="0"/>
                </a:spcAft>
                <a:defRPr sz="800" kern="1200">
                  <a:solidFill>
                    <a:schemeClr val="lt1"/>
                  </a:solidFill>
                  <a:latin typeface="+mn-lt"/>
                  <a:ea typeface="+mn-ea"/>
                  <a:cs typeface="+mn-cs"/>
                </a:defRPr>
              </a:lvl1pPr>
              <a:lvl2pPr marL="742950" indent="-285750" algn="ctr" defTabSz="449263" rtl="0" fontAlgn="base">
                <a:spcBef>
                  <a:spcPct val="20000"/>
                </a:spcBef>
                <a:spcAft>
                  <a:spcPct val="0"/>
                </a:spcAft>
                <a:defRPr sz="800" kern="1200">
                  <a:solidFill>
                    <a:schemeClr val="lt1"/>
                  </a:solidFill>
                  <a:latin typeface="+mn-lt"/>
                  <a:ea typeface="+mn-ea"/>
                  <a:cs typeface="+mn-cs"/>
                </a:defRPr>
              </a:lvl2pPr>
              <a:lvl3pPr marL="1143000" indent="-228600" algn="ctr" defTabSz="449263" rtl="0" fontAlgn="base">
                <a:spcBef>
                  <a:spcPct val="20000"/>
                </a:spcBef>
                <a:spcAft>
                  <a:spcPct val="0"/>
                </a:spcAft>
                <a:defRPr sz="800" kern="1200">
                  <a:solidFill>
                    <a:schemeClr val="lt1"/>
                  </a:solidFill>
                  <a:latin typeface="+mn-lt"/>
                  <a:ea typeface="+mn-ea"/>
                  <a:cs typeface="+mn-cs"/>
                </a:defRPr>
              </a:lvl3pPr>
              <a:lvl4pPr marL="1600200" indent="-228600" algn="ctr" defTabSz="449263" rtl="0" fontAlgn="base">
                <a:spcBef>
                  <a:spcPct val="20000"/>
                </a:spcBef>
                <a:spcAft>
                  <a:spcPct val="0"/>
                </a:spcAft>
                <a:defRPr sz="800" kern="1200">
                  <a:solidFill>
                    <a:schemeClr val="lt1"/>
                  </a:solidFill>
                  <a:latin typeface="+mn-lt"/>
                  <a:ea typeface="+mn-ea"/>
                  <a:cs typeface="+mn-cs"/>
                </a:defRPr>
              </a:lvl4pPr>
              <a:lvl5pPr marL="2057400" indent="-228600" algn="ctr" defTabSz="449263" rtl="0" fontAlgn="base">
                <a:spcBef>
                  <a:spcPct val="20000"/>
                </a:spcBef>
                <a:spcAft>
                  <a:spcPct val="0"/>
                </a:spcAft>
                <a:defRPr sz="800" kern="1200">
                  <a:solidFill>
                    <a:schemeClr val="lt1"/>
                  </a:solidFill>
                  <a:latin typeface="+mn-lt"/>
                  <a:ea typeface="+mn-ea"/>
                  <a:cs typeface="+mn-cs"/>
                </a:defRPr>
              </a:lvl5pPr>
              <a:lvl6pPr marL="2286000" algn="l" defTabSz="914400" rtl="0" eaLnBrk="1" latinLnBrk="0" hangingPunct="1">
                <a:defRPr sz="800" kern="1200">
                  <a:solidFill>
                    <a:schemeClr val="lt1"/>
                  </a:solidFill>
                  <a:latin typeface="+mn-lt"/>
                  <a:ea typeface="+mn-ea"/>
                  <a:cs typeface="+mn-cs"/>
                </a:defRPr>
              </a:lvl6pPr>
              <a:lvl7pPr marL="2743200" algn="l" defTabSz="914400" rtl="0" eaLnBrk="1" latinLnBrk="0" hangingPunct="1">
                <a:defRPr sz="800" kern="1200">
                  <a:solidFill>
                    <a:schemeClr val="lt1"/>
                  </a:solidFill>
                  <a:latin typeface="+mn-lt"/>
                  <a:ea typeface="+mn-ea"/>
                  <a:cs typeface="+mn-cs"/>
                </a:defRPr>
              </a:lvl7pPr>
              <a:lvl8pPr marL="3200400" algn="l" defTabSz="914400" rtl="0" eaLnBrk="1" latinLnBrk="0" hangingPunct="1">
                <a:defRPr sz="800" kern="1200">
                  <a:solidFill>
                    <a:schemeClr val="lt1"/>
                  </a:solidFill>
                  <a:latin typeface="+mn-lt"/>
                  <a:ea typeface="+mn-ea"/>
                  <a:cs typeface="+mn-cs"/>
                </a:defRPr>
              </a:lvl8pPr>
              <a:lvl9pPr marL="3657600" algn="l" defTabSz="914400" rtl="0" eaLnBrk="1" latinLnBrk="0" hangingPunct="1">
                <a:defRPr sz="800" kern="1200">
                  <a:solidFill>
                    <a:schemeClr val="lt1"/>
                  </a:solidFill>
                  <a:latin typeface="+mn-lt"/>
                  <a:ea typeface="+mn-ea"/>
                  <a:cs typeface="+mn-cs"/>
                </a:defRPr>
              </a:lvl9pPr>
            </a:lstStyle>
            <a:p>
              <a:pPr>
                <a:spcBef>
                  <a:spcPct val="0"/>
                </a:spcBef>
                <a:buClr>
                  <a:srgbClr val="000000"/>
                </a:buClr>
                <a:buSzPct val="100000"/>
                <a:buFont typeface="Wingdings" pitchFamily="2" charset="2"/>
                <a:buNone/>
                <a:defRPr/>
              </a:pPr>
              <a:r>
                <a:rPr kumimoji="0" lang="ja-JP" altLang="en-US" sz="10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ＣＮシステム開発部</a:t>
              </a:r>
              <a:endParaRPr kumimoji="0" lang="en-US" altLang="ja-JP" sz="100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a:p>
              <a:pPr>
                <a:spcBef>
                  <a:spcPct val="0"/>
                </a:spcBef>
                <a:buClr>
                  <a:srgbClr val="000000"/>
                </a:buClr>
                <a:buSzPct val="100000"/>
                <a:buFont typeface="Wingdings" pitchFamily="2" charset="2"/>
                <a:buNone/>
                <a:defRPr/>
              </a:pPr>
              <a:r>
                <a:rPr kumimoji="0" lang="ja-JP" altLang="en-US" sz="10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村松様、秦 様</a:t>
              </a:r>
              <a:endParaRPr kumimoji="0" lang="en-US" altLang="ja-JP" sz="100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grpSp>
      <p:grpSp>
        <p:nvGrpSpPr>
          <p:cNvPr id="60" name="グループ化 59">
            <a:extLst>
              <a:ext uri="{FF2B5EF4-FFF2-40B4-BE49-F238E27FC236}">
                <a16:creationId xmlns:a16="http://schemas.microsoft.com/office/drawing/2014/main" id="{EFF60427-C12B-154D-9058-F08884576FFE}"/>
              </a:ext>
            </a:extLst>
          </p:cNvPr>
          <p:cNvGrpSpPr/>
          <p:nvPr/>
        </p:nvGrpSpPr>
        <p:grpSpPr>
          <a:xfrm>
            <a:off x="3268407" y="1949228"/>
            <a:ext cx="1654528" cy="648705"/>
            <a:chOff x="1696892" y="2697399"/>
            <a:chExt cx="2041122" cy="648705"/>
          </a:xfrm>
        </p:grpSpPr>
        <p:sp>
          <p:nvSpPr>
            <p:cNvPr id="35" name="正方形/長方形 34">
              <a:extLst>
                <a:ext uri="{FF2B5EF4-FFF2-40B4-BE49-F238E27FC236}">
                  <a16:creationId xmlns:a16="http://schemas.microsoft.com/office/drawing/2014/main" id="{BB590A9E-9DCD-5032-EA28-37A0CFB965B0}"/>
                </a:ext>
              </a:extLst>
            </p:cNvPr>
            <p:cNvSpPr/>
            <p:nvPr/>
          </p:nvSpPr>
          <p:spPr bwMode="auto">
            <a:xfrm>
              <a:off x="1696892" y="2697399"/>
              <a:ext cx="2041122" cy="252000"/>
            </a:xfrm>
            <a:prstGeom prst="rect">
              <a:avLst/>
            </a:prstGeom>
            <a:solidFill>
              <a:srgbClr val="FF0000"/>
            </a:solidFill>
            <a:ln w="9525" cap="flat" cmpd="sng" algn="ctr">
              <a:solidFill>
                <a:srgbClr val="4472C4"/>
              </a:solidFill>
              <a:prstDash val="solid"/>
              <a:headEnd type="none" w="med" len="med"/>
              <a:tailEnd type="none" w="med" len="med"/>
            </a:ln>
            <a:effectLst>
              <a:outerShdw blurRad="40000" dist="23000" dir="5400000" rotWithShape="0">
                <a:srgbClr val="000000">
                  <a:alpha val="35000"/>
                </a:srgbClr>
              </a:outerShdw>
            </a:effectLst>
          </p:spPr>
          <p:txBody>
            <a:bodyPr vert="horz" wrap="square" lIns="91440" tIns="45720" rIns="91440" bIns="45720" numCol="1" rtlCol="0" anchor="ctr" anchorCtr="0" compatLnSpc="1">
              <a:prstTxWarp prst="textNoShape">
                <a:avLst/>
              </a:prstTxWarp>
            </a:bodyPr>
            <a:lstStyle>
              <a:defPPr>
                <a:defRPr lang="en-GB"/>
              </a:defPPr>
              <a:lvl1pPr algn="ctr" defTabSz="449263" rtl="0" fontAlgn="base">
                <a:spcBef>
                  <a:spcPct val="20000"/>
                </a:spcBef>
                <a:spcAft>
                  <a:spcPct val="0"/>
                </a:spcAft>
                <a:defRPr sz="800" kern="1200">
                  <a:solidFill>
                    <a:schemeClr val="lt1"/>
                  </a:solidFill>
                  <a:latin typeface="+mn-lt"/>
                  <a:ea typeface="+mn-ea"/>
                  <a:cs typeface="+mn-cs"/>
                </a:defRPr>
              </a:lvl1pPr>
              <a:lvl2pPr marL="742950" indent="-285750" algn="ctr" defTabSz="449263" rtl="0" fontAlgn="base">
                <a:spcBef>
                  <a:spcPct val="20000"/>
                </a:spcBef>
                <a:spcAft>
                  <a:spcPct val="0"/>
                </a:spcAft>
                <a:defRPr sz="800" kern="1200">
                  <a:solidFill>
                    <a:schemeClr val="lt1"/>
                  </a:solidFill>
                  <a:latin typeface="+mn-lt"/>
                  <a:ea typeface="+mn-ea"/>
                  <a:cs typeface="+mn-cs"/>
                </a:defRPr>
              </a:lvl2pPr>
              <a:lvl3pPr marL="1143000" indent="-228600" algn="ctr" defTabSz="449263" rtl="0" fontAlgn="base">
                <a:spcBef>
                  <a:spcPct val="20000"/>
                </a:spcBef>
                <a:spcAft>
                  <a:spcPct val="0"/>
                </a:spcAft>
                <a:defRPr sz="800" kern="1200">
                  <a:solidFill>
                    <a:schemeClr val="lt1"/>
                  </a:solidFill>
                  <a:latin typeface="+mn-lt"/>
                  <a:ea typeface="+mn-ea"/>
                  <a:cs typeface="+mn-cs"/>
                </a:defRPr>
              </a:lvl3pPr>
              <a:lvl4pPr marL="1600200" indent="-228600" algn="ctr" defTabSz="449263" rtl="0" fontAlgn="base">
                <a:spcBef>
                  <a:spcPct val="20000"/>
                </a:spcBef>
                <a:spcAft>
                  <a:spcPct val="0"/>
                </a:spcAft>
                <a:defRPr sz="800" kern="1200">
                  <a:solidFill>
                    <a:schemeClr val="lt1"/>
                  </a:solidFill>
                  <a:latin typeface="+mn-lt"/>
                  <a:ea typeface="+mn-ea"/>
                  <a:cs typeface="+mn-cs"/>
                </a:defRPr>
              </a:lvl4pPr>
              <a:lvl5pPr marL="2057400" indent="-228600" algn="ctr" defTabSz="449263" rtl="0" fontAlgn="base">
                <a:spcBef>
                  <a:spcPct val="20000"/>
                </a:spcBef>
                <a:spcAft>
                  <a:spcPct val="0"/>
                </a:spcAft>
                <a:defRPr sz="800" kern="1200">
                  <a:solidFill>
                    <a:schemeClr val="lt1"/>
                  </a:solidFill>
                  <a:latin typeface="+mn-lt"/>
                  <a:ea typeface="+mn-ea"/>
                  <a:cs typeface="+mn-cs"/>
                </a:defRPr>
              </a:lvl5pPr>
              <a:lvl6pPr marL="2286000" algn="l" defTabSz="914400" rtl="0" eaLnBrk="1" latinLnBrk="0" hangingPunct="1">
                <a:defRPr sz="800" kern="1200">
                  <a:solidFill>
                    <a:schemeClr val="lt1"/>
                  </a:solidFill>
                  <a:latin typeface="+mn-lt"/>
                  <a:ea typeface="+mn-ea"/>
                  <a:cs typeface="+mn-cs"/>
                </a:defRPr>
              </a:lvl6pPr>
              <a:lvl7pPr marL="2743200" algn="l" defTabSz="914400" rtl="0" eaLnBrk="1" latinLnBrk="0" hangingPunct="1">
                <a:defRPr sz="800" kern="1200">
                  <a:solidFill>
                    <a:schemeClr val="lt1"/>
                  </a:solidFill>
                  <a:latin typeface="+mn-lt"/>
                  <a:ea typeface="+mn-ea"/>
                  <a:cs typeface="+mn-cs"/>
                </a:defRPr>
              </a:lvl7pPr>
              <a:lvl8pPr marL="3200400" algn="l" defTabSz="914400" rtl="0" eaLnBrk="1" latinLnBrk="0" hangingPunct="1">
                <a:defRPr sz="800" kern="1200">
                  <a:solidFill>
                    <a:schemeClr val="lt1"/>
                  </a:solidFill>
                  <a:latin typeface="+mn-lt"/>
                  <a:ea typeface="+mn-ea"/>
                  <a:cs typeface="+mn-cs"/>
                </a:defRPr>
              </a:lvl8pPr>
              <a:lvl9pPr marL="3657600" algn="l" defTabSz="914400" rtl="0" eaLnBrk="1" latinLnBrk="0" hangingPunct="1">
                <a:defRPr sz="800" kern="1200">
                  <a:solidFill>
                    <a:schemeClr val="lt1"/>
                  </a:solidFill>
                  <a:latin typeface="+mn-lt"/>
                  <a:ea typeface="+mn-ea"/>
                  <a:cs typeface="+mn-cs"/>
                </a:defRPr>
              </a:lvl9pPr>
            </a:lstStyle>
            <a:p>
              <a:pPr>
                <a:spcBef>
                  <a:spcPct val="0"/>
                </a:spcBef>
                <a:buClr>
                  <a:srgbClr val="000000"/>
                </a:buClr>
                <a:buSzPct val="100000"/>
                <a:buFont typeface="Times New Roman" pitchFamily="18" charset="0"/>
                <a:buNone/>
                <a:defRPr/>
              </a:pPr>
              <a:r>
                <a:rPr kumimoji="0" lang="ja-JP" altLang="en-US" sz="1050"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プロジェクトオーナー</a:t>
              </a:r>
            </a:p>
          </p:txBody>
        </p:sp>
        <p:sp>
          <p:nvSpPr>
            <p:cNvPr id="36" name="正方形/長方形 35">
              <a:extLst>
                <a:ext uri="{FF2B5EF4-FFF2-40B4-BE49-F238E27FC236}">
                  <a16:creationId xmlns:a16="http://schemas.microsoft.com/office/drawing/2014/main" id="{0D19CCF0-C799-6803-BA9F-B42AE72194AA}"/>
                </a:ext>
              </a:extLst>
            </p:cNvPr>
            <p:cNvSpPr/>
            <p:nvPr/>
          </p:nvSpPr>
          <p:spPr bwMode="auto">
            <a:xfrm>
              <a:off x="1696892" y="2986104"/>
              <a:ext cx="2041122" cy="360000"/>
            </a:xfrm>
            <a:prstGeom prst="rect">
              <a:avLst/>
            </a:prstGeom>
            <a:solidFill>
              <a:sysClr val="window" lastClr="FFFFFF"/>
            </a:solidFill>
            <a:ln w="9525" cap="flat" cmpd="sng" algn="ctr">
              <a:solidFill>
                <a:srgbClr val="4472C4"/>
              </a:solidFill>
              <a:prstDash val="solid"/>
              <a:headEnd type="none" w="med" len="med"/>
              <a:tailEnd type="none" w="med" len="med"/>
            </a:ln>
            <a:effectLst>
              <a:outerShdw blurRad="40000" dist="23000" dir="5400000" rotWithShape="0">
                <a:srgbClr val="000000">
                  <a:alpha val="35000"/>
                </a:srgbClr>
              </a:outerShdw>
            </a:effectLst>
          </p:spPr>
          <p:txBody>
            <a:bodyPr vert="horz" wrap="square" lIns="91440" tIns="45720" rIns="91440" bIns="45720" numCol="1" rtlCol="0" anchor="ctr" anchorCtr="0" compatLnSpc="1">
              <a:prstTxWarp prst="textNoShape">
                <a:avLst/>
              </a:prstTxWarp>
            </a:bodyPr>
            <a:lstStyle>
              <a:defPPr>
                <a:defRPr lang="en-GB"/>
              </a:defPPr>
              <a:lvl1pPr algn="ctr" defTabSz="449263" rtl="0" fontAlgn="base">
                <a:spcBef>
                  <a:spcPct val="20000"/>
                </a:spcBef>
                <a:spcAft>
                  <a:spcPct val="0"/>
                </a:spcAft>
                <a:defRPr sz="800" kern="1200">
                  <a:solidFill>
                    <a:schemeClr val="lt1"/>
                  </a:solidFill>
                  <a:latin typeface="+mn-lt"/>
                  <a:ea typeface="+mn-ea"/>
                  <a:cs typeface="+mn-cs"/>
                </a:defRPr>
              </a:lvl1pPr>
              <a:lvl2pPr marL="742950" indent="-285750" algn="ctr" defTabSz="449263" rtl="0" fontAlgn="base">
                <a:spcBef>
                  <a:spcPct val="20000"/>
                </a:spcBef>
                <a:spcAft>
                  <a:spcPct val="0"/>
                </a:spcAft>
                <a:defRPr sz="800" kern="1200">
                  <a:solidFill>
                    <a:schemeClr val="lt1"/>
                  </a:solidFill>
                  <a:latin typeface="+mn-lt"/>
                  <a:ea typeface="+mn-ea"/>
                  <a:cs typeface="+mn-cs"/>
                </a:defRPr>
              </a:lvl2pPr>
              <a:lvl3pPr marL="1143000" indent="-228600" algn="ctr" defTabSz="449263" rtl="0" fontAlgn="base">
                <a:spcBef>
                  <a:spcPct val="20000"/>
                </a:spcBef>
                <a:spcAft>
                  <a:spcPct val="0"/>
                </a:spcAft>
                <a:defRPr sz="800" kern="1200">
                  <a:solidFill>
                    <a:schemeClr val="lt1"/>
                  </a:solidFill>
                  <a:latin typeface="+mn-lt"/>
                  <a:ea typeface="+mn-ea"/>
                  <a:cs typeface="+mn-cs"/>
                </a:defRPr>
              </a:lvl3pPr>
              <a:lvl4pPr marL="1600200" indent="-228600" algn="ctr" defTabSz="449263" rtl="0" fontAlgn="base">
                <a:spcBef>
                  <a:spcPct val="20000"/>
                </a:spcBef>
                <a:spcAft>
                  <a:spcPct val="0"/>
                </a:spcAft>
                <a:defRPr sz="800" kern="1200">
                  <a:solidFill>
                    <a:schemeClr val="lt1"/>
                  </a:solidFill>
                  <a:latin typeface="+mn-lt"/>
                  <a:ea typeface="+mn-ea"/>
                  <a:cs typeface="+mn-cs"/>
                </a:defRPr>
              </a:lvl4pPr>
              <a:lvl5pPr marL="2057400" indent="-228600" algn="ctr" defTabSz="449263" rtl="0" fontAlgn="base">
                <a:spcBef>
                  <a:spcPct val="20000"/>
                </a:spcBef>
                <a:spcAft>
                  <a:spcPct val="0"/>
                </a:spcAft>
                <a:defRPr sz="800" kern="1200">
                  <a:solidFill>
                    <a:schemeClr val="lt1"/>
                  </a:solidFill>
                  <a:latin typeface="+mn-lt"/>
                  <a:ea typeface="+mn-ea"/>
                  <a:cs typeface="+mn-cs"/>
                </a:defRPr>
              </a:lvl5pPr>
              <a:lvl6pPr marL="2286000" algn="l" defTabSz="914400" rtl="0" eaLnBrk="1" latinLnBrk="0" hangingPunct="1">
                <a:defRPr sz="800" kern="1200">
                  <a:solidFill>
                    <a:schemeClr val="lt1"/>
                  </a:solidFill>
                  <a:latin typeface="+mn-lt"/>
                  <a:ea typeface="+mn-ea"/>
                  <a:cs typeface="+mn-cs"/>
                </a:defRPr>
              </a:lvl6pPr>
              <a:lvl7pPr marL="2743200" algn="l" defTabSz="914400" rtl="0" eaLnBrk="1" latinLnBrk="0" hangingPunct="1">
                <a:defRPr sz="800" kern="1200">
                  <a:solidFill>
                    <a:schemeClr val="lt1"/>
                  </a:solidFill>
                  <a:latin typeface="+mn-lt"/>
                  <a:ea typeface="+mn-ea"/>
                  <a:cs typeface="+mn-cs"/>
                </a:defRPr>
              </a:lvl7pPr>
              <a:lvl8pPr marL="3200400" algn="l" defTabSz="914400" rtl="0" eaLnBrk="1" latinLnBrk="0" hangingPunct="1">
                <a:defRPr sz="800" kern="1200">
                  <a:solidFill>
                    <a:schemeClr val="lt1"/>
                  </a:solidFill>
                  <a:latin typeface="+mn-lt"/>
                  <a:ea typeface="+mn-ea"/>
                  <a:cs typeface="+mn-cs"/>
                </a:defRPr>
              </a:lvl8pPr>
              <a:lvl9pPr marL="3657600" algn="l" defTabSz="914400" rtl="0" eaLnBrk="1" latinLnBrk="0" hangingPunct="1">
                <a:defRPr sz="800" kern="1200">
                  <a:solidFill>
                    <a:schemeClr val="lt1"/>
                  </a:solidFill>
                  <a:latin typeface="+mn-lt"/>
                  <a:ea typeface="+mn-ea"/>
                  <a:cs typeface="+mn-cs"/>
                </a:defRPr>
              </a:lvl9pPr>
            </a:lstStyle>
            <a:p>
              <a:pPr>
                <a:spcBef>
                  <a:spcPct val="0"/>
                </a:spcBef>
                <a:buClr>
                  <a:srgbClr val="000000"/>
                </a:buClr>
                <a:buSzPct val="100000"/>
                <a:buFont typeface="Wingdings" pitchFamily="2" charset="2"/>
                <a:buNone/>
                <a:defRPr/>
              </a:pPr>
              <a:r>
                <a:rPr kumimoji="0" lang="ja-JP" altLang="en-US" sz="10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責任者様</a:t>
              </a:r>
              <a:endParaRPr kumimoji="0" lang="en-US" altLang="ja-JP" sz="100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grpSp>
      <p:grpSp>
        <p:nvGrpSpPr>
          <p:cNvPr id="57" name="グループ化 56">
            <a:extLst>
              <a:ext uri="{FF2B5EF4-FFF2-40B4-BE49-F238E27FC236}">
                <a16:creationId xmlns:a16="http://schemas.microsoft.com/office/drawing/2014/main" id="{AA08E6C4-1D4E-10B4-91E2-4E95B1FB8314}"/>
              </a:ext>
            </a:extLst>
          </p:cNvPr>
          <p:cNvGrpSpPr/>
          <p:nvPr/>
        </p:nvGrpSpPr>
        <p:grpSpPr>
          <a:xfrm>
            <a:off x="2142947" y="4008068"/>
            <a:ext cx="1654528" cy="648705"/>
            <a:chOff x="1696892" y="4351810"/>
            <a:chExt cx="2041122" cy="648705"/>
          </a:xfrm>
        </p:grpSpPr>
        <p:sp>
          <p:nvSpPr>
            <p:cNvPr id="39" name="正方形/長方形 38">
              <a:extLst>
                <a:ext uri="{FF2B5EF4-FFF2-40B4-BE49-F238E27FC236}">
                  <a16:creationId xmlns:a16="http://schemas.microsoft.com/office/drawing/2014/main" id="{28AC8B11-6F3F-E408-ED64-6E7B12FA90A6}"/>
                </a:ext>
              </a:extLst>
            </p:cNvPr>
            <p:cNvSpPr/>
            <p:nvPr/>
          </p:nvSpPr>
          <p:spPr bwMode="auto">
            <a:xfrm>
              <a:off x="1696892" y="4351810"/>
              <a:ext cx="2041122" cy="252000"/>
            </a:xfrm>
            <a:prstGeom prst="rect">
              <a:avLst/>
            </a:prstGeom>
            <a:solidFill>
              <a:srgbClr val="FF0000"/>
            </a:solidFill>
            <a:ln w="9525" cap="flat" cmpd="sng" algn="ctr">
              <a:solidFill>
                <a:srgbClr val="4472C4"/>
              </a:solidFill>
              <a:prstDash val="solid"/>
              <a:headEnd type="none" w="med" len="med"/>
              <a:tailEnd type="none" w="med" len="med"/>
            </a:ln>
            <a:effectLst>
              <a:outerShdw blurRad="40000" dist="23000" dir="5400000" rotWithShape="0">
                <a:srgbClr val="000000">
                  <a:alpha val="35000"/>
                </a:srgbClr>
              </a:outerShdw>
            </a:effectLst>
          </p:spPr>
          <p:txBody>
            <a:bodyPr vert="horz" wrap="square" lIns="91440" tIns="45720" rIns="91440" bIns="45720" numCol="1" rtlCol="0" anchor="ctr" anchorCtr="0" compatLnSpc="1">
              <a:prstTxWarp prst="textNoShape">
                <a:avLst/>
              </a:prstTxWarp>
            </a:bodyPr>
            <a:lstStyle>
              <a:defPPr>
                <a:defRPr lang="en-GB"/>
              </a:defPPr>
              <a:lvl1pPr algn="ctr" defTabSz="449263" rtl="0" fontAlgn="base">
                <a:spcBef>
                  <a:spcPct val="20000"/>
                </a:spcBef>
                <a:spcAft>
                  <a:spcPct val="0"/>
                </a:spcAft>
                <a:defRPr sz="800" kern="1200">
                  <a:solidFill>
                    <a:schemeClr val="lt1"/>
                  </a:solidFill>
                  <a:latin typeface="+mn-lt"/>
                  <a:ea typeface="+mn-ea"/>
                  <a:cs typeface="+mn-cs"/>
                </a:defRPr>
              </a:lvl1pPr>
              <a:lvl2pPr marL="742950" indent="-285750" algn="ctr" defTabSz="449263" rtl="0" fontAlgn="base">
                <a:spcBef>
                  <a:spcPct val="20000"/>
                </a:spcBef>
                <a:spcAft>
                  <a:spcPct val="0"/>
                </a:spcAft>
                <a:defRPr sz="800" kern="1200">
                  <a:solidFill>
                    <a:schemeClr val="lt1"/>
                  </a:solidFill>
                  <a:latin typeface="+mn-lt"/>
                  <a:ea typeface="+mn-ea"/>
                  <a:cs typeface="+mn-cs"/>
                </a:defRPr>
              </a:lvl2pPr>
              <a:lvl3pPr marL="1143000" indent="-228600" algn="ctr" defTabSz="449263" rtl="0" fontAlgn="base">
                <a:spcBef>
                  <a:spcPct val="20000"/>
                </a:spcBef>
                <a:spcAft>
                  <a:spcPct val="0"/>
                </a:spcAft>
                <a:defRPr sz="800" kern="1200">
                  <a:solidFill>
                    <a:schemeClr val="lt1"/>
                  </a:solidFill>
                  <a:latin typeface="+mn-lt"/>
                  <a:ea typeface="+mn-ea"/>
                  <a:cs typeface="+mn-cs"/>
                </a:defRPr>
              </a:lvl3pPr>
              <a:lvl4pPr marL="1600200" indent="-228600" algn="ctr" defTabSz="449263" rtl="0" fontAlgn="base">
                <a:spcBef>
                  <a:spcPct val="20000"/>
                </a:spcBef>
                <a:spcAft>
                  <a:spcPct val="0"/>
                </a:spcAft>
                <a:defRPr sz="800" kern="1200">
                  <a:solidFill>
                    <a:schemeClr val="lt1"/>
                  </a:solidFill>
                  <a:latin typeface="+mn-lt"/>
                  <a:ea typeface="+mn-ea"/>
                  <a:cs typeface="+mn-cs"/>
                </a:defRPr>
              </a:lvl4pPr>
              <a:lvl5pPr marL="2057400" indent="-228600" algn="ctr" defTabSz="449263" rtl="0" fontAlgn="base">
                <a:spcBef>
                  <a:spcPct val="20000"/>
                </a:spcBef>
                <a:spcAft>
                  <a:spcPct val="0"/>
                </a:spcAft>
                <a:defRPr sz="800" kern="1200">
                  <a:solidFill>
                    <a:schemeClr val="lt1"/>
                  </a:solidFill>
                  <a:latin typeface="+mn-lt"/>
                  <a:ea typeface="+mn-ea"/>
                  <a:cs typeface="+mn-cs"/>
                </a:defRPr>
              </a:lvl5pPr>
              <a:lvl6pPr marL="2286000" algn="l" defTabSz="914400" rtl="0" eaLnBrk="1" latinLnBrk="0" hangingPunct="1">
                <a:defRPr sz="800" kern="1200">
                  <a:solidFill>
                    <a:schemeClr val="lt1"/>
                  </a:solidFill>
                  <a:latin typeface="+mn-lt"/>
                  <a:ea typeface="+mn-ea"/>
                  <a:cs typeface="+mn-cs"/>
                </a:defRPr>
              </a:lvl6pPr>
              <a:lvl7pPr marL="2743200" algn="l" defTabSz="914400" rtl="0" eaLnBrk="1" latinLnBrk="0" hangingPunct="1">
                <a:defRPr sz="800" kern="1200">
                  <a:solidFill>
                    <a:schemeClr val="lt1"/>
                  </a:solidFill>
                  <a:latin typeface="+mn-lt"/>
                  <a:ea typeface="+mn-ea"/>
                  <a:cs typeface="+mn-cs"/>
                </a:defRPr>
              </a:lvl7pPr>
              <a:lvl8pPr marL="3200400" algn="l" defTabSz="914400" rtl="0" eaLnBrk="1" latinLnBrk="0" hangingPunct="1">
                <a:defRPr sz="800" kern="1200">
                  <a:solidFill>
                    <a:schemeClr val="lt1"/>
                  </a:solidFill>
                  <a:latin typeface="+mn-lt"/>
                  <a:ea typeface="+mn-ea"/>
                  <a:cs typeface="+mn-cs"/>
                </a:defRPr>
              </a:lvl8pPr>
              <a:lvl9pPr marL="3657600" algn="l" defTabSz="914400" rtl="0" eaLnBrk="1" latinLnBrk="0" hangingPunct="1">
                <a:defRPr sz="800" kern="1200">
                  <a:solidFill>
                    <a:schemeClr val="lt1"/>
                  </a:solidFill>
                  <a:latin typeface="+mn-lt"/>
                  <a:ea typeface="+mn-ea"/>
                  <a:cs typeface="+mn-cs"/>
                </a:defRPr>
              </a:lvl9pPr>
            </a:lstStyle>
            <a:p>
              <a:pPr>
                <a:spcBef>
                  <a:spcPct val="0"/>
                </a:spcBef>
                <a:buClr>
                  <a:srgbClr val="000000"/>
                </a:buClr>
                <a:buSzPct val="100000"/>
                <a:buFont typeface="Times New Roman" pitchFamily="18" charset="0"/>
                <a:buNone/>
                <a:defRPr/>
              </a:pPr>
              <a:r>
                <a:rPr kumimoji="0" lang="ja-JP" altLang="en-US" sz="1050"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国内商品部門</a:t>
              </a:r>
            </a:p>
          </p:txBody>
        </p:sp>
        <p:sp>
          <p:nvSpPr>
            <p:cNvPr id="40" name="正方形/長方形 39">
              <a:extLst>
                <a:ext uri="{FF2B5EF4-FFF2-40B4-BE49-F238E27FC236}">
                  <a16:creationId xmlns:a16="http://schemas.microsoft.com/office/drawing/2014/main" id="{47CCA369-D9FC-CBBE-7B73-47E0897AAE99}"/>
                </a:ext>
              </a:extLst>
            </p:cNvPr>
            <p:cNvSpPr/>
            <p:nvPr/>
          </p:nvSpPr>
          <p:spPr bwMode="auto">
            <a:xfrm>
              <a:off x="1696892" y="4640515"/>
              <a:ext cx="2041122" cy="360000"/>
            </a:xfrm>
            <a:prstGeom prst="rect">
              <a:avLst/>
            </a:prstGeom>
            <a:solidFill>
              <a:sysClr val="window" lastClr="FFFFFF"/>
            </a:solidFill>
            <a:ln w="9525" cap="flat" cmpd="sng" algn="ctr">
              <a:solidFill>
                <a:srgbClr val="4472C4"/>
              </a:solidFill>
              <a:prstDash val="solid"/>
              <a:headEnd type="none" w="med" len="med"/>
              <a:tailEnd type="none" w="med" len="med"/>
            </a:ln>
            <a:effectLst>
              <a:outerShdw blurRad="40000" dist="23000" dir="5400000" rotWithShape="0">
                <a:srgbClr val="000000">
                  <a:alpha val="35000"/>
                </a:srgbClr>
              </a:outerShdw>
            </a:effectLst>
          </p:spPr>
          <p:txBody>
            <a:bodyPr vert="horz" wrap="square" lIns="91440" tIns="45720" rIns="91440" bIns="45720" numCol="1" rtlCol="0" anchor="ctr" anchorCtr="0" compatLnSpc="1">
              <a:prstTxWarp prst="textNoShape">
                <a:avLst/>
              </a:prstTxWarp>
            </a:bodyPr>
            <a:lstStyle>
              <a:defPPr>
                <a:defRPr lang="en-GB"/>
              </a:defPPr>
              <a:lvl1pPr algn="ctr" defTabSz="449263" rtl="0" fontAlgn="base">
                <a:spcBef>
                  <a:spcPct val="20000"/>
                </a:spcBef>
                <a:spcAft>
                  <a:spcPct val="0"/>
                </a:spcAft>
                <a:defRPr sz="800" kern="1200">
                  <a:solidFill>
                    <a:schemeClr val="lt1"/>
                  </a:solidFill>
                  <a:latin typeface="+mn-lt"/>
                  <a:ea typeface="+mn-ea"/>
                  <a:cs typeface="+mn-cs"/>
                </a:defRPr>
              </a:lvl1pPr>
              <a:lvl2pPr marL="742950" indent="-285750" algn="ctr" defTabSz="449263" rtl="0" fontAlgn="base">
                <a:spcBef>
                  <a:spcPct val="20000"/>
                </a:spcBef>
                <a:spcAft>
                  <a:spcPct val="0"/>
                </a:spcAft>
                <a:defRPr sz="800" kern="1200">
                  <a:solidFill>
                    <a:schemeClr val="lt1"/>
                  </a:solidFill>
                  <a:latin typeface="+mn-lt"/>
                  <a:ea typeface="+mn-ea"/>
                  <a:cs typeface="+mn-cs"/>
                </a:defRPr>
              </a:lvl2pPr>
              <a:lvl3pPr marL="1143000" indent="-228600" algn="ctr" defTabSz="449263" rtl="0" fontAlgn="base">
                <a:spcBef>
                  <a:spcPct val="20000"/>
                </a:spcBef>
                <a:spcAft>
                  <a:spcPct val="0"/>
                </a:spcAft>
                <a:defRPr sz="800" kern="1200">
                  <a:solidFill>
                    <a:schemeClr val="lt1"/>
                  </a:solidFill>
                  <a:latin typeface="+mn-lt"/>
                  <a:ea typeface="+mn-ea"/>
                  <a:cs typeface="+mn-cs"/>
                </a:defRPr>
              </a:lvl3pPr>
              <a:lvl4pPr marL="1600200" indent="-228600" algn="ctr" defTabSz="449263" rtl="0" fontAlgn="base">
                <a:spcBef>
                  <a:spcPct val="20000"/>
                </a:spcBef>
                <a:spcAft>
                  <a:spcPct val="0"/>
                </a:spcAft>
                <a:defRPr sz="800" kern="1200">
                  <a:solidFill>
                    <a:schemeClr val="lt1"/>
                  </a:solidFill>
                  <a:latin typeface="+mn-lt"/>
                  <a:ea typeface="+mn-ea"/>
                  <a:cs typeface="+mn-cs"/>
                </a:defRPr>
              </a:lvl4pPr>
              <a:lvl5pPr marL="2057400" indent="-228600" algn="ctr" defTabSz="449263" rtl="0" fontAlgn="base">
                <a:spcBef>
                  <a:spcPct val="20000"/>
                </a:spcBef>
                <a:spcAft>
                  <a:spcPct val="0"/>
                </a:spcAft>
                <a:defRPr sz="800" kern="1200">
                  <a:solidFill>
                    <a:schemeClr val="lt1"/>
                  </a:solidFill>
                  <a:latin typeface="+mn-lt"/>
                  <a:ea typeface="+mn-ea"/>
                  <a:cs typeface="+mn-cs"/>
                </a:defRPr>
              </a:lvl5pPr>
              <a:lvl6pPr marL="2286000" algn="l" defTabSz="914400" rtl="0" eaLnBrk="1" latinLnBrk="0" hangingPunct="1">
                <a:defRPr sz="800" kern="1200">
                  <a:solidFill>
                    <a:schemeClr val="lt1"/>
                  </a:solidFill>
                  <a:latin typeface="+mn-lt"/>
                  <a:ea typeface="+mn-ea"/>
                  <a:cs typeface="+mn-cs"/>
                </a:defRPr>
              </a:lvl6pPr>
              <a:lvl7pPr marL="2743200" algn="l" defTabSz="914400" rtl="0" eaLnBrk="1" latinLnBrk="0" hangingPunct="1">
                <a:defRPr sz="800" kern="1200">
                  <a:solidFill>
                    <a:schemeClr val="lt1"/>
                  </a:solidFill>
                  <a:latin typeface="+mn-lt"/>
                  <a:ea typeface="+mn-ea"/>
                  <a:cs typeface="+mn-cs"/>
                </a:defRPr>
              </a:lvl7pPr>
              <a:lvl8pPr marL="3200400" algn="l" defTabSz="914400" rtl="0" eaLnBrk="1" latinLnBrk="0" hangingPunct="1">
                <a:defRPr sz="800" kern="1200">
                  <a:solidFill>
                    <a:schemeClr val="lt1"/>
                  </a:solidFill>
                  <a:latin typeface="+mn-lt"/>
                  <a:ea typeface="+mn-ea"/>
                  <a:cs typeface="+mn-cs"/>
                </a:defRPr>
              </a:lvl8pPr>
              <a:lvl9pPr marL="3657600" algn="l" defTabSz="914400" rtl="0" eaLnBrk="1" latinLnBrk="0" hangingPunct="1">
                <a:defRPr sz="800" kern="1200">
                  <a:solidFill>
                    <a:schemeClr val="lt1"/>
                  </a:solidFill>
                  <a:latin typeface="+mn-lt"/>
                  <a:ea typeface="+mn-ea"/>
                  <a:cs typeface="+mn-cs"/>
                </a:defRPr>
              </a:lvl9pPr>
            </a:lstStyle>
            <a:p>
              <a:pPr>
                <a:spcBef>
                  <a:spcPct val="0"/>
                </a:spcBef>
                <a:buClr>
                  <a:srgbClr val="000000"/>
                </a:buClr>
                <a:buSzPct val="100000"/>
                <a:buFont typeface="Wingdings" pitchFamily="2" charset="2"/>
                <a:buNone/>
                <a:defRPr/>
              </a:pPr>
              <a:r>
                <a:rPr kumimoji="0" lang="ja-JP" altLang="en-US" sz="10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ご担当者様</a:t>
              </a:r>
              <a:endParaRPr kumimoji="0" lang="en-US" altLang="ja-JP" sz="100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grpSp>
      <p:grpSp>
        <p:nvGrpSpPr>
          <p:cNvPr id="58" name="グループ化 57">
            <a:extLst>
              <a:ext uri="{FF2B5EF4-FFF2-40B4-BE49-F238E27FC236}">
                <a16:creationId xmlns:a16="http://schemas.microsoft.com/office/drawing/2014/main" id="{8EED168E-5B70-EEBF-4B1E-D263EF73F143}"/>
              </a:ext>
            </a:extLst>
          </p:cNvPr>
          <p:cNvGrpSpPr/>
          <p:nvPr/>
        </p:nvGrpSpPr>
        <p:grpSpPr>
          <a:xfrm>
            <a:off x="4253067" y="4008068"/>
            <a:ext cx="1654528" cy="648705"/>
            <a:chOff x="3976848" y="4351810"/>
            <a:chExt cx="2041122" cy="648705"/>
          </a:xfrm>
        </p:grpSpPr>
        <p:sp>
          <p:nvSpPr>
            <p:cNvPr id="41" name="正方形/長方形 40">
              <a:extLst>
                <a:ext uri="{FF2B5EF4-FFF2-40B4-BE49-F238E27FC236}">
                  <a16:creationId xmlns:a16="http://schemas.microsoft.com/office/drawing/2014/main" id="{0F083548-5B36-19C6-3856-5D6DB4140081}"/>
                </a:ext>
              </a:extLst>
            </p:cNvPr>
            <p:cNvSpPr/>
            <p:nvPr/>
          </p:nvSpPr>
          <p:spPr bwMode="auto">
            <a:xfrm>
              <a:off x="3976848" y="4351810"/>
              <a:ext cx="2041122" cy="252000"/>
            </a:xfrm>
            <a:prstGeom prst="rect">
              <a:avLst/>
            </a:prstGeom>
            <a:solidFill>
              <a:srgbClr val="FF0000"/>
            </a:solidFill>
            <a:ln w="9525" cap="flat" cmpd="sng" algn="ctr">
              <a:solidFill>
                <a:srgbClr val="4472C4"/>
              </a:solidFill>
              <a:prstDash val="solid"/>
              <a:headEnd type="none" w="med" len="med"/>
              <a:tailEnd type="none" w="med" len="med"/>
            </a:ln>
            <a:effectLst>
              <a:outerShdw blurRad="40000" dist="23000" dir="5400000" rotWithShape="0">
                <a:srgbClr val="000000">
                  <a:alpha val="35000"/>
                </a:srgbClr>
              </a:outerShdw>
            </a:effectLst>
          </p:spPr>
          <p:txBody>
            <a:bodyPr vert="horz" wrap="square" lIns="91440" tIns="45720" rIns="91440" bIns="45720" numCol="1" rtlCol="0" anchor="ctr" anchorCtr="0" compatLnSpc="1">
              <a:prstTxWarp prst="textNoShape">
                <a:avLst/>
              </a:prstTxWarp>
            </a:bodyPr>
            <a:lstStyle>
              <a:defPPr>
                <a:defRPr lang="en-GB"/>
              </a:defPPr>
              <a:lvl1pPr algn="ctr" defTabSz="449263" rtl="0" fontAlgn="base">
                <a:spcBef>
                  <a:spcPct val="20000"/>
                </a:spcBef>
                <a:spcAft>
                  <a:spcPct val="0"/>
                </a:spcAft>
                <a:defRPr sz="800" kern="1200">
                  <a:solidFill>
                    <a:schemeClr val="lt1"/>
                  </a:solidFill>
                  <a:latin typeface="+mn-lt"/>
                  <a:ea typeface="+mn-ea"/>
                  <a:cs typeface="+mn-cs"/>
                </a:defRPr>
              </a:lvl1pPr>
              <a:lvl2pPr marL="742950" indent="-285750" algn="ctr" defTabSz="449263" rtl="0" fontAlgn="base">
                <a:spcBef>
                  <a:spcPct val="20000"/>
                </a:spcBef>
                <a:spcAft>
                  <a:spcPct val="0"/>
                </a:spcAft>
                <a:defRPr sz="800" kern="1200">
                  <a:solidFill>
                    <a:schemeClr val="lt1"/>
                  </a:solidFill>
                  <a:latin typeface="+mn-lt"/>
                  <a:ea typeface="+mn-ea"/>
                  <a:cs typeface="+mn-cs"/>
                </a:defRPr>
              </a:lvl2pPr>
              <a:lvl3pPr marL="1143000" indent="-228600" algn="ctr" defTabSz="449263" rtl="0" fontAlgn="base">
                <a:spcBef>
                  <a:spcPct val="20000"/>
                </a:spcBef>
                <a:spcAft>
                  <a:spcPct val="0"/>
                </a:spcAft>
                <a:defRPr sz="800" kern="1200">
                  <a:solidFill>
                    <a:schemeClr val="lt1"/>
                  </a:solidFill>
                  <a:latin typeface="+mn-lt"/>
                  <a:ea typeface="+mn-ea"/>
                  <a:cs typeface="+mn-cs"/>
                </a:defRPr>
              </a:lvl3pPr>
              <a:lvl4pPr marL="1600200" indent="-228600" algn="ctr" defTabSz="449263" rtl="0" fontAlgn="base">
                <a:spcBef>
                  <a:spcPct val="20000"/>
                </a:spcBef>
                <a:spcAft>
                  <a:spcPct val="0"/>
                </a:spcAft>
                <a:defRPr sz="800" kern="1200">
                  <a:solidFill>
                    <a:schemeClr val="lt1"/>
                  </a:solidFill>
                  <a:latin typeface="+mn-lt"/>
                  <a:ea typeface="+mn-ea"/>
                  <a:cs typeface="+mn-cs"/>
                </a:defRPr>
              </a:lvl4pPr>
              <a:lvl5pPr marL="2057400" indent="-228600" algn="ctr" defTabSz="449263" rtl="0" fontAlgn="base">
                <a:spcBef>
                  <a:spcPct val="20000"/>
                </a:spcBef>
                <a:spcAft>
                  <a:spcPct val="0"/>
                </a:spcAft>
                <a:defRPr sz="800" kern="1200">
                  <a:solidFill>
                    <a:schemeClr val="lt1"/>
                  </a:solidFill>
                  <a:latin typeface="+mn-lt"/>
                  <a:ea typeface="+mn-ea"/>
                  <a:cs typeface="+mn-cs"/>
                </a:defRPr>
              </a:lvl5pPr>
              <a:lvl6pPr marL="2286000" algn="l" defTabSz="914400" rtl="0" eaLnBrk="1" latinLnBrk="0" hangingPunct="1">
                <a:defRPr sz="800" kern="1200">
                  <a:solidFill>
                    <a:schemeClr val="lt1"/>
                  </a:solidFill>
                  <a:latin typeface="+mn-lt"/>
                  <a:ea typeface="+mn-ea"/>
                  <a:cs typeface="+mn-cs"/>
                </a:defRPr>
              </a:lvl6pPr>
              <a:lvl7pPr marL="2743200" algn="l" defTabSz="914400" rtl="0" eaLnBrk="1" latinLnBrk="0" hangingPunct="1">
                <a:defRPr sz="800" kern="1200">
                  <a:solidFill>
                    <a:schemeClr val="lt1"/>
                  </a:solidFill>
                  <a:latin typeface="+mn-lt"/>
                  <a:ea typeface="+mn-ea"/>
                  <a:cs typeface="+mn-cs"/>
                </a:defRPr>
              </a:lvl7pPr>
              <a:lvl8pPr marL="3200400" algn="l" defTabSz="914400" rtl="0" eaLnBrk="1" latinLnBrk="0" hangingPunct="1">
                <a:defRPr sz="800" kern="1200">
                  <a:solidFill>
                    <a:schemeClr val="lt1"/>
                  </a:solidFill>
                  <a:latin typeface="+mn-lt"/>
                  <a:ea typeface="+mn-ea"/>
                  <a:cs typeface="+mn-cs"/>
                </a:defRPr>
              </a:lvl8pPr>
              <a:lvl9pPr marL="3657600" algn="l" defTabSz="914400" rtl="0" eaLnBrk="1" latinLnBrk="0" hangingPunct="1">
                <a:defRPr sz="800" kern="1200">
                  <a:solidFill>
                    <a:schemeClr val="lt1"/>
                  </a:solidFill>
                  <a:latin typeface="+mn-lt"/>
                  <a:ea typeface="+mn-ea"/>
                  <a:cs typeface="+mn-cs"/>
                </a:defRPr>
              </a:lvl9pPr>
            </a:lstStyle>
            <a:p>
              <a:pPr>
                <a:spcBef>
                  <a:spcPct val="0"/>
                </a:spcBef>
                <a:buClr>
                  <a:srgbClr val="000000"/>
                </a:buClr>
                <a:buSzPct val="100000"/>
                <a:buFont typeface="Times New Roman" pitchFamily="18" charset="0"/>
                <a:buNone/>
                <a:defRPr/>
              </a:pPr>
              <a:r>
                <a:rPr kumimoji="0" lang="ja-JP" altLang="en-US" sz="1050"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インフラ・セキュリティ部門</a:t>
              </a:r>
            </a:p>
          </p:txBody>
        </p:sp>
        <p:sp>
          <p:nvSpPr>
            <p:cNvPr id="42" name="正方形/長方形 41">
              <a:extLst>
                <a:ext uri="{FF2B5EF4-FFF2-40B4-BE49-F238E27FC236}">
                  <a16:creationId xmlns:a16="http://schemas.microsoft.com/office/drawing/2014/main" id="{2FF9EDC6-64DC-3E9C-DE9C-5C623F06A016}"/>
                </a:ext>
              </a:extLst>
            </p:cNvPr>
            <p:cNvSpPr/>
            <p:nvPr/>
          </p:nvSpPr>
          <p:spPr bwMode="auto">
            <a:xfrm>
              <a:off x="3976848" y="4640515"/>
              <a:ext cx="2041122" cy="360000"/>
            </a:xfrm>
            <a:prstGeom prst="rect">
              <a:avLst/>
            </a:prstGeom>
            <a:solidFill>
              <a:sysClr val="window" lastClr="FFFFFF"/>
            </a:solidFill>
            <a:ln w="9525" cap="flat" cmpd="sng" algn="ctr">
              <a:solidFill>
                <a:srgbClr val="4472C4"/>
              </a:solidFill>
              <a:prstDash val="solid"/>
              <a:headEnd type="none" w="med" len="med"/>
              <a:tailEnd type="none" w="med" len="med"/>
            </a:ln>
            <a:effectLst>
              <a:outerShdw blurRad="40000" dist="23000" dir="5400000" rotWithShape="0">
                <a:srgbClr val="000000">
                  <a:alpha val="35000"/>
                </a:srgbClr>
              </a:outerShdw>
            </a:effectLst>
          </p:spPr>
          <p:txBody>
            <a:bodyPr vert="horz" wrap="square" lIns="91440" tIns="45720" rIns="91440" bIns="45720" numCol="1" rtlCol="0" anchor="ctr" anchorCtr="0" compatLnSpc="1">
              <a:prstTxWarp prst="textNoShape">
                <a:avLst/>
              </a:prstTxWarp>
            </a:bodyPr>
            <a:lstStyle>
              <a:defPPr>
                <a:defRPr lang="en-GB"/>
              </a:defPPr>
              <a:lvl1pPr algn="ctr" defTabSz="449263" rtl="0" fontAlgn="base">
                <a:spcBef>
                  <a:spcPct val="20000"/>
                </a:spcBef>
                <a:spcAft>
                  <a:spcPct val="0"/>
                </a:spcAft>
                <a:defRPr sz="800" kern="1200">
                  <a:solidFill>
                    <a:schemeClr val="lt1"/>
                  </a:solidFill>
                  <a:latin typeface="+mn-lt"/>
                  <a:ea typeface="+mn-ea"/>
                  <a:cs typeface="+mn-cs"/>
                </a:defRPr>
              </a:lvl1pPr>
              <a:lvl2pPr marL="742950" indent="-285750" algn="ctr" defTabSz="449263" rtl="0" fontAlgn="base">
                <a:spcBef>
                  <a:spcPct val="20000"/>
                </a:spcBef>
                <a:spcAft>
                  <a:spcPct val="0"/>
                </a:spcAft>
                <a:defRPr sz="800" kern="1200">
                  <a:solidFill>
                    <a:schemeClr val="lt1"/>
                  </a:solidFill>
                  <a:latin typeface="+mn-lt"/>
                  <a:ea typeface="+mn-ea"/>
                  <a:cs typeface="+mn-cs"/>
                </a:defRPr>
              </a:lvl2pPr>
              <a:lvl3pPr marL="1143000" indent="-228600" algn="ctr" defTabSz="449263" rtl="0" fontAlgn="base">
                <a:spcBef>
                  <a:spcPct val="20000"/>
                </a:spcBef>
                <a:spcAft>
                  <a:spcPct val="0"/>
                </a:spcAft>
                <a:defRPr sz="800" kern="1200">
                  <a:solidFill>
                    <a:schemeClr val="lt1"/>
                  </a:solidFill>
                  <a:latin typeface="+mn-lt"/>
                  <a:ea typeface="+mn-ea"/>
                  <a:cs typeface="+mn-cs"/>
                </a:defRPr>
              </a:lvl3pPr>
              <a:lvl4pPr marL="1600200" indent="-228600" algn="ctr" defTabSz="449263" rtl="0" fontAlgn="base">
                <a:spcBef>
                  <a:spcPct val="20000"/>
                </a:spcBef>
                <a:spcAft>
                  <a:spcPct val="0"/>
                </a:spcAft>
                <a:defRPr sz="800" kern="1200">
                  <a:solidFill>
                    <a:schemeClr val="lt1"/>
                  </a:solidFill>
                  <a:latin typeface="+mn-lt"/>
                  <a:ea typeface="+mn-ea"/>
                  <a:cs typeface="+mn-cs"/>
                </a:defRPr>
              </a:lvl4pPr>
              <a:lvl5pPr marL="2057400" indent="-228600" algn="ctr" defTabSz="449263" rtl="0" fontAlgn="base">
                <a:spcBef>
                  <a:spcPct val="20000"/>
                </a:spcBef>
                <a:spcAft>
                  <a:spcPct val="0"/>
                </a:spcAft>
                <a:defRPr sz="800" kern="1200">
                  <a:solidFill>
                    <a:schemeClr val="lt1"/>
                  </a:solidFill>
                  <a:latin typeface="+mn-lt"/>
                  <a:ea typeface="+mn-ea"/>
                  <a:cs typeface="+mn-cs"/>
                </a:defRPr>
              </a:lvl5pPr>
              <a:lvl6pPr marL="2286000" algn="l" defTabSz="914400" rtl="0" eaLnBrk="1" latinLnBrk="0" hangingPunct="1">
                <a:defRPr sz="800" kern="1200">
                  <a:solidFill>
                    <a:schemeClr val="lt1"/>
                  </a:solidFill>
                  <a:latin typeface="+mn-lt"/>
                  <a:ea typeface="+mn-ea"/>
                  <a:cs typeface="+mn-cs"/>
                </a:defRPr>
              </a:lvl6pPr>
              <a:lvl7pPr marL="2743200" algn="l" defTabSz="914400" rtl="0" eaLnBrk="1" latinLnBrk="0" hangingPunct="1">
                <a:defRPr sz="800" kern="1200">
                  <a:solidFill>
                    <a:schemeClr val="lt1"/>
                  </a:solidFill>
                  <a:latin typeface="+mn-lt"/>
                  <a:ea typeface="+mn-ea"/>
                  <a:cs typeface="+mn-cs"/>
                </a:defRPr>
              </a:lvl7pPr>
              <a:lvl8pPr marL="3200400" algn="l" defTabSz="914400" rtl="0" eaLnBrk="1" latinLnBrk="0" hangingPunct="1">
                <a:defRPr sz="800" kern="1200">
                  <a:solidFill>
                    <a:schemeClr val="lt1"/>
                  </a:solidFill>
                  <a:latin typeface="+mn-lt"/>
                  <a:ea typeface="+mn-ea"/>
                  <a:cs typeface="+mn-cs"/>
                </a:defRPr>
              </a:lvl8pPr>
              <a:lvl9pPr marL="3657600" algn="l" defTabSz="914400" rtl="0" eaLnBrk="1" latinLnBrk="0" hangingPunct="1">
                <a:defRPr sz="800" kern="1200">
                  <a:solidFill>
                    <a:schemeClr val="lt1"/>
                  </a:solidFill>
                  <a:latin typeface="+mn-lt"/>
                  <a:ea typeface="+mn-ea"/>
                  <a:cs typeface="+mn-cs"/>
                </a:defRPr>
              </a:lvl9pPr>
            </a:lstStyle>
            <a:p>
              <a:pPr>
                <a:spcBef>
                  <a:spcPct val="0"/>
                </a:spcBef>
                <a:buClr>
                  <a:srgbClr val="000000"/>
                </a:buClr>
                <a:buSzPct val="100000"/>
                <a:buFont typeface="Wingdings" pitchFamily="2" charset="2"/>
                <a:buNone/>
                <a:defRPr/>
              </a:pPr>
              <a:r>
                <a:rPr kumimoji="0" lang="ja-JP" altLang="en-US" sz="10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ご担当者様</a:t>
              </a:r>
              <a:endParaRPr kumimoji="0" lang="en-US" altLang="ja-JP" sz="100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grpSp>
      <p:grpSp>
        <p:nvGrpSpPr>
          <p:cNvPr id="56" name="グループ化 55">
            <a:extLst>
              <a:ext uri="{FF2B5EF4-FFF2-40B4-BE49-F238E27FC236}">
                <a16:creationId xmlns:a16="http://schemas.microsoft.com/office/drawing/2014/main" id="{0B5C3D07-1211-9F08-844E-1D30F91FAA2B}"/>
              </a:ext>
            </a:extLst>
          </p:cNvPr>
          <p:cNvGrpSpPr/>
          <p:nvPr/>
        </p:nvGrpSpPr>
        <p:grpSpPr>
          <a:xfrm>
            <a:off x="1315683" y="5284141"/>
            <a:ext cx="1654528" cy="648705"/>
            <a:chOff x="1696892" y="5158773"/>
            <a:chExt cx="2041122" cy="648705"/>
          </a:xfrm>
        </p:grpSpPr>
        <p:sp>
          <p:nvSpPr>
            <p:cNvPr id="51" name="正方形/長方形 50">
              <a:extLst>
                <a:ext uri="{FF2B5EF4-FFF2-40B4-BE49-F238E27FC236}">
                  <a16:creationId xmlns:a16="http://schemas.microsoft.com/office/drawing/2014/main" id="{3C638B36-EDC4-6AA5-429C-3F4EF6DE35FB}"/>
                </a:ext>
              </a:extLst>
            </p:cNvPr>
            <p:cNvSpPr/>
            <p:nvPr/>
          </p:nvSpPr>
          <p:spPr bwMode="auto">
            <a:xfrm>
              <a:off x="1696892" y="5158773"/>
              <a:ext cx="2041122" cy="252000"/>
            </a:xfrm>
            <a:prstGeom prst="rect">
              <a:avLst/>
            </a:prstGeom>
            <a:solidFill>
              <a:srgbClr val="FF0000"/>
            </a:solidFill>
            <a:ln w="9525" cap="flat" cmpd="sng" algn="ctr">
              <a:solidFill>
                <a:srgbClr val="4472C4"/>
              </a:solidFill>
              <a:prstDash val="solid"/>
              <a:headEnd type="none" w="med" len="med"/>
              <a:tailEnd type="none" w="med" len="med"/>
            </a:ln>
            <a:effectLst>
              <a:outerShdw blurRad="40000" dist="23000" dir="5400000" rotWithShape="0">
                <a:srgbClr val="000000">
                  <a:alpha val="35000"/>
                </a:srgbClr>
              </a:outerShdw>
            </a:effectLst>
          </p:spPr>
          <p:txBody>
            <a:bodyPr vert="horz" wrap="square" lIns="91440" tIns="45720" rIns="91440" bIns="45720" numCol="1" rtlCol="0" anchor="ctr" anchorCtr="0" compatLnSpc="1">
              <a:prstTxWarp prst="textNoShape">
                <a:avLst/>
              </a:prstTxWarp>
            </a:bodyPr>
            <a:lstStyle>
              <a:defPPr>
                <a:defRPr lang="en-GB"/>
              </a:defPPr>
              <a:lvl1pPr algn="ctr" defTabSz="449263" rtl="0" fontAlgn="base">
                <a:spcBef>
                  <a:spcPct val="20000"/>
                </a:spcBef>
                <a:spcAft>
                  <a:spcPct val="0"/>
                </a:spcAft>
                <a:defRPr sz="800" kern="1200">
                  <a:solidFill>
                    <a:schemeClr val="lt1"/>
                  </a:solidFill>
                  <a:latin typeface="+mn-lt"/>
                  <a:ea typeface="+mn-ea"/>
                  <a:cs typeface="+mn-cs"/>
                </a:defRPr>
              </a:lvl1pPr>
              <a:lvl2pPr marL="742950" indent="-285750" algn="ctr" defTabSz="449263" rtl="0" fontAlgn="base">
                <a:spcBef>
                  <a:spcPct val="20000"/>
                </a:spcBef>
                <a:spcAft>
                  <a:spcPct val="0"/>
                </a:spcAft>
                <a:defRPr sz="800" kern="1200">
                  <a:solidFill>
                    <a:schemeClr val="lt1"/>
                  </a:solidFill>
                  <a:latin typeface="+mn-lt"/>
                  <a:ea typeface="+mn-ea"/>
                  <a:cs typeface="+mn-cs"/>
                </a:defRPr>
              </a:lvl2pPr>
              <a:lvl3pPr marL="1143000" indent="-228600" algn="ctr" defTabSz="449263" rtl="0" fontAlgn="base">
                <a:spcBef>
                  <a:spcPct val="20000"/>
                </a:spcBef>
                <a:spcAft>
                  <a:spcPct val="0"/>
                </a:spcAft>
                <a:defRPr sz="800" kern="1200">
                  <a:solidFill>
                    <a:schemeClr val="lt1"/>
                  </a:solidFill>
                  <a:latin typeface="+mn-lt"/>
                  <a:ea typeface="+mn-ea"/>
                  <a:cs typeface="+mn-cs"/>
                </a:defRPr>
              </a:lvl3pPr>
              <a:lvl4pPr marL="1600200" indent="-228600" algn="ctr" defTabSz="449263" rtl="0" fontAlgn="base">
                <a:spcBef>
                  <a:spcPct val="20000"/>
                </a:spcBef>
                <a:spcAft>
                  <a:spcPct val="0"/>
                </a:spcAft>
                <a:defRPr sz="800" kern="1200">
                  <a:solidFill>
                    <a:schemeClr val="lt1"/>
                  </a:solidFill>
                  <a:latin typeface="+mn-lt"/>
                  <a:ea typeface="+mn-ea"/>
                  <a:cs typeface="+mn-cs"/>
                </a:defRPr>
              </a:lvl4pPr>
              <a:lvl5pPr marL="2057400" indent="-228600" algn="ctr" defTabSz="449263" rtl="0" fontAlgn="base">
                <a:spcBef>
                  <a:spcPct val="20000"/>
                </a:spcBef>
                <a:spcAft>
                  <a:spcPct val="0"/>
                </a:spcAft>
                <a:defRPr sz="800" kern="1200">
                  <a:solidFill>
                    <a:schemeClr val="lt1"/>
                  </a:solidFill>
                  <a:latin typeface="+mn-lt"/>
                  <a:ea typeface="+mn-ea"/>
                  <a:cs typeface="+mn-cs"/>
                </a:defRPr>
              </a:lvl5pPr>
              <a:lvl6pPr marL="2286000" algn="l" defTabSz="914400" rtl="0" eaLnBrk="1" latinLnBrk="0" hangingPunct="1">
                <a:defRPr sz="800" kern="1200">
                  <a:solidFill>
                    <a:schemeClr val="lt1"/>
                  </a:solidFill>
                  <a:latin typeface="+mn-lt"/>
                  <a:ea typeface="+mn-ea"/>
                  <a:cs typeface="+mn-cs"/>
                </a:defRPr>
              </a:lvl6pPr>
              <a:lvl7pPr marL="2743200" algn="l" defTabSz="914400" rtl="0" eaLnBrk="1" latinLnBrk="0" hangingPunct="1">
                <a:defRPr sz="800" kern="1200">
                  <a:solidFill>
                    <a:schemeClr val="lt1"/>
                  </a:solidFill>
                  <a:latin typeface="+mn-lt"/>
                  <a:ea typeface="+mn-ea"/>
                  <a:cs typeface="+mn-cs"/>
                </a:defRPr>
              </a:lvl7pPr>
              <a:lvl8pPr marL="3200400" algn="l" defTabSz="914400" rtl="0" eaLnBrk="1" latinLnBrk="0" hangingPunct="1">
                <a:defRPr sz="800" kern="1200">
                  <a:solidFill>
                    <a:schemeClr val="lt1"/>
                  </a:solidFill>
                  <a:latin typeface="+mn-lt"/>
                  <a:ea typeface="+mn-ea"/>
                  <a:cs typeface="+mn-cs"/>
                </a:defRPr>
              </a:lvl8pPr>
              <a:lvl9pPr marL="3657600" algn="l" defTabSz="914400" rtl="0" eaLnBrk="1" latinLnBrk="0" hangingPunct="1">
                <a:defRPr sz="800" kern="1200">
                  <a:solidFill>
                    <a:schemeClr val="lt1"/>
                  </a:solidFill>
                  <a:latin typeface="+mn-lt"/>
                  <a:ea typeface="+mn-ea"/>
                  <a:cs typeface="+mn-cs"/>
                </a:defRPr>
              </a:lvl9pPr>
            </a:lstStyle>
            <a:p>
              <a:pPr>
                <a:spcBef>
                  <a:spcPct val="0"/>
                </a:spcBef>
                <a:buClr>
                  <a:srgbClr val="000000"/>
                </a:buClr>
                <a:buSzPct val="100000"/>
                <a:buFont typeface="Times New Roman" pitchFamily="18" charset="0"/>
                <a:buNone/>
                <a:defRPr/>
              </a:pPr>
              <a:r>
                <a:rPr kumimoji="0" lang="ja-JP" altLang="en-US" sz="1050"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車両販売店</a:t>
              </a:r>
              <a:endParaRPr kumimoji="0" lang="ja-JP" altLang="en-US" sz="1050" strike="dblStrike"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52" name="正方形/長方形 51">
              <a:extLst>
                <a:ext uri="{FF2B5EF4-FFF2-40B4-BE49-F238E27FC236}">
                  <a16:creationId xmlns:a16="http://schemas.microsoft.com/office/drawing/2014/main" id="{E0D337A3-6797-591F-5B4A-2349DCECAADB}"/>
                </a:ext>
              </a:extLst>
            </p:cNvPr>
            <p:cNvSpPr/>
            <p:nvPr/>
          </p:nvSpPr>
          <p:spPr bwMode="auto">
            <a:xfrm>
              <a:off x="1696892" y="5447478"/>
              <a:ext cx="2041122" cy="360000"/>
            </a:xfrm>
            <a:prstGeom prst="rect">
              <a:avLst/>
            </a:prstGeom>
            <a:solidFill>
              <a:sysClr val="window" lastClr="FFFFFF"/>
            </a:solidFill>
            <a:ln w="9525" cap="flat" cmpd="sng" algn="ctr">
              <a:solidFill>
                <a:srgbClr val="4472C4"/>
              </a:solidFill>
              <a:prstDash val="solid"/>
              <a:headEnd type="none" w="med" len="med"/>
              <a:tailEnd type="none" w="med" len="med"/>
            </a:ln>
            <a:effectLst>
              <a:outerShdw blurRad="40000" dist="23000" dir="5400000" rotWithShape="0">
                <a:srgbClr val="000000">
                  <a:alpha val="35000"/>
                </a:srgbClr>
              </a:outerShdw>
            </a:effectLst>
          </p:spPr>
          <p:txBody>
            <a:bodyPr vert="horz" wrap="square" lIns="91440" tIns="45720" rIns="91440" bIns="45720" numCol="1" rtlCol="0" anchor="ctr" anchorCtr="0" compatLnSpc="1">
              <a:prstTxWarp prst="textNoShape">
                <a:avLst/>
              </a:prstTxWarp>
            </a:bodyPr>
            <a:lstStyle>
              <a:defPPr>
                <a:defRPr lang="en-GB"/>
              </a:defPPr>
              <a:lvl1pPr algn="ctr" defTabSz="449263" rtl="0" fontAlgn="base">
                <a:spcBef>
                  <a:spcPct val="20000"/>
                </a:spcBef>
                <a:spcAft>
                  <a:spcPct val="0"/>
                </a:spcAft>
                <a:defRPr sz="800" kern="1200">
                  <a:solidFill>
                    <a:schemeClr val="lt1"/>
                  </a:solidFill>
                  <a:latin typeface="+mn-lt"/>
                  <a:ea typeface="+mn-ea"/>
                  <a:cs typeface="+mn-cs"/>
                </a:defRPr>
              </a:lvl1pPr>
              <a:lvl2pPr marL="742950" indent="-285750" algn="ctr" defTabSz="449263" rtl="0" fontAlgn="base">
                <a:spcBef>
                  <a:spcPct val="20000"/>
                </a:spcBef>
                <a:spcAft>
                  <a:spcPct val="0"/>
                </a:spcAft>
                <a:defRPr sz="800" kern="1200">
                  <a:solidFill>
                    <a:schemeClr val="lt1"/>
                  </a:solidFill>
                  <a:latin typeface="+mn-lt"/>
                  <a:ea typeface="+mn-ea"/>
                  <a:cs typeface="+mn-cs"/>
                </a:defRPr>
              </a:lvl2pPr>
              <a:lvl3pPr marL="1143000" indent="-228600" algn="ctr" defTabSz="449263" rtl="0" fontAlgn="base">
                <a:spcBef>
                  <a:spcPct val="20000"/>
                </a:spcBef>
                <a:spcAft>
                  <a:spcPct val="0"/>
                </a:spcAft>
                <a:defRPr sz="800" kern="1200">
                  <a:solidFill>
                    <a:schemeClr val="lt1"/>
                  </a:solidFill>
                  <a:latin typeface="+mn-lt"/>
                  <a:ea typeface="+mn-ea"/>
                  <a:cs typeface="+mn-cs"/>
                </a:defRPr>
              </a:lvl3pPr>
              <a:lvl4pPr marL="1600200" indent="-228600" algn="ctr" defTabSz="449263" rtl="0" fontAlgn="base">
                <a:spcBef>
                  <a:spcPct val="20000"/>
                </a:spcBef>
                <a:spcAft>
                  <a:spcPct val="0"/>
                </a:spcAft>
                <a:defRPr sz="800" kern="1200">
                  <a:solidFill>
                    <a:schemeClr val="lt1"/>
                  </a:solidFill>
                  <a:latin typeface="+mn-lt"/>
                  <a:ea typeface="+mn-ea"/>
                  <a:cs typeface="+mn-cs"/>
                </a:defRPr>
              </a:lvl4pPr>
              <a:lvl5pPr marL="2057400" indent="-228600" algn="ctr" defTabSz="449263" rtl="0" fontAlgn="base">
                <a:spcBef>
                  <a:spcPct val="20000"/>
                </a:spcBef>
                <a:spcAft>
                  <a:spcPct val="0"/>
                </a:spcAft>
                <a:defRPr sz="800" kern="1200">
                  <a:solidFill>
                    <a:schemeClr val="lt1"/>
                  </a:solidFill>
                  <a:latin typeface="+mn-lt"/>
                  <a:ea typeface="+mn-ea"/>
                  <a:cs typeface="+mn-cs"/>
                </a:defRPr>
              </a:lvl5pPr>
              <a:lvl6pPr marL="2286000" algn="l" defTabSz="914400" rtl="0" eaLnBrk="1" latinLnBrk="0" hangingPunct="1">
                <a:defRPr sz="800" kern="1200">
                  <a:solidFill>
                    <a:schemeClr val="lt1"/>
                  </a:solidFill>
                  <a:latin typeface="+mn-lt"/>
                  <a:ea typeface="+mn-ea"/>
                  <a:cs typeface="+mn-cs"/>
                </a:defRPr>
              </a:lvl6pPr>
              <a:lvl7pPr marL="2743200" algn="l" defTabSz="914400" rtl="0" eaLnBrk="1" latinLnBrk="0" hangingPunct="1">
                <a:defRPr sz="800" kern="1200">
                  <a:solidFill>
                    <a:schemeClr val="lt1"/>
                  </a:solidFill>
                  <a:latin typeface="+mn-lt"/>
                  <a:ea typeface="+mn-ea"/>
                  <a:cs typeface="+mn-cs"/>
                </a:defRPr>
              </a:lvl7pPr>
              <a:lvl8pPr marL="3200400" algn="l" defTabSz="914400" rtl="0" eaLnBrk="1" latinLnBrk="0" hangingPunct="1">
                <a:defRPr sz="800" kern="1200">
                  <a:solidFill>
                    <a:schemeClr val="lt1"/>
                  </a:solidFill>
                  <a:latin typeface="+mn-lt"/>
                  <a:ea typeface="+mn-ea"/>
                  <a:cs typeface="+mn-cs"/>
                </a:defRPr>
              </a:lvl8pPr>
              <a:lvl9pPr marL="3657600" algn="l" defTabSz="914400" rtl="0" eaLnBrk="1" latinLnBrk="0" hangingPunct="1">
                <a:defRPr sz="800" kern="1200">
                  <a:solidFill>
                    <a:schemeClr val="lt1"/>
                  </a:solidFill>
                  <a:latin typeface="+mn-lt"/>
                  <a:ea typeface="+mn-ea"/>
                  <a:cs typeface="+mn-cs"/>
                </a:defRPr>
              </a:lvl9pPr>
            </a:lstStyle>
            <a:p>
              <a:pPr>
                <a:spcBef>
                  <a:spcPct val="0"/>
                </a:spcBef>
                <a:buClr>
                  <a:srgbClr val="000000"/>
                </a:buClr>
                <a:buSzPct val="100000"/>
                <a:buFont typeface="Wingdings" pitchFamily="2" charset="2"/>
                <a:buNone/>
                <a:defRPr/>
              </a:pPr>
              <a:r>
                <a:rPr kumimoji="0" lang="ja-JP" altLang="en-US" sz="10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ご担当者様</a:t>
              </a:r>
              <a:endParaRPr kumimoji="0" lang="en-US" altLang="ja-JP" sz="100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grpSp>
      <p:grpSp>
        <p:nvGrpSpPr>
          <p:cNvPr id="55" name="グループ化 54">
            <a:extLst>
              <a:ext uri="{FF2B5EF4-FFF2-40B4-BE49-F238E27FC236}">
                <a16:creationId xmlns:a16="http://schemas.microsoft.com/office/drawing/2014/main" id="{740EC85B-7D1D-24D9-E78C-81EC8C39C5E1}"/>
              </a:ext>
            </a:extLst>
          </p:cNvPr>
          <p:cNvGrpSpPr/>
          <p:nvPr/>
        </p:nvGrpSpPr>
        <p:grpSpPr>
          <a:xfrm>
            <a:off x="5219937" y="5284141"/>
            <a:ext cx="1654528" cy="648705"/>
            <a:chOff x="3976848" y="5158773"/>
            <a:chExt cx="2041122" cy="648705"/>
          </a:xfrm>
        </p:grpSpPr>
        <p:sp>
          <p:nvSpPr>
            <p:cNvPr id="53" name="正方形/長方形 52">
              <a:extLst>
                <a:ext uri="{FF2B5EF4-FFF2-40B4-BE49-F238E27FC236}">
                  <a16:creationId xmlns:a16="http://schemas.microsoft.com/office/drawing/2014/main" id="{0795AD0F-E0AB-EDCA-E1EB-1290D7050CF2}"/>
                </a:ext>
              </a:extLst>
            </p:cNvPr>
            <p:cNvSpPr/>
            <p:nvPr/>
          </p:nvSpPr>
          <p:spPr bwMode="auto">
            <a:xfrm>
              <a:off x="3976848" y="5158773"/>
              <a:ext cx="2041122" cy="252000"/>
            </a:xfrm>
            <a:prstGeom prst="rect">
              <a:avLst/>
            </a:prstGeom>
            <a:solidFill>
              <a:srgbClr val="FF0000"/>
            </a:solidFill>
            <a:ln w="9525" cap="flat" cmpd="sng" algn="ctr">
              <a:solidFill>
                <a:srgbClr val="4472C4"/>
              </a:solidFill>
              <a:prstDash val="solid"/>
              <a:headEnd type="none" w="med" len="med"/>
              <a:tailEnd type="none" w="med" len="med"/>
            </a:ln>
            <a:effectLst>
              <a:outerShdw blurRad="40000" dist="23000" dir="5400000" rotWithShape="0">
                <a:srgbClr val="000000">
                  <a:alpha val="35000"/>
                </a:srgbClr>
              </a:outerShdw>
            </a:effectLst>
          </p:spPr>
          <p:txBody>
            <a:bodyPr vert="horz" wrap="square" lIns="91440" tIns="45720" rIns="91440" bIns="45720" numCol="1" rtlCol="0" anchor="ctr" anchorCtr="0" compatLnSpc="1">
              <a:prstTxWarp prst="textNoShape">
                <a:avLst/>
              </a:prstTxWarp>
            </a:bodyPr>
            <a:lstStyle>
              <a:defPPr>
                <a:defRPr lang="en-GB"/>
              </a:defPPr>
              <a:lvl1pPr algn="ctr" defTabSz="449263" rtl="0" fontAlgn="base">
                <a:spcBef>
                  <a:spcPct val="20000"/>
                </a:spcBef>
                <a:spcAft>
                  <a:spcPct val="0"/>
                </a:spcAft>
                <a:defRPr sz="800" kern="1200">
                  <a:solidFill>
                    <a:schemeClr val="lt1"/>
                  </a:solidFill>
                  <a:latin typeface="+mn-lt"/>
                  <a:ea typeface="+mn-ea"/>
                  <a:cs typeface="+mn-cs"/>
                </a:defRPr>
              </a:lvl1pPr>
              <a:lvl2pPr marL="742950" indent="-285750" algn="ctr" defTabSz="449263" rtl="0" fontAlgn="base">
                <a:spcBef>
                  <a:spcPct val="20000"/>
                </a:spcBef>
                <a:spcAft>
                  <a:spcPct val="0"/>
                </a:spcAft>
                <a:defRPr sz="800" kern="1200">
                  <a:solidFill>
                    <a:schemeClr val="lt1"/>
                  </a:solidFill>
                  <a:latin typeface="+mn-lt"/>
                  <a:ea typeface="+mn-ea"/>
                  <a:cs typeface="+mn-cs"/>
                </a:defRPr>
              </a:lvl2pPr>
              <a:lvl3pPr marL="1143000" indent="-228600" algn="ctr" defTabSz="449263" rtl="0" fontAlgn="base">
                <a:spcBef>
                  <a:spcPct val="20000"/>
                </a:spcBef>
                <a:spcAft>
                  <a:spcPct val="0"/>
                </a:spcAft>
                <a:defRPr sz="800" kern="1200">
                  <a:solidFill>
                    <a:schemeClr val="lt1"/>
                  </a:solidFill>
                  <a:latin typeface="+mn-lt"/>
                  <a:ea typeface="+mn-ea"/>
                  <a:cs typeface="+mn-cs"/>
                </a:defRPr>
              </a:lvl3pPr>
              <a:lvl4pPr marL="1600200" indent="-228600" algn="ctr" defTabSz="449263" rtl="0" fontAlgn="base">
                <a:spcBef>
                  <a:spcPct val="20000"/>
                </a:spcBef>
                <a:spcAft>
                  <a:spcPct val="0"/>
                </a:spcAft>
                <a:defRPr sz="800" kern="1200">
                  <a:solidFill>
                    <a:schemeClr val="lt1"/>
                  </a:solidFill>
                  <a:latin typeface="+mn-lt"/>
                  <a:ea typeface="+mn-ea"/>
                  <a:cs typeface="+mn-cs"/>
                </a:defRPr>
              </a:lvl4pPr>
              <a:lvl5pPr marL="2057400" indent="-228600" algn="ctr" defTabSz="449263" rtl="0" fontAlgn="base">
                <a:spcBef>
                  <a:spcPct val="20000"/>
                </a:spcBef>
                <a:spcAft>
                  <a:spcPct val="0"/>
                </a:spcAft>
                <a:defRPr sz="800" kern="1200">
                  <a:solidFill>
                    <a:schemeClr val="lt1"/>
                  </a:solidFill>
                  <a:latin typeface="+mn-lt"/>
                  <a:ea typeface="+mn-ea"/>
                  <a:cs typeface="+mn-cs"/>
                </a:defRPr>
              </a:lvl5pPr>
              <a:lvl6pPr marL="2286000" algn="l" defTabSz="914400" rtl="0" eaLnBrk="1" latinLnBrk="0" hangingPunct="1">
                <a:defRPr sz="800" kern="1200">
                  <a:solidFill>
                    <a:schemeClr val="lt1"/>
                  </a:solidFill>
                  <a:latin typeface="+mn-lt"/>
                  <a:ea typeface="+mn-ea"/>
                  <a:cs typeface="+mn-cs"/>
                </a:defRPr>
              </a:lvl6pPr>
              <a:lvl7pPr marL="2743200" algn="l" defTabSz="914400" rtl="0" eaLnBrk="1" latinLnBrk="0" hangingPunct="1">
                <a:defRPr sz="800" kern="1200">
                  <a:solidFill>
                    <a:schemeClr val="lt1"/>
                  </a:solidFill>
                  <a:latin typeface="+mn-lt"/>
                  <a:ea typeface="+mn-ea"/>
                  <a:cs typeface="+mn-cs"/>
                </a:defRPr>
              </a:lvl7pPr>
              <a:lvl8pPr marL="3200400" algn="l" defTabSz="914400" rtl="0" eaLnBrk="1" latinLnBrk="0" hangingPunct="1">
                <a:defRPr sz="800" kern="1200">
                  <a:solidFill>
                    <a:schemeClr val="lt1"/>
                  </a:solidFill>
                  <a:latin typeface="+mn-lt"/>
                  <a:ea typeface="+mn-ea"/>
                  <a:cs typeface="+mn-cs"/>
                </a:defRPr>
              </a:lvl8pPr>
              <a:lvl9pPr marL="3657600" algn="l" defTabSz="914400" rtl="0" eaLnBrk="1" latinLnBrk="0" hangingPunct="1">
                <a:defRPr sz="800" kern="1200">
                  <a:solidFill>
                    <a:schemeClr val="lt1"/>
                  </a:solidFill>
                  <a:latin typeface="+mn-lt"/>
                  <a:ea typeface="+mn-ea"/>
                  <a:cs typeface="+mn-cs"/>
                </a:defRPr>
              </a:lvl9pPr>
            </a:lstStyle>
            <a:p>
              <a:pPr>
                <a:spcBef>
                  <a:spcPct val="0"/>
                </a:spcBef>
                <a:buClr>
                  <a:srgbClr val="000000"/>
                </a:buClr>
                <a:buSzPct val="100000"/>
                <a:buFont typeface="Times New Roman" pitchFamily="18" charset="0"/>
                <a:buNone/>
                <a:defRPr/>
              </a:pPr>
              <a:r>
                <a:rPr kumimoji="0" lang="ja-JP" altLang="en-US" sz="1050"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施工会社</a:t>
              </a:r>
            </a:p>
          </p:txBody>
        </p:sp>
        <p:sp>
          <p:nvSpPr>
            <p:cNvPr id="54" name="正方形/長方形 53">
              <a:extLst>
                <a:ext uri="{FF2B5EF4-FFF2-40B4-BE49-F238E27FC236}">
                  <a16:creationId xmlns:a16="http://schemas.microsoft.com/office/drawing/2014/main" id="{C69E3AF8-2E2E-9753-4070-F48E6920A28C}"/>
                </a:ext>
              </a:extLst>
            </p:cNvPr>
            <p:cNvSpPr/>
            <p:nvPr/>
          </p:nvSpPr>
          <p:spPr bwMode="auto">
            <a:xfrm>
              <a:off x="3976848" y="5447478"/>
              <a:ext cx="2041122" cy="360000"/>
            </a:xfrm>
            <a:prstGeom prst="rect">
              <a:avLst/>
            </a:prstGeom>
            <a:solidFill>
              <a:sysClr val="window" lastClr="FFFFFF"/>
            </a:solidFill>
            <a:ln w="9525" cap="flat" cmpd="sng" algn="ctr">
              <a:solidFill>
                <a:srgbClr val="4472C4"/>
              </a:solidFill>
              <a:prstDash val="solid"/>
              <a:headEnd type="none" w="med" len="med"/>
              <a:tailEnd type="none" w="med" len="med"/>
            </a:ln>
            <a:effectLst>
              <a:outerShdw blurRad="40000" dist="23000" dir="5400000" rotWithShape="0">
                <a:srgbClr val="000000">
                  <a:alpha val="35000"/>
                </a:srgbClr>
              </a:outerShdw>
            </a:effectLst>
          </p:spPr>
          <p:txBody>
            <a:bodyPr vert="horz" wrap="square" lIns="91440" tIns="45720" rIns="91440" bIns="45720" numCol="1" rtlCol="0" anchor="ctr" anchorCtr="0" compatLnSpc="1">
              <a:prstTxWarp prst="textNoShape">
                <a:avLst/>
              </a:prstTxWarp>
            </a:bodyPr>
            <a:lstStyle>
              <a:defPPr>
                <a:defRPr lang="en-GB"/>
              </a:defPPr>
              <a:lvl1pPr algn="ctr" defTabSz="449263" rtl="0" fontAlgn="base">
                <a:spcBef>
                  <a:spcPct val="20000"/>
                </a:spcBef>
                <a:spcAft>
                  <a:spcPct val="0"/>
                </a:spcAft>
                <a:defRPr sz="800" kern="1200">
                  <a:solidFill>
                    <a:schemeClr val="lt1"/>
                  </a:solidFill>
                  <a:latin typeface="+mn-lt"/>
                  <a:ea typeface="+mn-ea"/>
                  <a:cs typeface="+mn-cs"/>
                </a:defRPr>
              </a:lvl1pPr>
              <a:lvl2pPr marL="742950" indent="-285750" algn="ctr" defTabSz="449263" rtl="0" fontAlgn="base">
                <a:spcBef>
                  <a:spcPct val="20000"/>
                </a:spcBef>
                <a:spcAft>
                  <a:spcPct val="0"/>
                </a:spcAft>
                <a:defRPr sz="800" kern="1200">
                  <a:solidFill>
                    <a:schemeClr val="lt1"/>
                  </a:solidFill>
                  <a:latin typeface="+mn-lt"/>
                  <a:ea typeface="+mn-ea"/>
                  <a:cs typeface="+mn-cs"/>
                </a:defRPr>
              </a:lvl2pPr>
              <a:lvl3pPr marL="1143000" indent="-228600" algn="ctr" defTabSz="449263" rtl="0" fontAlgn="base">
                <a:spcBef>
                  <a:spcPct val="20000"/>
                </a:spcBef>
                <a:spcAft>
                  <a:spcPct val="0"/>
                </a:spcAft>
                <a:defRPr sz="800" kern="1200">
                  <a:solidFill>
                    <a:schemeClr val="lt1"/>
                  </a:solidFill>
                  <a:latin typeface="+mn-lt"/>
                  <a:ea typeface="+mn-ea"/>
                  <a:cs typeface="+mn-cs"/>
                </a:defRPr>
              </a:lvl3pPr>
              <a:lvl4pPr marL="1600200" indent="-228600" algn="ctr" defTabSz="449263" rtl="0" fontAlgn="base">
                <a:spcBef>
                  <a:spcPct val="20000"/>
                </a:spcBef>
                <a:spcAft>
                  <a:spcPct val="0"/>
                </a:spcAft>
                <a:defRPr sz="800" kern="1200">
                  <a:solidFill>
                    <a:schemeClr val="lt1"/>
                  </a:solidFill>
                  <a:latin typeface="+mn-lt"/>
                  <a:ea typeface="+mn-ea"/>
                  <a:cs typeface="+mn-cs"/>
                </a:defRPr>
              </a:lvl4pPr>
              <a:lvl5pPr marL="2057400" indent="-228600" algn="ctr" defTabSz="449263" rtl="0" fontAlgn="base">
                <a:spcBef>
                  <a:spcPct val="20000"/>
                </a:spcBef>
                <a:spcAft>
                  <a:spcPct val="0"/>
                </a:spcAft>
                <a:defRPr sz="800" kern="1200">
                  <a:solidFill>
                    <a:schemeClr val="lt1"/>
                  </a:solidFill>
                  <a:latin typeface="+mn-lt"/>
                  <a:ea typeface="+mn-ea"/>
                  <a:cs typeface="+mn-cs"/>
                </a:defRPr>
              </a:lvl5pPr>
              <a:lvl6pPr marL="2286000" algn="l" defTabSz="914400" rtl="0" eaLnBrk="1" latinLnBrk="0" hangingPunct="1">
                <a:defRPr sz="800" kern="1200">
                  <a:solidFill>
                    <a:schemeClr val="lt1"/>
                  </a:solidFill>
                  <a:latin typeface="+mn-lt"/>
                  <a:ea typeface="+mn-ea"/>
                  <a:cs typeface="+mn-cs"/>
                </a:defRPr>
              </a:lvl6pPr>
              <a:lvl7pPr marL="2743200" algn="l" defTabSz="914400" rtl="0" eaLnBrk="1" latinLnBrk="0" hangingPunct="1">
                <a:defRPr sz="800" kern="1200">
                  <a:solidFill>
                    <a:schemeClr val="lt1"/>
                  </a:solidFill>
                  <a:latin typeface="+mn-lt"/>
                  <a:ea typeface="+mn-ea"/>
                  <a:cs typeface="+mn-cs"/>
                </a:defRPr>
              </a:lvl7pPr>
              <a:lvl8pPr marL="3200400" algn="l" defTabSz="914400" rtl="0" eaLnBrk="1" latinLnBrk="0" hangingPunct="1">
                <a:defRPr sz="800" kern="1200">
                  <a:solidFill>
                    <a:schemeClr val="lt1"/>
                  </a:solidFill>
                  <a:latin typeface="+mn-lt"/>
                  <a:ea typeface="+mn-ea"/>
                  <a:cs typeface="+mn-cs"/>
                </a:defRPr>
              </a:lvl8pPr>
              <a:lvl9pPr marL="3657600" algn="l" defTabSz="914400" rtl="0" eaLnBrk="1" latinLnBrk="0" hangingPunct="1">
                <a:defRPr sz="800" kern="1200">
                  <a:solidFill>
                    <a:schemeClr val="lt1"/>
                  </a:solidFill>
                  <a:latin typeface="+mn-lt"/>
                  <a:ea typeface="+mn-ea"/>
                  <a:cs typeface="+mn-cs"/>
                </a:defRPr>
              </a:lvl9pPr>
            </a:lstStyle>
            <a:p>
              <a:pPr>
                <a:spcBef>
                  <a:spcPct val="0"/>
                </a:spcBef>
                <a:buClr>
                  <a:srgbClr val="000000"/>
                </a:buClr>
                <a:buSzPct val="100000"/>
                <a:buFont typeface="Wingdings" pitchFamily="2" charset="2"/>
                <a:buNone/>
                <a:defRPr/>
              </a:pPr>
              <a:r>
                <a:rPr kumimoji="0" lang="ja-JP" altLang="en-US" sz="10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ご担当者様</a:t>
              </a:r>
              <a:endParaRPr kumimoji="0" lang="en-US" altLang="ja-JP" sz="100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grpSp>
      <p:sp>
        <p:nvSpPr>
          <p:cNvPr id="66" name="正方形/長方形 65">
            <a:extLst>
              <a:ext uri="{FF2B5EF4-FFF2-40B4-BE49-F238E27FC236}">
                <a16:creationId xmlns:a16="http://schemas.microsoft.com/office/drawing/2014/main" id="{BF68730E-4455-EF75-EA5E-FA3C7826A9C9}"/>
              </a:ext>
            </a:extLst>
          </p:cNvPr>
          <p:cNvSpPr/>
          <p:nvPr/>
        </p:nvSpPr>
        <p:spPr>
          <a:xfrm>
            <a:off x="899800" y="4844629"/>
            <a:ext cx="6440129" cy="1368845"/>
          </a:xfrm>
          <a:prstGeom prst="rect">
            <a:avLst/>
          </a:prstGeom>
          <a:noFill/>
          <a:ln w="28575" cap="flat" cmpd="sng" algn="ctr">
            <a:solidFill>
              <a:srgbClr val="FF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6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endParaRPr>
          </a:p>
        </p:txBody>
      </p:sp>
      <p:sp>
        <p:nvSpPr>
          <p:cNvPr id="8" name="Text Box 32">
            <a:extLst>
              <a:ext uri="{FF2B5EF4-FFF2-40B4-BE49-F238E27FC236}">
                <a16:creationId xmlns:a16="http://schemas.microsoft.com/office/drawing/2014/main" id="{9EAA45D9-3A18-3C43-5797-E9E7A144FE6D}"/>
              </a:ext>
            </a:extLst>
          </p:cNvPr>
          <p:cNvSpPr txBox="1">
            <a:spLocks noChangeArrowheads="1"/>
          </p:cNvSpPr>
          <p:nvPr/>
        </p:nvSpPr>
        <p:spPr bwMode="auto">
          <a:xfrm>
            <a:off x="812800" y="4853015"/>
            <a:ext cx="2790310" cy="3086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8240" tIns="8165" rIns="68240" bIns="8165"/>
          <a:lstStyle>
            <a:lvl1pPr defTabSz="839788" eaLnBrk="0" hangingPunct="0">
              <a:defRPr kumimoji="1" sz="2200">
                <a:solidFill>
                  <a:schemeClr val="tx1"/>
                </a:solidFill>
                <a:latin typeface="Arial" panose="020B0604020202020204" pitchFamily="34" charset="0"/>
                <a:ea typeface="ＭＳ Ｐゴシック" panose="020B0600070205080204" pitchFamily="50" charset="-128"/>
              </a:defRPr>
            </a:lvl1pPr>
            <a:lvl2pPr marL="742950" indent="-285750" defTabSz="839788" eaLnBrk="0" hangingPunct="0">
              <a:defRPr kumimoji="1" sz="2200">
                <a:solidFill>
                  <a:schemeClr val="tx1"/>
                </a:solidFill>
                <a:latin typeface="Arial" panose="020B0604020202020204" pitchFamily="34" charset="0"/>
                <a:ea typeface="ＭＳ Ｐゴシック" panose="020B0600070205080204" pitchFamily="50" charset="-128"/>
              </a:defRPr>
            </a:lvl2pPr>
            <a:lvl3pPr marL="1143000" indent="-228600" defTabSz="839788" eaLnBrk="0" hangingPunct="0">
              <a:defRPr kumimoji="1" sz="2200">
                <a:solidFill>
                  <a:schemeClr val="tx1"/>
                </a:solidFill>
                <a:latin typeface="Arial" panose="020B0604020202020204" pitchFamily="34" charset="0"/>
                <a:ea typeface="ＭＳ Ｐゴシック" panose="020B0600070205080204" pitchFamily="50" charset="-128"/>
              </a:defRPr>
            </a:lvl3pPr>
            <a:lvl4pPr marL="1600200" indent="-228600" defTabSz="839788" eaLnBrk="0" hangingPunct="0">
              <a:defRPr kumimoji="1" sz="2200">
                <a:solidFill>
                  <a:schemeClr val="tx1"/>
                </a:solidFill>
                <a:latin typeface="Arial" panose="020B0604020202020204" pitchFamily="34" charset="0"/>
                <a:ea typeface="ＭＳ Ｐゴシック" panose="020B0600070205080204" pitchFamily="50" charset="-128"/>
              </a:defRPr>
            </a:lvl4pPr>
            <a:lvl5pPr marL="2057400" indent="-228600" defTabSz="839788" eaLnBrk="0" hangingPunct="0">
              <a:defRPr kumimoji="1" sz="2200">
                <a:solidFill>
                  <a:schemeClr val="tx1"/>
                </a:solidFill>
                <a:latin typeface="Arial" panose="020B0604020202020204" pitchFamily="34" charset="0"/>
                <a:ea typeface="ＭＳ Ｐゴシック" panose="020B0600070205080204" pitchFamily="50" charset="-128"/>
              </a:defRPr>
            </a:lvl5pPr>
            <a:lvl6pPr marL="2514600" indent="-228600" defTabSz="839788" eaLnBrk="0" fontAlgn="base" hangingPunct="0">
              <a:spcBef>
                <a:spcPct val="0"/>
              </a:spcBef>
              <a:spcAft>
                <a:spcPct val="0"/>
              </a:spcAft>
              <a:defRPr kumimoji="1" sz="2200">
                <a:solidFill>
                  <a:schemeClr val="tx1"/>
                </a:solidFill>
                <a:latin typeface="Arial" panose="020B0604020202020204" pitchFamily="34" charset="0"/>
                <a:ea typeface="ＭＳ Ｐゴシック" panose="020B0600070205080204" pitchFamily="50" charset="-128"/>
              </a:defRPr>
            </a:lvl6pPr>
            <a:lvl7pPr marL="2971800" indent="-228600" defTabSz="839788" eaLnBrk="0" fontAlgn="base" hangingPunct="0">
              <a:spcBef>
                <a:spcPct val="0"/>
              </a:spcBef>
              <a:spcAft>
                <a:spcPct val="0"/>
              </a:spcAft>
              <a:defRPr kumimoji="1" sz="2200">
                <a:solidFill>
                  <a:schemeClr val="tx1"/>
                </a:solidFill>
                <a:latin typeface="Arial" panose="020B0604020202020204" pitchFamily="34" charset="0"/>
                <a:ea typeface="ＭＳ Ｐゴシック" panose="020B0600070205080204" pitchFamily="50" charset="-128"/>
              </a:defRPr>
            </a:lvl7pPr>
            <a:lvl8pPr marL="3429000" indent="-228600" defTabSz="839788" eaLnBrk="0" fontAlgn="base" hangingPunct="0">
              <a:spcBef>
                <a:spcPct val="0"/>
              </a:spcBef>
              <a:spcAft>
                <a:spcPct val="0"/>
              </a:spcAft>
              <a:defRPr kumimoji="1" sz="2200">
                <a:solidFill>
                  <a:schemeClr val="tx1"/>
                </a:solidFill>
                <a:latin typeface="Arial" panose="020B0604020202020204" pitchFamily="34" charset="0"/>
                <a:ea typeface="ＭＳ Ｐゴシック" panose="020B0600070205080204" pitchFamily="50" charset="-128"/>
              </a:defRPr>
            </a:lvl8pPr>
            <a:lvl9pPr marL="3886200" indent="-228600" defTabSz="839788" eaLnBrk="0" fontAlgn="base" hangingPunct="0">
              <a:spcBef>
                <a:spcPct val="0"/>
              </a:spcBef>
              <a:spcAft>
                <a:spcPct val="0"/>
              </a:spcAft>
              <a:defRPr kumimoji="1" sz="2200">
                <a:solidFill>
                  <a:schemeClr val="tx1"/>
                </a:solidFill>
                <a:latin typeface="Arial" panose="020B0604020202020204" pitchFamily="34" charset="0"/>
                <a:ea typeface="ＭＳ Ｐゴシック" panose="020B0600070205080204" pitchFamily="50" charset="-128"/>
              </a:defRPr>
            </a:lvl9pPr>
          </a:lstStyle>
          <a:p>
            <a:pPr algn="ctr" eaLnBrk="1" hangingPunct="1"/>
            <a:r>
              <a:rPr lang="ja-JP" altLang="en-US" sz="1800" dirty="0">
                <a:solidFill>
                  <a:srgbClr val="FF0000"/>
                </a:solidFill>
                <a:latin typeface="Meiryo UI" panose="020B0604030504040204" pitchFamily="50" charset="-128"/>
                <a:ea typeface="Meiryo UI" panose="020B0604030504040204" pitchFamily="50" charset="-128"/>
              </a:rPr>
              <a:t>協力会社</a:t>
            </a:r>
            <a:r>
              <a:rPr lang="en-US" altLang="ja-JP" sz="1800" dirty="0">
                <a:solidFill>
                  <a:srgbClr val="FF0000"/>
                </a:solidFill>
                <a:latin typeface="Meiryo UI" panose="020B0604030504040204" pitchFamily="50" charset="-128"/>
                <a:ea typeface="Meiryo UI" panose="020B0604030504040204" pitchFamily="50" charset="-128"/>
              </a:rPr>
              <a:t>(</a:t>
            </a:r>
            <a:r>
              <a:rPr lang="ja-JP" altLang="en-US" sz="1800" dirty="0">
                <a:solidFill>
                  <a:srgbClr val="FF0000"/>
                </a:solidFill>
                <a:latin typeface="Meiryo UI" panose="020B0604030504040204" pitchFamily="50" charset="-128"/>
                <a:ea typeface="Meiryo UI" panose="020B0604030504040204" pitchFamily="50" charset="-128"/>
              </a:rPr>
              <a:t>ヒアリング対象</a:t>
            </a:r>
            <a:r>
              <a:rPr lang="en-US" altLang="ja-JP" sz="1800" dirty="0">
                <a:solidFill>
                  <a:srgbClr val="FF0000"/>
                </a:solidFill>
                <a:latin typeface="Meiryo UI" panose="020B0604030504040204" pitchFamily="50" charset="-128"/>
                <a:ea typeface="Meiryo UI" panose="020B0604030504040204" pitchFamily="50" charset="-128"/>
              </a:rPr>
              <a:t>)</a:t>
            </a:r>
            <a:endParaRPr lang="ja-JP" altLang="en-US" sz="1800" dirty="0">
              <a:solidFill>
                <a:srgbClr val="FF0000"/>
              </a:solidFill>
              <a:latin typeface="Meiryo UI" panose="020B0604030504040204" pitchFamily="50" charset="-128"/>
              <a:ea typeface="Meiryo UI" panose="020B0604030504040204" pitchFamily="50" charset="-128"/>
            </a:endParaRPr>
          </a:p>
        </p:txBody>
      </p:sp>
      <p:cxnSp>
        <p:nvCxnSpPr>
          <p:cNvPr id="9" name="直線コネクタ 8">
            <a:extLst>
              <a:ext uri="{FF2B5EF4-FFF2-40B4-BE49-F238E27FC236}">
                <a16:creationId xmlns:a16="http://schemas.microsoft.com/office/drawing/2014/main" id="{AB0F5F21-ECC5-3CA2-070D-D9C315708D7C}"/>
              </a:ext>
            </a:extLst>
          </p:cNvPr>
          <p:cNvCxnSpPr>
            <a:stCxn id="12" idx="1"/>
            <a:endCxn id="14" idx="3"/>
          </p:cNvCxnSpPr>
          <p:nvPr/>
        </p:nvCxnSpPr>
        <p:spPr>
          <a:xfrm flipH="1">
            <a:off x="9563431" y="2792984"/>
            <a:ext cx="339070" cy="1682"/>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1" name="直線矢印コネクタ 10">
            <a:extLst>
              <a:ext uri="{FF2B5EF4-FFF2-40B4-BE49-F238E27FC236}">
                <a16:creationId xmlns:a16="http://schemas.microsoft.com/office/drawing/2014/main" id="{46622F76-BBD6-6250-92DF-3AF83F71AF64}"/>
              </a:ext>
            </a:extLst>
          </p:cNvPr>
          <p:cNvCxnSpPr>
            <a:cxnSpLocks/>
            <a:stCxn id="14" idx="2"/>
            <a:endCxn id="23" idx="0"/>
          </p:cNvCxnSpPr>
          <p:nvPr/>
        </p:nvCxnSpPr>
        <p:spPr>
          <a:xfrm flipH="1">
            <a:off x="8764176" y="3072497"/>
            <a:ext cx="1" cy="435481"/>
          </a:xfrm>
          <a:prstGeom prst="straightConnector1">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0" name="直線矢印コネクタ 29">
            <a:extLst>
              <a:ext uri="{FF2B5EF4-FFF2-40B4-BE49-F238E27FC236}">
                <a16:creationId xmlns:a16="http://schemas.microsoft.com/office/drawing/2014/main" id="{A6550044-0062-FF2D-1B74-05EAD2B4C4A0}"/>
              </a:ext>
            </a:extLst>
          </p:cNvPr>
          <p:cNvCxnSpPr>
            <a:cxnSpLocks/>
            <a:stCxn id="24" idx="2"/>
            <a:endCxn id="26" idx="0"/>
          </p:cNvCxnSpPr>
          <p:nvPr/>
        </p:nvCxnSpPr>
        <p:spPr>
          <a:xfrm>
            <a:off x="8764176" y="4157149"/>
            <a:ext cx="0" cy="435480"/>
          </a:xfrm>
          <a:prstGeom prst="straightConnector1">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grpSp>
        <p:nvGrpSpPr>
          <p:cNvPr id="33" name="グループ化 32">
            <a:extLst>
              <a:ext uri="{FF2B5EF4-FFF2-40B4-BE49-F238E27FC236}">
                <a16:creationId xmlns:a16="http://schemas.microsoft.com/office/drawing/2014/main" id="{0887B632-036E-2BFD-BEA1-5FEBE311EA6F}"/>
              </a:ext>
            </a:extLst>
          </p:cNvPr>
          <p:cNvGrpSpPr/>
          <p:nvPr/>
        </p:nvGrpSpPr>
        <p:grpSpPr>
          <a:xfrm>
            <a:off x="3268407" y="5284141"/>
            <a:ext cx="1654528" cy="648705"/>
            <a:chOff x="3976848" y="5158773"/>
            <a:chExt cx="2041122" cy="648705"/>
          </a:xfrm>
        </p:grpSpPr>
        <p:sp>
          <p:nvSpPr>
            <p:cNvPr id="34" name="正方形/長方形 33">
              <a:extLst>
                <a:ext uri="{FF2B5EF4-FFF2-40B4-BE49-F238E27FC236}">
                  <a16:creationId xmlns:a16="http://schemas.microsoft.com/office/drawing/2014/main" id="{5FEC6ECF-23B4-387B-3463-23281B94816F}"/>
                </a:ext>
              </a:extLst>
            </p:cNvPr>
            <p:cNvSpPr/>
            <p:nvPr/>
          </p:nvSpPr>
          <p:spPr bwMode="auto">
            <a:xfrm>
              <a:off x="3976848" y="5158773"/>
              <a:ext cx="2041122" cy="252000"/>
            </a:xfrm>
            <a:prstGeom prst="rect">
              <a:avLst/>
            </a:prstGeom>
            <a:solidFill>
              <a:srgbClr val="FF0000"/>
            </a:solidFill>
            <a:ln w="9525" cap="flat" cmpd="sng" algn="ctr">
              <a:solidFill>
                <a:srgbClr val="4472C4"/>
              </a:solidFill>
              <a:prstDash val="solid"/>
              <a:headEnd type="none" w="med" len="med"/>
              <a:tailEnd type="none" w="med" len="med"/>
            </a:ln>
            <a:effectLst>
              <a:outerShdw blurRad="40000" dist="23000" dir="5400000" rotWithShape="0">
                <a:srgbClr val="000000">
                  <a:alpha val="35000"/>
                </a:srgbClr>
              </a:outerShdw>
            </a:effectLst>
          </p:spPr>
          <p:txBody>
            <a:bodyPr vert="horz" wrap="square" lIns="91440" tIns="45720" rIns="91440" bIns="45720" numCol="1" rtlCol="0" anchor="ctr" anchorCtr="0" compatLnSpc="1">
              <a:prstTxWarp prst="textNoShape">
                <a:avLst/>
              </a:prstTxWarp>
            </a:bodyPr>
            <a:lstStyle>
              <a:defPPr>
                <a:defRPr lang="en-GB"/>
              </a:defPPr>
              <a:lvl1pPr algn="ctr" defTabSz="449263" rtl="0" fontAlgn="base">
                <a:spcBef>
                  <a:spcPct val="20000"/>
                </a:spcBef>
                <a:spcAft>
                  <a:spcPct val="0"/>
                </a:spcAft>
                <a:defRPr sz="800" kern="1200">
                  <a:solidFill>
                    <a:schemeClr val="lt1"/>
                  </a:solidFill>
                  <a:latin typeface="+mn-lt"/>
                  <a:ea typeface="+mn-ea"/>
                  <a:cs typeface="+mn-cs"/>
                </a:defRPr>
              </a:lvl1pPr>
              <a:lvl2pPr marL="742950" indent="-285750" algn="ctr" defTabSz="449263" rtl="0" fontAlgn="base">
                <a:spcBef>
                  <a:spcPct val="20000"/>
                </a:spcBef>
                <a:spcAft>
                  <a:spcPct val="0"/>
                </a:spcAft>
                <a:defRPr sz="800" kern="1200">
                  <a:solidFill>
                    <a:schemeClr val="lt1"/>
                  </a:solidFill>
                  <a:latin typeface="+mn-lt"/>
                  <a:ea typeface="+mn-ea"/>
                  <a:cs typeface="+mn-cs"/>
                </a:defRPr>
              </a:lvl2pPr>
              <a:lvl3pPr marL="1143000" indent="-228600" algn="ctr" defTabSz="449263" rtl="0" fontAlgn="base">
                <a:spcBef>
                  <a:spcPct val="20000"/>
                </a:spcBef>
                <a:spcAft>
                  <a:spcPct val="0"/>
                </a:spcAft>
                <a:defRPr sz="800" kern="1200">
                  <a:solidFill>
                    <a:schemeClr val="lt1"/>
                  </a:solidFill>
                  <a:latin typeface="+mn-lt"/>
                  <a:ea typeface="+mn-ea"/>
                  <a:cs typeface="+mn-cs"/>
                </a:defRPr>
              </a:lvl3pPr>
              <a:lvl4pPr marL="1600200" indent="-228600" algn="ctr" defTabSz="449263" rtl="0" fontAlgn="base">
                <a:spcBef>
                  <a:spcPct val="20000"/>
                </a:spcBef>
                <a:spcAft>
                  <a:spcPct val="0"/>
                </a:spcAft>
                <a:defRPr sz="800" kern="1200">
                  <a:solidFill>
                    <a:schemeClr val="lt1"/>
                  </a:solidFill>
                  <a:latin typeface="+mn-lt"/>
                  <a:ea typeface="+mn-ea"/>
                  <a:cs typeface="+mn-cs"/>
                </a:defRPr>
              </a:lvl4pPr>
              <a:lvl5pPr marL="2057400" indent="-228600" algn="ctr" defTabSz="449263" rtl="0" fontAlgn="base">
                <a:spcBef>
                  <a:spcPct val="20000"/>
                </a:spcBef>
                <a:spcAft>
                  <a:spcPct val="0"/>
                </a:spcAft>
                <a:defRPr sz="800" kern="1200">
                  <a:solidFill>
                    <a:schemeClr val="lt1"/>
                  </a:solidFill>
                  <a:latin typeface="+mn-lt"/>
                  <a:ea typeface="+mn-ea"/>
                  <a:cs typeface="+mn-cs"/>
                </a:defRPr>
              </a:lvl5pPr>
              <a:lvl6pPr marL="2286000" algn="l" defTabSz="914400" rtl="0" eaLnBrk="1" latinLnBrk="0" hangingPunct="1">
                <a:defRPr sz="800" kern="1200">
                  <a:solidFill>
                    <a:schemeClr val="lt1"/>
                  </a:solidFill>
                  <a:latin typeface="+mn-lt"/>
                  <a:ea typeface="+mn-ea"/>
                  <a:cs typeface="+mn-cs"/>
                </a:defRPr>
              </a:lvl6pPr>
              <a:lvl7pPr marL="2743200" algn="l" defTabSz="914400" rtl="0" eaLnBrk="1" latinLnBrk="0" hangingPunct="1">
                <a:defRPr sz="800" kern="1200">
                  <a:solidFill>
                    <a:schemeClr val="lt1"/>
                  </a:solidFill>
                  <a:latin typeface="+mn-lt"/>
                  <a:ea typeface="+mn-ea"/>
                  <a:cs typeface="+mn-cs"/>
                </a:defRPr>
              </a:lvl7pPr>
              <a:lvl8pPr marL="3200400" algn="l" defTabSz="914400" rtl="0" eaLnBrk="1" latinLnBrk="0" hangingPunct="1">
                <a:defRPr sz="800" kern="1200">
                  <a:solidFill>
                    <a:schemeClr val="lt1"/>
                  </a:solidFill>
                  <a:latin typeface="+mn-lt"/>
                  <a:ea typeface="+mn-ea"/>
                  <a:cs typeface="+mn-cs"/>
                </a:defRPr>
              </a:lvl8pPr>
              <a:lvl9pPr marL="3657600" algn="l" defTabSz="914400" rtl="0" eaLnBrk="1" latinLnBrk="0" hangingPunct="1">
                <a:defRPr sz="800" kern="1200">
                  <a:solidFill>
                    <a:schemeClr val="lt1"/>
                  </a:solidFill>
                  <a:latin typeface="+mn-lt"/>
                  <a:ea typeface="+mn-ea"/>
                  <a:cs typeface="+mn-cs"/>
                </a:defRPr>
              </a:lvl9pPr>
            </a:lstStyle>
            <a:p>
              <a:pPr>
                <a:spcBef>
                  <a:spcPct val="0"/>
                </a:spcBef>
                <a:buClr>
                  <a:srgbClr val="000000"/>
                </a:buClr>
                <a:buSzPct val="100000"/>
                <a:buFont typeface="Times New Roman" pitchFamily="18" charset="0"/>
                <a:buNone/>
                <a:defRPr/>
              </a:pPr>
              <a:r>
                <a:rPr kumimoji="0" lang="ja-JP" altLang="en-US" sz="1050"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施工管理会社</a:t>
              </a:r>
            </a:p>
          </p:txBody>
        </p:sp>
        <p:sp>
          <p:nvSpPr>
            <p:cNvPr id="37" name="正方形/長方形 36">
              <a:extLst>
                <a:ext uri="{FF2B5EF4-FFF2-40B4-BE49-F238E27FC236}">
                  <a16:creationId xmlns:a16="http://schemas.microsoft.com/office/drawing/2014/main" id="{C028B464-D599-D916-5196-2B7BD21C5F41}"/>
                </a:ext>
              </a:extLst>
            </p:cNvPr>
            <p:cNvSpPr/>
            <p:nvPr/>
          </p:nvSpPr>
          <p:spPr bwMode="auto">
            <a:xfrm>
              <a:off x="3976848" y="5447478"/>
              <a:ext cx="2041122" cy="360000"/>
            </a:xfrm>
            <a:prstGeom prst="rect">
              <a:avLst/>
            </a:prstGeom>
            <a:solidFill>
              <a:sysClr val="window" lastClr="FFFFFF"/>
            </a:solidFill>
            <a:ln w="9525" cap="flat" cmpd="sng" algn="ctr">
              <a:solidFill>
                <a:srgbClr val="4472C4"/>
              </a:solidFill>
              <a:prstDash val="solid"/>
              <a:headEnd type="none" w="med" len="med"/>
              <a:tailEnd type="none" w="med" len="med"/>
            </a:ln>
            <a:effectLst>
              <a:outerShdw blurRad="40000" dist="23000" dir="5400000" rotWithShape="0">
                <a:srgbClr val="000000">
                  <a:alpha val="35000"/>
                </a:srgbClr>
              </a:outerShdw>
            </a:effectLst>
          </p:spPr>
          <p:txBody>
            <a:bodyPr vert="horz" wrap="square" lIns="91440" tIns="45720" rIns="91440" bIns="45720" numCol="1" rtlCol="0" anchor="ctr" anchorCtr="0" compatLnSpc="1">
              <a:prstTxWarp prst="textNoShape">
                <a:avLst/>
              </a:prstTxWarp>
            </a:bodyPr>
            <a:lstStyle>
              <a:defPPr>
                <a:defRPr lang="en-GB"/>
              </a:defPPr>
              <a:lvl1pPr algn="ctr" defTabSz="449263" rtl="0" fontAlgn="base">
                <a:spcBef>
                  <a:spcPct val="20000"/>
                </a:spcBef>
                <a:spcAft>
                  <a:spcPct val="0"/>
                </a:spcAft>
                <a:defRPr sz="800" kern="1200">
                  <a:solidFill>
                    <a:schemeClr val="lt1"/>
                  </a:solidFill>
                  <a:latin typeface="+mn-lt"/>
                  <a:ea typeface="+mn-ea"/>
                  <a:cs typeface="+mn-cs"/>
                </a:defRPr>
              </a:lvl1pPr>
              <a:lvl2pPr marL="742950" indent="-285750" algn="ctr" defTabSz="449263" rtl="0" fontAlgn="base">
                <a:spcBef>
                  <a:spcPct val="20000"/>
                </a:spcBef>
                <a:spcAft>
                  <a:spcPct val="0"/>
                </a:spcAft>
                <a:defRPr sz="800" kern="1200">
                  <a:solidFill>
                    <a:schemeClr val="lt1"/>
                  </a:solidFill>
                  <a:latin typeface="+mn-lt"/>
                  <a:ea typeface="+mn-ea"/>
                  <a:cs typeface="+mn-cs"/>
                </a:defRPr>
              </a:lvl2pPr>
              <a:lvl3pPr marL="1143000" indent="-228600" algn="ctr" defTabSz="449263" rtl="0" fontAlgn="base">
                <a:spcBef>
                  <a:spcPct val="20000"/>
                </a:spcBef>
                <a:spcAft>
                  <a:spcPct val="0"/>
                </a:spcAft>
                <a:defRPr sz="800" kern="1200">
                  <a:solidFill>
                    <a:schemeClr val="lt1"/>
                  </a:solidFill>
                  <a:latin typeface="+mn-lt"/>
                  <a:ea typeface="+mn-ea"/>
                  <a:cs typeface="+mn-cs"/>
                </a:defRPr>
              </a:lvl3pPr>
              <a:lvl4pPr marL="1600200" indent="-228600" algn="ctr" defTabSz="449263" rtl="0" fontAlgn="base">
                <a:spcBef>
                  <a:spcPct val="20000"/>
                </a:spcBef>
                <a:spcAft>
                  <a:spcPct val="0"/>
                </a:spcAft>
                <a:defRPr sz="800" kern="1200">
                  <a:solidFill>
                    <a:schemeClr val="lt1"/>
                  </a:solidFill>
                  <a:latin typeface="+mn-lt"/>
                  <a:ea typeface="+mn-ea"/>
                  <a:cs typeface="+mn-cs"/>
                </a:defRPr>
              </a:lvl4pPr>
              <a:lvl5pPr marL="2057400" indent="-228600" algn="ctr" defTabSz="449263" rtl="0" fontAlgn="base">
                <a:spcBef>
                  <a:spcPct val="20000"/>
                </a:spcBef>
                <a:spcAft>
                  <a:spcPct val="0"/>
                </a:spcAft>
                <a:defRPr sz="800" kern="1200">
                  <a:solidFill>
                    <a:schemeClr val="lt1"/>
                  </a:solidFill>
                  <a:latin typeface="+mn-lt"/>
                  <a:ea typeface="+mn-ea"/>
                  <a:cs typeface="+mn-cs"/>
                </a:defRPr>
              </a:lvl5pPr>
              <a:lvl6pPr marL="2286000" algn="l" defTabSz="914400" rtl="0" eaLnBrk="1" latinLnBrk="0" hangingPunct="1">
                <a:defRPr sz="800" kern="1200">
                  <a:solidFill>
                    <a:schemeClr val="lt1"/>
                  </a:solidFill>
                  <a:latin typeface="+mn-lt"/>
                  <a:ea typeface="+mn-ea"/>
                  <a:cs typeface="+mn-cs"/>
                </a:defRPr>
              </a:lvl6pPr>
              <a:lvl7pPr marL="2743200" algn="l" defTabSz="914400" rtl="0" eaLnBrk="1" latinLnBrk="0" hangingPunct="1">
                <a:defRPr sz="800" kern="1200">
                  <a:solidFill>
                    <a:schemeClr val="lt1"/>
                  </a:solidFill>
                  <a:latin typeface="+mn-lt"/>
                  <a:ea typeface="+mn-ea"/>
                  <a:cs typeface="+mn-cs"/>
                </a:defRPr>
              </a:lvl7pPr>
              <a:lvl8pPr marL="3200400" algn="l" defTabSz="914400" rtl="0" eaLnBrk="1" latinLnBrk="0" hangingPunct="1">
                <a:defRPr sz="800" kern="1200">
                  <a:solidFill>
                    <a:schemeClr val="lt1"/>
                  </a:solidFill>
                  <a:latin typeface="+mn-lt"/>
                  <a:ea typeface="+mn-ea"/>
                  <a:cs typeface="+mn-cs"/>
                </a:defRPr>
              </a:lvl8pPr>
              <a:lvl9pPr marL="3657600" algn="l" defTabSz="914400" rtl="0" eaLnBrk="1" latinLnBrk="0" hangingPunct="1">
                <a:defRPr sz="800" kern="1200">
                  <a:solidFill>
                    <a:schemeClr val="lt1"/>
                  </a:solidFill>
                  <a:latin typeface="+mn-lt"/>
                  <a:ea typeface="+mn-ea"/>
                  <a:cs typeface="+mn-cs"/>
                </a:defRPr>
              </a:lvl9pPr>
            </a:lstStyle>
            <a:p>
              <a:pPr>
                <a:spcBef>
                  <a:spcPct val="0"/>
                </a:spcBef>
                <a:buClr>
                  <a:srgbClr val="000000"/>
                </a:buClr>
                <a:buSzPct val="100000"/>
                <a:buFont typeface="Wingdings" pitchFamily="2" charset="2"/>
                <a:buNone/>
                <a:defRPr/>
              </a:pPr>
              <a:r>
                <a:rPr kumimoji="0" lang="ja-JP" altLang="en-US" sz="10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ご担当者様</a:t>
              </a:r>
              <a:endParaRPr kumimoji="0" lang="en-US" altLang="ja-JP" sz="100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grpSp>
      <p:cxnSp>
        <p:nvCxnSpPr>
          <p:cNvPr id="49" name="直線コネクタ 48">
            <a:extLst>
              <a:ext uri="{FF2B5EF4-FFF2-40B4-BE49-F238E27FC236}">
                <a16:creationId xmlns:a16="http://schemas.microsoft.com/office/drawing/2014/main" id="{9B81A0FB-1B66-D003-29B3-ADD3DE1EE546}"/>
              </a:ext>
            </a:extLst>
          </p:cNvPr>
          <p:cNvCxnSpPr>
            <a:stCxn id="36" idx="2"/>
            <a:endCxn id="28" idx="0"/>
          </p:cNvCxnSpPr>
          <p:nvPr/>
        </p:nvCxnSpPr>
        <p:spPr>
          <a:xfrm>
            <a:off x="4095671" y="2597933"/>
            <a:ext cx="0" cy="430598"/>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89884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9ECB8-36C4-8100-1CC2-707384B086E0}"/>
            </a:ext>
          </a:extLst>
        </p:cNvPr>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13CFB557-83C7-E843-0E41-19100E328C75}"/>
              </a:ext>
            </a:extLst>
          </p:cNvPr>
          <p:cNvSpPr>
            <a:spLocks noGrp="1"/>
          </p:cNvSpPr>
          <p:nvPr>
            <p:ph type="body" sz="quarter" idx="15"/>
          </p:nvPr>
        </p:nvSpPr>
        <p:spPr>
          <a:xfrm>
            <a:off x="390525" y="910486"/>
            <a:ext cx="10987193" cy="558800"/>
          </a:xfrm>
        </p:spPr>
        <p:txBody>
          <a:bodyPr/>
          <a:lstStyle/>
          <a:p>
            <a:pPr marL="0" indent="0">
              <a:buNone/>
            </a:pPr>
            <a:r>
              <a:rPr lang="ja-JP" altLang="en-US" sz="1800" dirty="0">
                <a:latin typeface="Meiryo UI" panose="020B0604030504040204" pitchFamily="50" charset="-128"/>
                <a:ea typeface="Meiryo UI" panose="020B0604030504040204" pitchFamily="50" charset="-128"/>
              </a:rPr>
              <a:t>円滑なプロジェクト運営と情報管理を両立するため、週次定例に加え、ステコミ会議の開催方針（頻度・タイミング・トリガー）ならびに利用ツール／共有ルールについて、事前に整理し合意させていただきます。</a:t>
            </a:r>
            <a:endParaRPr kumimoji="1" lang="ja-JP" altLang="en-US" sz="1800" dirty="0">
              <a:latin typeface="Meiryo UI" panose="020B0604030504040204" pitchFamily="50" charset="-128"/>
              <a:ea typeface="Meiryo UI" panose="020B0604030504040204" pitchFamily="50" charset="-128"/>
            </a:endParaRPr>
          </a:p>
        </p:txBody>
      </p:sp>
      <p:sp>
        <p:nvSpPr>
          <p:cNvPr id="3" name="タイトル 2">
            <a:extLst>
              <a:ext uri="{FF2B5EF4-FFF2-40B4-BE49-F238E27FC236}">
                <a16:creationId xmlns:a16="http://schemas.microsoft.com/office/drawing/2014/main" id="{34F6F6D9-1DE5-14C1-857F-0254E9CC29A7}"/>
              </a:ext>
            </a:extLst>
          </p:cNvPr>
          <p:cNvSpPr>
            <a:spLocks noGrp="1"/>
          </p:cNvSpPr>
          <p:nvPr>
            <p:ph type="title"/>
          </p:nvPr>
        </p:nvSpPr>
        <p:spPr/>
        <p:txBody>
          <a:bodyPr/>
          <a:lstStyle/>
          <a:p>
            <a:r>
              <a:rPr lang="ja-JP" altLang="en-US" dirty="0">
                <a:latin typeface="Meiryo UI" panose="020B0604030504040204" pitchFamily="50" charset="-128"/>
                <a:ea typeface="Meiryo UI" panose="020B0604030504040204" pitchFamily="50" charset="-128"/>
              </a:rPr>
              <a:t>会議体・コミュニケーションライン（ステコミ含む）</a:t>
            </a:r>
            <a:r>
              <a:rPr lang="en-US" altLang="ja-JP" dirty="0">
                <a:latin typeface="Meiryo UI" panose="020B0604030504040204" pitchFamily="50" charset="-128"/>
                <a:ea typeface="Meiryo UI" panose="020B0604030504040204" pitchFamily="50" charset="-128"/>
              </a:rPr>
              <a:t>(1/2)</a:t>
            </a:r>
            <a:br>
              <a:rPr lang="en-US" altLang="ja-JP" dirty="0">
                <a:latin typeface="Meiryo UI" panose="020B0604030504040204" pitchFamily="50" charset="-128"/>
                <a:ea typeface="Meiryo UI" panose="020B0604030504040204" pitchFamily="50" charset="-128"/>
              </a:rPr>
            </a:br>
            <a:endParaRPr kumimoji="1" lang="ja-JP" altLang="en-US" dirty="0">
              <a:latin typeface="Meiryo UI" panose="020B0604030504040204" pitchFamily="50" charset="-128"/>
              <a:ea typeface="Meiryo UI" panose="020B0604030504040204" pitchFamily="50" charset="-128"/>
            </a:endParaRPr>
          </a:p>
        </p:txBody>
      </p:sp>
      <p:graphicFrame>
        <p:nvGraphicFramePr>
          <p:cNvPr id="8" name="表 7">
            <a:extLst>
              <a:ext uri="{FF2B5EF4-FFF2-40B4-BE49-F238E27FC236}">
                <a16:creationId xmlns:a16="http://schemas.microsoft.com/office/drawing/2014/main" id="{CD3F560A-ABE7-E84C-49BD-BF2E500982BC}"/>
              </a:ext>
            </a:extLst>
          </p:cNvPr>
          <p:cNvGraphicFramePr>
            <a:graphicFrameLocks noGrp="1"/>
          </p:cNvGraphicFramePr>
          <p:nvPr>
            <p:extLst>
              <p:ext uri="{D42A27DB-BD31-4B8C-83A1-F6EECF244321}">
                <p14:modId xmlns:p14="http://schemas.microsoft.com/office/powerpoint/2010/main" val="2089270706"/>
              </p:ext>
            </p:extLst>
          </p:nvPr>
        </p:nvGraphicFramePr>
        <p:xfrm>
          <a:off x="838199" y="2241648"/>
          <a:ext cx="10541001" cy="3178077"/>
        </p:xfrm>
        <a:graphic>
          <a:graphicData uri="http://schemas.openxmlformats.org/drawingml/2006/table">
            <a:tbl>
              <a:tblPr/>
              <a:tblGrid>
                <a:gridCol w="1771651">
                  <a:extLst>
                    <a:ext uri="{9D8B030D-6E8A-4147-A177-3AD203B41FA5}">
                      <a16:colId xmlns:a16="http://schemas.microsoft.com/office/drawing/2014/main" val="2865277108"/>
                    </a:ext>
                  </a:extLst>
                </a:gridCol>
                <a:gridCol w="3362325">
                  <a:extLst>
                    <a:ext uri="{9D8B030D-6E8A-4147-A177-3AD203B41FA5}">
                      <a16:colId xmlns:a16="http://schemas.microsoft.com/office/drawing/2014/main" val="2420250975"/>
                    </a:ext>
                  </a:extLst>
                </a:gridCol>
                <a:gridCol w="1571625">
                  <a:extLst>
                    <a:ext uri="{9D8B030D-6E8A-4147-A177-3AD203B41FA5}">
                      <a16:colId xmlns:a16="http://schemas.microsoft.com/office/drawing/2014/main" val="2523332961"/>
                    </a:ext>
                  </a:extLst>
                </a:gridCol>
                <a:gridCol w="1152525">
                  <a:extLst>
                    <a:ext uri="{9D8B030D-6E8A-4147-A177-3AD203B41FA5}">
                      <a16:colId xmlns:a16="http://schemas.microsoft.com/office/drawing/2014/main" val="3228197027"/>
                    </a:ext>
                  </a:extLst>
                </a:gridCol>
                <a:gridCol w="2682875">
                  <a:extLst>
                    <a:ext uri="{9D8B030D-6E8A-4147-A177-3AD203B41FA5}">
                      <a16:colId xmlns:a16="http://schemas.microsoft.com/office/drawing/2014/main" val="587692506"/>
                    </a:ext>
                  </a:extLst>
                </a:gridCol>
              </a:tblGrid>
              <a:tr h="410910">
                <a:tc>
                  <a:txBody>
                    <a:bodyPr/>
                    <a:lstStyle/>
                    <a:p>
                      <a:pPr rtl="0" fontAlgn="t"/>
                      <a:r>
                        <a:rPr lang="ja-JP" altLang="en-US" sz="1200" b="1" dirty="0">
                          <a:solidFill>
                            <a:schemeClr val="bg1"/>
                          </a:solidFill>
                          <a:effectLst/>
                          <a:latin typeface="Meiryo UI" panose="020B0604030504040204" pitchFamily="50" charset="-128"/>
                          <a:ea typeface="Meiryo UI" panose="020B0604030504040204" pitchFamily="50" charset="-128"/>
                        </a:rPr>
                        <a:t>会議体</a:t>
                      </a:r>
                    </a:p>
                  </a:txBody>
                  <a:tcPr marL="28421" marR="28421" marT="18947" marB="1894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tx1"/>
                    </a:solidFill>
                  </a:tcPr>
                </a:tc>
                <a:tc>
                  <a:txBody>
                    <a:bodyPr/>
                    <a:lstStyle/>
                    <a:p>
                      <a:pPr rtl="0" fontAlgn="t"/>
                      <a:r>
                        <a:rPr lang="ja-JP" altLang="en-US" sz="1200" b="1" dirty="0">
                          <a:solidFill>
                            <a:schemeClr val="bg1"/>
                          </a:solidFill>
                          <a:effectLst/>
                          <a:latin typeface="Meiryo UI" panose="020B0604030504040204" pitchFamily="50" charset="-128"/>
                          <a:ea typeface="Meiryo UI" panose="020B0604030504040204" pitchFamily="50" charset="-128"/>
                        </a:rPr>
                        <a:t>目的・決定事項</a:t>
                      </a:r>
                    </a:p>
                  </a:txBody>
                  <a:tcPr marL="28421" marR="28421" marT="18947" marB="1894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tx1"/>
                    </a:solidFill>
                  </a:tcPr>
                </a:tc>
                <a:tc>
                  <a:txBody>
                    <a:bodyPr/>
                    <a:lstStyle/>
                    <a:p>
                      <a:pPr rtl="0" fontAlgn="t"/>
                      <a:r>
                        <a:rPr lang="ja-JP" altLang="en-US" sz="1200" b="1" dirty="0">
                          <a:solidFill>
                            <a:schemeClr val="bg1"/>
                          </a:solidFill>
                          <a:effectLst/>
                          <a:latin typeface="Meiryo UI" panose="020B0604030504040204" pitchFamily="50" charset="-128"/>
                          <a:ea typeface="Meiryo UI" panose="020B0604030504040204" pitchFamily="50" charset="-128"/>
                        </a:rPr>
                        <a:t>開催頻度</a:t>
                      </a:r>
                    </a:p>
                  </a:txBody>
                  <a:tcPr marL="28421" marR="28421" marT="18947" marB="1894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tx1"/>
                    </a:solidFill>
                  </a:tcPr>
                </a:tc>
                <a:tc>
                  <a:txBody>
                    <a:bodyPr/>
                    <a:lstStyle/>
                    <a:p>
                      <a:pPr rtl="0" fontAlgn="t"/>
                      <a:r>
                        <a:rPr lang="ja-JP" altLang="en-US" sz="1200" b="1" dirty="0">
                          <a:solidFill>
                            <a:schemeClr val="bg1"/>
                          </a:solidFill>
                          <a:effectLst/>
                          <a:latin typeface="Meiryo UI" panose="020B0604030504040204" pitchFamily="50" charset="-128"/>
                          <a:ea typeface="Meiryo UI" panose="020B0604030504040204" pitchFamily="50" charset="-128"/>
                        </a:rPr>
                        <a:t>主催者</a:t>
                      </a:r>
                    </a:p>
                  </a:txBody>
                  <a:tcPr marL="28421" marR="28421" marT="18947" marB="1894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tx1"/>
                    </a:solidFill>
                  </a:tcPr>
                </a:tc>
                <a:tc>
                  <a:txBody>
                    <a:bodyPr/>
                    <a:lstStyle/>
                    <a:p>
                      <a:pPr rtl="0" fontAlgn="t"/>
                      <a:r>
                        <a:rPr lang="ja-JP" altLang="en-US" sz="1200" b="1" dirty="0">
                          <a:solidFill>
                            <a:schemeClr val="bg1"/>
                          </a:solidFill>
                          <a:effectLst/>
                          <a:latin typeface="Meiryo UI" panose="020B0604030504040204" pitchFamily="50" charset="-128"/>
                          <a:ea typeface="Meiryo UI" panose="020B0604030504040204" pitchFamily="50" charset="-128"/>
                        </a:rPr>
                        <a:t>参加者</a:t>
                      </a:r>
                    </a:p>
                  </a:txBody>
                  <a:tcPr marL="28421" marR="28421" marT="18947" marB="1894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tx1"/>
                    </a:solidFill>
                  </a:tcPr>
                </a:tc>
                <a:extLst>
                  <a:ext uri="{0D108BD9-81ED-4DB2-BD59-A6C34878D82A}">
                    <a16:rowId xmlns:a16="http://schemas.microsoft.com/office/drawing/2014/main" val="95600358"/>
                  </a:ext>
                </a:extLst>
              </a:tr>
              <a:tr h="1236193">
                <a:tc>
                  <a:txBody>
                    <a:bodyPr/>
                    <a:lstStyle/>
                    <a:p>
                      <a:pPr rtl="0" fontAlgn="t"/>
                      <a:r>
                        <a:rPr lang="ja-JP" altLang="en-US" sz="1400" b="1" dirty="0">
                          <a:effectLst/>
                          <a:latin typeface="Meiryo UI" panose="020B0604030504040204" pitchFamily="50" charset="-128"/>
                          <a:ea typeface="Meiryo UI" panose="020B0604030504040204" pitchFamily="50" charset="-128"/>
                        </a:rPr>
                        <a:t>① ステアリング定例</a:t>
                      </a:r>
                    </a:p>
                  </a:txBody>
                  <a:tcPr marL="28421" marR="28421" marT="18947" marB="1894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r>
                        <a:rPr lang="en-US" altLang="ja-JP" sz="1400" dirty="0">
                          <a:effectLst/>
                          <a:latin typeface="Meiryo UI" panose="020B0604030504040204" pitchFamily="50" charset="-128"/>
                          <a:ea typeface="Meiryo UI" panose="020B0604030504040204" pitchFamily="50" charset="-128"/>
                        </a:rPr>
                        <a:t>【</a:t>
                      </a:r>
                      <a:r>
                        <a:rPr lang="ja-JP" altLang="en-US" sz="1400" dirty="0">
                          <a:effectLst/>
                          <a:latin typeface="Meiryo UI" panose="020B0604030504040204" pitchFamily="50" charset="-128"/>
                          <a:ea typeface="Meiryo UI" panose="020B0604030504040204" pitchFamily="50" charset="-128"/>
                        </a:rPr>
                        <a:t>最終意思決定</a:t>
                      </a:r>
                      <a:r>
                        <a:rPr lang="en-US" altLang="ja-JP" sz="1400" dirty="0">
                          <a:effectLst/>
                          <a:latin typeface="Meiryo UI" panose="020B0604030504040204" pitchFamily="50" charset="-128"/>
                          <a:ea typeface="Meiryo UI" panose="020B0604030504040204" pitchFamily="50" charset="-128"/>
                        </a:rPr>
                        <a:t>】</a:t>
                      </a:r>
                      <a:br>
                        <a:rPr lang="en-US" altLang="ja-JP" sz="1400" dirty="0">
                          <a:effectLst/>
                          <a:latin typeface="Meiryo UI" panose="020B0604030504040204" pitchFamily="50" charset="-128"/>
                          <a:ea typeface="Meiryo UI" panose="020B0604030504040204" pitchFamily="50" charset="-128"/>
                        </a:rPr>
                      </a:br>
                      <a:r>
                        <a:rPr lang="ja-JP" altLang="en-US" sz="1400" dirty="0">
                          <a:effectLst/>
                          <a:latin typeface="Meiryo UI" panose="020B0604030504040204" pitchFamily="50" charset="-128"/>
                          <a:ea typeface="Meiryo UI" panose="020B0604030504040204" pitchFamily="50" charset="-128"/>
                        </a:rPr>
                        <a:t>・システム選定の最終承認</a:t>
                      </a:r>
                      <a:br>
                        <a:rPr lang="ja-JP" altLang="en-US" sz="1400" dirty="0">
                          <a:effectLst/>
                          <a:latin typeface="Meiryo UI" panose="020B0604030504040204" pitchFamily="50" charset="-128"/>
                          <a:ea typeface="Meiryo UI" panose="020B0604030504040204" pitchFamily="50" charset="-128"/>
                        </a:rPr>
                      </a:br>
                      <a:r>
                        <a:rPr lang="ja-JP" altLang="en-US" sz="1400" dirty="0">
                          <a:effectLst/>
                          <a:latin typeface="Meiryo UI" panose="020B0604030504040204" pitchFamily="50" charset="-128"/>
                          <a:ea typeface="Meiryo UI" panose="020B0604030504040204" pitchFamily="50" charset="-128"/>
                        </a:rPr>
                        <a:t>・フェーズの完了承認と次期予算の判断</a:t>
                      </a:r>
                      <a:br>
                        <a:rPr lang="ja-JP" altLang="en-US" sz="1400" dirty="0">
                          <a:effectLst/>
                          <a:latin typeface="Meiryo UI" panose="020B0604030504040204" pitchFamily="50" charset="-128"/>
                          <a:ea typeface="Meiryo UI" panose="020B0604030504040204" pitchFamily="50" charset="-128"/>
                        </a:rPr>
                      </a:br>
                      <a:r>
                        <a:rPr lang="ja-JP" altLang="en-US" sz="1400" dirty="0">
                          <a:effectLst/>
                          <a:latin typeface="Meiryo UI" panose="020B0604030504040204" pitchFamily="50" charset="-128"/>
                          <a:ea typeface="Meiryo UI" panose="020B0604030504040204" pitchFamily="50" charset="-128"/>
                        </a:rPr>
                        <a:t>・上司からの進捗確認と重要課題の裁定</a:t>
                      </a:r>
                    </a:p>
                  </a:txBody>
                  <a:tcPr marL="28421" marR="28421" marT="18947" marB="1894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r>
                        <a:rPr lang="ja-JP" altLang="en-US" sz="1400" dirty="0">
                          <a:effectLst/>
                          <a:latin typeface="Meiryo UI" panose="020B0604030504040204" pitchFamily="50" charset="-128"/>
                          <a:ea typeface="Meiryo UI" panose="020B0604030504040204" pitchFamily="50" charset="-128"/>
                        </a:rPr>
                        <a:t>随時</a:t>
                      </a:r>
                      <a:r>
                        <a:rPr lang="en-US" altLang="ja-JP" sz="1400" dirty="0">
                          <a:effectLst/>
                          <a:latin typeface="Meiryo UI" panose="020B0604030504040204" pitchFamily="50" charset="-128"/>
                          <a:ea typeface="Meiryo UI" panose="020B0604030504040204" pitchFamily="50" charset="-128"/>
                        </a:rPr>
                        <a:t>/</a:t>
                      </a:r>
                      <a:r>
                        <a:rPr lang="ja-JP" altLang="en-US" sz="1400" dirty="0">
                          <a:effectLst/>
                          <a:latin typeface="Meiryo UI" panose="020B0604030504040204" pitchFamily="50" charset="-128"/>
                          <a:ea typeface="Meiryo UI" panose="020B0604030504040204" pitchFamily="50" charset="-128"/>
                        </a:rPr>
                        <a:t>必要に応じて</a:t>
                      </a:r>
                    </a:p>
                  </a:txBody>
                  <a:tcPr marL="28421" marR="28421" marT="18947" marB="1894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r>
                        <a:rPr lang="en-US" altLang="zh-TW" sz="1400" dirty="0">
                          <a:effectLst/>
                          <a:latin typeface="Meiryo UI" panose="020B0604030504040204" pitchFamily="50" charset="-128"/>
                          <a:ea typeface="Meiryo UI" panose="020B0604030504040204" pitchFamily="50" charset="-128"/>
                        </a:rPr>
                        <a:t>CTC</a:t>
                      </a:r>
                      <a:r>
                        <a:rPr lang="zh-TW" altLang="en-US" sz="1400" dirty="0">
                          <a:effectLst/>
                          <a:latin typeface="Meiryo UI" panose="020B0604030504040204" pitchFamily="50" charset="-128"/>
                          <a:ea typeface="Meiryo UI" panose="020B0604030504040204" pitchFamily="50" charset="-128"/>
                        </a:rPr>
                        <a:t>：太田（管理責任者）</a:t>
                      </a:r>
                    </a:p>
                  </a:txBody>
                  <a:tcPr marL="28421" marR="28421" marT="18947" marB="1894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r>
                        <a:rPr lang="en-US" altLang="ja-JP" sz="1400" dirty="0">
                          <a:effectLst/>
                          <a:latin typeface="Meiryo UI" panose="020B0604030504040204" pitchFamily="50" charset="-128"/>
                          <a:ea typeface="Meiryo UI" panose="020B0604030504040204" pitchFamily="50" charset="-128"/>
                        </a:rPr>
                        <a:t>TMC: </a:t>
                      </a:r>
                      <a:r>
                        <a:rPr lang="ja-JP" altLang="en-US" sz="1400" dirty="0">
                          <a:effectLst/>
                          <a:latin typeface="Meiryo UI" panose="020B0604030504040204" pitchFamily="50" charset="-128"/>
                          <a:ea typeface="Meiryo UI" panose="020B0604030504040204" pitchFamily="50" charset="-128"/>
                        </a:rPr>
                        <a:t>プロジェクトオーナー、村松様、秦様</a:t>
                      </a:r>
                      <a:br>
                        <a:rPr lang="ja-JP" altLang="en-US" sz="1400" dirty="0">
                          <a:effectLst/>
                          <a:latin typeface="Meiryo UI" panose="020B0604030504040204" pitchFamily="50" charset="-128"/>
                          <a:ea typeface="Meiryo UI" panose="020B0604030504040204" pitchFamily="50" charset="-128"/>
                        </a:rPr>
                      </a:br>
                      <a:br>
                        <a:rPr lang="ja-JP" altLang="en-US" sz="1400" dirty="0">
                          <a:effectLst/>
                          <a:latin typeface="Meiryo UI" panose="020B0604030504040204" pitchFamily="50" charset="-128"/>
                          <a:ea typeface="Meiryo UI" panose="020B0604030504040204" pitchFamily="50" charset="-128"/>
                        </a:rPr>
                      </a:br>
                      <a:r>
                        <a:rPr lang="en-US" altLang="ja-JP" sz="1400" dirty="0">
                          <a:effectLst/>
                          <a:latin typeface="Meiryo UI" panose="020B0604030504040204" pitchFamily="50" charset="-128"/>
                          <a:ea typeface="Meiryo UI" panose="020B0604030504040204" pitchFamily="50" charset="-128"/>
                        </a:rPr>
                        <a:t>CTC: </a:t>
                      </a:r>
                      <a:r>
                        <a:rPr lang="ja-JP" altLang="en-US" sz="1400" dirty="0">
                          <a:effectLst/>
                          <a:latin typeface="Meiryo UI" panose="020B0604030504040204" pitchFamily="50" charset="-128"/>
                          <a:ea typeface="Meiryo UI" panose="020B0604030504040204" pitchFamily="50" charset="-128"/>
                        </a:rPr>
                        <a:t>太田、伊藤、鈴木</a:t>
                      </a:r>
                    </a:p>
                  </a:txBody>
                  <a:tcPr marL="28421" marR="28421" marT="18947" marB="1894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105603910"/>
                  </a:ext>
                </a:extLst>
              </a:tr>
              <a:tr h="1530974">
                <a:tc>
                  <a:txBody>
                    <a:bodyPr/>
                    <a:lstStyle/>
                    <a:p>
                      <a:pPr rtl="0" fontAlgn="t"/>
                      <a:r>
                        <a:rPr lang="ja-JP" altLang="en-US" sz="1400" b="1" dirty="0">
                          <a:effectLst/>
                          <a:latin typeface="Meiryo UI" panose="020B0604030504040204" pitchFamily="50" charset="-128"/>
                          <a:ea typeface="Meiryo UI" panose="020B0604030504040204" pitchFamily="50" charset="-128"/>
                        </a:rPr>
                        <a:t>② 週次定例</a:t>
                      </a:r>
                      <a:endParaRPr lang="en-US" altLang="ja-JP" sz="1400" b="1" dirty="0">
                        <a:effectLst/>
                        <a:latin typeface="Meiryo UI" panose="020B0604030504040204" pitchFamily="50" charset="-128"/>
                        <a:ea typeface="Meiryo UI" panose="020B0604030504040204" pitchFamily="50" charset="-128"/>
                      </a:endParaRPr>
                    </a:p>
                  </a:txBody>
                  <a:tcPr marL="28421" marR="28421" marT="18947" marB="1894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r>
                        <a:rPr lang="ja-JP" altLang="en-US" sz="1400" dirty="0">
                          <a:effectLst/>
                          <a:latin typeface="Meiryo UI" panose="020B0604030504040204" pitchFamily="50" charset="-128"/>
                          <a:ea typeface="Meiryo UI" panose="020B0604030504040204" pitchFamily="50" charset="-128"/>
                        </a:rPr>
                        <a:t>・プロジェクトの進捗共有</a:t>
                      </a:r>
                      <a:br>
                        <a:rPr lang="ja-JP" altLang="en-US" sz="1400" dirty="0">
                          <a:effectLst/>
                          <a:latin typeface="Meiryo UI" panose="020B0604030504040204" pitchFamily="50" charset="-128"/>
                          <a:ea typeface="Meiryo UI" panose="020B0604030504040204" pitchFamily="50" charset="-128"/>
                        </a:rPr>
                      </a:br>
                      <a:r>
                        <a:rPr lang="ja-JP" altLang="en-US" sz="1400" dirty="0">
                          <a:effectLst/>
                          <a:latin typeface="Meiryo UI" panose="020B0604030504040204" pitchFamily="50" charset="-128"/>
                          <a:ea typeface="Meiryo UI" panose="020B0604030504040204" pitchFamily="50" charset="-128"/>
                        </a:rPr>
                        <a:t>・課題の共有と解決</a:t>
                      </a:r>
                      <a:br>
                        <a:rPr lang="ja-JP" altLang="en-US" sz="1400" dirty="0">
                          <a:effectLst/>
                          <a:latin typeface="Meiryo UI" panose="020B0604030504040204" pitchFamily="50" charset="-128"/>
                          <a:ea typeface="Meiryo UI" panose="020B0604030504040204" pitchFamily="50" charset="-128"/>
                        </a:rPr>
                      </a:br>
                      <a:r>
                        <a:rPr lang="ja-JP" altLang="en-US" sz="1400" dirty="0">
                          <a:effectLst/>
                          <a:latin typeface="Meiryo UI" panose="020B0604030504040204" pitchFamily="50" charset="-128"/>
                          <a:ea typeface="Meiryo UI" panose="020B0604030504040204" pitchFamily="50" charset="-128"/>
                        </a:rPr>
                        <a:t>・次週のヒアリング・作業計画の承認</a:t>
                      </a:r>
                    </a:p>
                  </a:txBody>
                  <a:tcPr marL="28421" marR="28421" marT="18947" marB="1894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r>
                        <a:rPr lang="ja-JP" altLang="en-US" sz="1400" dirty="0">
                          <a:effectLst/>
                          <a:latin typeface="Meiryo UI" panose="020B0604030504040204" pitchFamily="50" charset="-128"/>
                          <a:ea typeface="Meiryo UI" panose="020B0604030504040204" pitchFamily="50" charset="-128"/>
                        </a:rPr>
                        <a:t>毎週 水曜</a:t>
                      </a:r>
                      <a:endParaRPr lang="en-US" altLang="ja-JP" sz="1400" dirty="0">
                        <a:effectLst/>
                        <a:latin typeface="Meiryo UI" panose="020B0604030504040204" pitchFamily="50" charset="-128"/>
                        <a:ea typeface="Meiryo UI" panose="020B0604030504040204" pitchFamily="50" charset="-128"/>
                      </a:endParaRPr>
                    </a:p>
                    <a:p>
                      <a:pPr rtl="0" fontAlgn="t"/>
                      <a:r>
                        <a:rPr lang="en-US" altLang="ja-JP" sz="1400" dirty="0">
                          <a:effectLst/>
                          <a:latin typeface="Meiryo UI" panose="020B0604030504040204" pitchFamily="50" charset="-128"/>
                          <a:ea typeface="Meiryo UI" panose="020B0604030504040204" pitchFamily="50" charset="-128"/>
                        </a:rPr>
                        <a:t>11:00-12:00</a:t>
                      </a:r>
                    </a:p>
                  </a:txBody>
                  <a:tcPr marL="28421" marR="28421" marT="18947" marB="1894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r>
                        <a:rPr lang="en-US" sz="1400" dirty="0">
                          <a:effectLst/>
                          <a:latin typeface="Meiryo UI" panose="020B0604030504040204" pitchFamily="50" charset="-128"/>
                          <a:ea typeface="Meiryo UI" panose="020B0604030504040204" pitchFamily="50" charset="-128"/>
                        </a:rPr>
                        <a:t>CTC：</a:t>
                      </a:r>
                      <a:r>
                        <a:rPr lang="ja-JP" altLang="en-US" sz="1400" dirty="0">
                          <a:effectLst/>
                          <a:latin typeface="Meiryo UI" panose="020B0604030504040204" pitchFamily="50" charset="-128"/>
                          <a:ea typeface="Meiryo UI" panose="020B0604030504040204" pitchFamily="50" charset="-128"/>
                        </a:rPr>
                        <a:t>伊藤（</a:t>
                      </a:r>
                      <a:r>
                        <a:rPr lang="en-US" sz="1400" dirty="0">
                          <a:effectLst/>
                          <a:latin typeface="Meiryo UI" panose="020B0604030504040204" pitchFamily="50" charset="-128"/>
                          <a:ea typeface="Meiryo UI" panose="020B0604030504040204" pitchFamily="50" charset="-128"/>
                        </a:rPr>
                        <a:t>PM）</a:t>
                      </a:r>
                    </a:p>
                  </a:txBody>
                  <a:tcPr marL="28421" marR="28421" marT="18947" marB="1894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r>
                        <a:rPr lang="en-US" sz="1400" dirty="0">
                          <a:effectLst/>
                          <a:latin typeface="Meiryo UI" panose="020B0604030504040204" pitchFamily="50" charset="-128"/>
                          <a:ea typeface="Meiryo UI" panose="020B0604030504040204" pitchFamily="50" charset="-128"/>
                        </a:rPr>
                        <a:t>TMC: </a:t>
                      </a:r>
                      <a:r>
                        <a:rPr lang="ja-JP" altLang="en-US" sz="1400" dirty="0">
                          <a:effectLst/>
                          <a:latin typeface="Meiryo UI" panose="020B0604030504040204" pitchFamily="50" charset="-128"/>
                          <a:ea typeface="Meiryo UI" panose="020B0604030504040204" pitchFamily="50" charset="-128"/>
                        </a:rPr>
                        <a:t>村松様、秦様（</a:t>
                      </a:r>
                      <a:r>
                        <a:rPr lang="en-US" sz="1400" dirty="0">
                          <a:effectLst/>
                          <a:latin typeface="Meiryo UI" panose="020B0604030504040204" pitchFamily="50" charset="-128"/>
                          <a:ea typeface="Meiryo UI" panose="020B0604030504040204" pitchFamily="50" charset="-128"/>
                        </a:rPr>
                        <a:t>PL）</a:t>
                      </a:r>
                      <a:br>
                        <a:rPr lang="en-US" sz="1400" dirty="0">
                          <a:effectLst/>
                          <a:latin typeface="Meiryo UI" panose="020B0604030504040204" pitchFamily="50" charset="-128"/>
                          <a:ea typeface="Meiryo UI" panose="020B0604030504040204" pitchFamily="50" charset="-128"/>
                        </a:rPr>
                      </a:br>
                      <a:br>
                        <a:rPr lang="en-US" sz="1400" dirty="0">
                          <a:effectLst/>
                          <a:latin typeface="Meiryo UI" panose="020B0604030504040204" pitchFamily="50" charset="-128"/>
                          <a:ea typeface="Meiryo UI" panose="020B0604030504040204" pitchFamily="50" charset="-128"/>
                        </a:rPr>
                      </a:br>
                      <a:r>
                        <a:rPr lang="en-US" sz="1400" dirty="0">
                          <a:effectLst/>
                          <a:latin typeface="Meiryo UI" panose="020B0604030504040204" pitchFamily="50" charset="-128"/>
                          <a:ea typeface="Meiryo UI" panose="020B0604030504040204" pitchFamily="50" charset="-128"/>
                        </a:rPr>
                        <a:t>CTC: </a:t>
                      </a:r>
                      <a:r>
                        <a:rPr lang="ja-JP" altLang="en-US" sz="1400" dirty="0">
                          <a:effectLst/>
                          <a:latin typeface="Meiryo UI" panose="020B0604030504040204" pitchFamily="50" charset="-128"/>
                          <a:ea typeface="Meiryo UI" panose="020B0604030504040204" pitchFamily="50" charset="-128"/>
                        </a:rPr>
                        <a:t>伊藤、鈴木</a:t>
                      </a:r>
                    </a:p>
                  </a:txBody>
                  <a:tcPr marL="28421" marR="28421" marT="18947" marB="1894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895240014"/>
                  </a:ext>
                </a:extLst>
              </a:tr>
            </a:tbl>
          </a:graphicData>
        </a:graphic>
      </p:graphicFrame>
    </p:spTree>
    <p:extLst>
      <p:ext uri="{BB962C8B-B14F-4D97-AF65-F5344CB8AC3E}">
        <p14:creationId xmlns:p14="http://schemas.microsoft.com/office/powerpoint/2010/main" val="4263250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ED9EB-A5B9-B042-FB9B-D83550A58B5F}"/>
            </a:ext>
          </a:extLst>
        </p:cNvPr>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D407AFFF-2A49-05D0-1DA9-B9829FDC4C8B}"/>
              </a:ext>
            </a:extLst>
          </p:cNvPr>
          <p:cNvSpPr>
            <a:spLocks noGrp="1"/>
          </p:cNvSpPr>
          <p:nvPr>
            <p:ph type="body" sz="quarter" idx="15"/>
          </p:nvPr>
        </p:nvSpPr>
        <p:spPr>
          <a:xfrm>
            <a:off x="390525" y="916133"/>
            <a:ext cx="10987193" cy="558800"/>
          </a:xfrm>
        </p:spPr>
        <p:txBody>
          <a:bodyPr/>
          <a:lstStyle/>
          <a:p>
            <a:pPr marL="0" indent="0">
              <a:buNone/>
            </a:pPr>
            <a:r>
              <a:rPr lang="ja-JP" altLang="en-US" sz="1800" dirty="0">
                <a:latin typeface="Meiryo UI" panose="020B0604030504040204" pitchFamily="50" charset="-128"/>
                <a:ea typeface="Meiryo UI" panose="020B0604030504040204" pitchFamily="50" charset="-128"/>
              </a:rPr>
              <a:t>円滑なプロジェクト運営と情報管理を両立するため、週次定例に加え、ステコミ会議の開催方針（頻度・タイミング・トリガー）ならびに利用ツール／共有ルールについて、事前に整理し合意させていただきます。</a:t>
            </a:r>
            <a:endParaRPr kumimoji="1" lang="ja-JP" altLang="en-US" sz="1800" dirty="0">
              <a:latin typeface="Meiryo UI" panose="020B0604030504040204" pitchFamily="50" charset="-128"/>
              <a:ea typeface="Meiryo UI" panose="020B0604030504040204" pitchFamily="50" charset="-128"/>
            </a:endParaRPr>
          </a:p>
        </p:txBody>
      </p:sp>
      <p:sp>
        <p:nvSpPr>
          <p:cNvPr id="3" name="タイトル 2">
            <a:extLst>
              <a:ext uri="{FF2B5EF4-FFF2-40B4-BE49-F238E27FC236}">
                <a16:creationId xmlns:a16="http://schemas.microsoft.com/office/drawing/2014/main" id="{AE41F6B8-260D-387C-0B99-97884D0CF8DF}"/>
              </a:ext>
            </a:extLst>
          </p:cNvPr>
          <p:cNvSpPr>
            <a:spLocks noGrp="1"/>
          </p:cNvSpPr>
          <p:nvPr>
            <p:ph type="title"/>
          </p:nvPr>
        </p:nvSpPr>
        <p:spPr/>
        <p:txBody>
          <a:bodyPr/>
          <a:lstStyle/>
          <a:p>
            <a:r>
              <a:rPr lang="ja-JP" altLang="en-US" dirty="0">
                <a:latin typeface="Meiryo UI" panose="020B0604030504040204" pitchFamily="50" charset="-128"/>
                <a:ea typeface="Meiryo UI" panose="020B0604030504040204" pitchFamily="50" charset="-128"/>
              </a:rPr>
              <a:t>会議体・コミュニケーションライン（ステコミ含む）</a:t>
            </a:r>
            <a:r>
              <a:rPr lang="en-US" altLang="ja-JP" dirty="0">
                <a:latin typeface="Meiryo UI" panose="020B0604030504040204" pitchFamily="50" charset="-128"/>
                <a:ea typeface="Meiryo UI" panose="020B0604030504040204" pitchFamily="50" charset="-128"/>
              </a:rPr>
              <a:t>(2/2)</a:t>
            </a:r>
            <a:endParaRPr kumimoji="1" lang="ja-JP" altLang="en-US" dirty="0">
              <a:latin typeface="Meiryo UI" panose="020B0604030504040204" pitchFamily="50" charset="-128"/>
              <a:ea typeface="Meiryo UI" panose="020B0604030504040204" pitchFamily="50" charset="-128"/>
            </a:endParaRPr>
          </a:p>
        </p:txBody>
      </p:sp>
      <p:grpSp>
        <p:nvGrpSpPr>
          <p:cNvPr id="10" name="グループ化 9">
            <a:extLst>
              <a:ext uri="{FF2B5EF4-FFF2-40B4-BE49-F238E27FC236}">
                <a16:creationId xmlns:a16="http://schemas.microsoft.com/office/drawing/2014/main" id="{B9279AD3-2505-9C82-7972-45EBB6BC8623}"/>
              </a:ext>
            </a:extLst>
          </p:cNvPr>
          <p:cNvGrpSpPr/>
          <p:nvPr/>
        </p:nvGrpSpPr>
        <p:grpSpPr>
          <a:xfrm>
            <a:off x="812802" y="1589238"/>
            <a:ext cx="5130798" cy="2317512"/>
            <a:chOff x="990600" y="2387601"/>
            <a:chExt cx="4203700" cy="2539999"/>
          </a:xfrm>
        </p:grpSpPr>
        <p:sp>
          <p:nvSpPr>
            <p:cNvPr id="4" name="四角形: 角を丸くする 3">
              <a:extLst>
                <a:ext uri="{FF2B5EF4-FFF2-40B4-BE49-F238E27FC236}">
                  <a16:creationId xmlns:a16="http://schemas.microsoft.com/office/drawing/2014/main" id="{D1BF2A1B-2F0F-9B8E-2B97-F024F3B67588}"/>
                </a:ext>
              </a:extLst>
            </p:cNvPr>
            <p:cNvSpPr/>
            <p:nvPr/>
          </p:nvSpPr>
          <p:spPr>
            <a:xfrm>
              <a:off x="990600" y="2387601"/>
              <a:ext cx="4203700" cy="444911"/>
            </a:xfrm>
            <a:prstGeom prst="roundRect">
              <a:avLst>
                <a:gd name="adj" fmla="val 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Meiryo UI" panose="020B0604030504040204" pitchFamily="50" charset="-128"/>
                  <a:ea typeface="Meiryo UI" panose="020B0604030504040204" pitchFamily="50" charset="-128"/>
                </a:rPr>
                <a:t>利用ツールの使い分け</a:t>
              </a:r>
            </a:p>
          </p:txBody>
        </p:sp>
        <p:sp>
          <p:nvSpPr>
            <p:cNvPr id="9" name="正方形/長方形 8">
              <a:extLst>
                <a:ext uri="{FF2B5EF4-FFF2-40B4-BE49-F238E27FC236}">
                  <a16:creationId xmlns:a16="http://schemas.microsoft.com/office/drawing/2014/main" id="{FB47920B-30F1-910B-F536-7164C5885C75}"/>
                </a:ext>
              </a:extLst>
            </p:cNvPr>
            <p:cNvSpPr/>
            <p:nvPr/>
          </p:nvSpPr>
          <p:spPr>
            <a:xfrm>
              <a:off x="990600" y="2712928"/>
              <a:ext cx="4203700" cy="221467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400" dirty="0">
                  <a:solidFill>
                    <a:schemeClr val="tx1"/>
                  </a:solidFill>
                  <a:latin typeface="Meiryo UI" panose="020B0604030504040204" pitchFamily="50" charset="-128"/>
                  <a:ea typeface="Meiryo UI" panose="020B0604030504040204" pitchFamily="50" charset="-128"/>
                </a:rPr>
                <a:t>・チャット：日々の連絡・相談</a:t>
              </a:r>
            </a:p>
            <a:p>
              <a:r>
                <a:rPr lang="ja-JP" altLang="en-US" sz="1400" dirty="0">
                  <a:solidFill>
                    <a:schemeClr val="tx1"/>
                  </a:solidFill>
                  <a:latin typeface="Meiryo UI" panose="020B0604030504040204" pitchFamily="50" charset="-128"/>
                  <a:ea typeface="Meiryo UI" panose="020B0604030504040204" pitchFamily="50" charset="-128"/>
                </a:rPr>
                <a:t>・会議（</a:t>
              </a:r>
              <a:r>
                <a:rPr lang="en-US" altLang="ja-JP" sz="1400" dirty="0">
                  <a:solidFill>
                    <a:schemeClr val="tx1"/>
                  </a:solidFill>
                  <a:latin typeface="Meiryo UI" panose="020B0604030504040204" pitchFamily="50" charset="-128"/>
                  <a:ea typeface="Meiryo UI" panose="020B0604030504040204" pitchFamily="50" charset="-128"/>
                </a:rPr>
                <a:t>Teams</a:t>
              </a:r>
              <a:r>
                <a:rPr lang="ja-JP" altLang="en-US" sz="1400" dirty="0">
                  <a:solidFill>
                    <a:schemeClr val="tx1"/>
                  </a:solidFill>
                  <a:latin typeface="Meiryo UI" panose="020B0604030504040204" pitchFamily="50" charset="-128"/>
                  <a:ea typeface="Meiryo UI" panose="020B0604030504040204" pitchFamily="50" charset="-128"/>
                </a:rPr>
                <a:t>）：議題がある議論／意思決定</a:t>
              </a:r>
            </a:p>
            <a:p>
              <a:r>
                <a:rPr lang="ja-JP" altLang="en-US" sz="1400" dirty="0">
                  <a:solidFill>
                    <a:schemeClr val="tx1"/>
                  </a:solidFill>
                  <a:latin typeface="Meiryo UI" panose="020B0604030504040204" pitchFamily="50" charset="-128"/>
                  <a:ea typeface="Meiryo UI" panose="020B0604030504040204" pitchFamily="50" charset="-128"/>
                </a:rPr>
                <a:t>・メール：対外・正式連絡／合意・承認の記録</a:t>
              </a:r>
            </a:p>
            <a:p>
              <a:r>
                <a:rPr lang="ja-JP" altLang="en-US" sz="1400" dirty="0">
                  <a:solidFill>
                    <a:schemeClr val="tx1"/>
                  </a:solidFill>
                  <a:latin typeface="Meiryo UI" panose="020B0604030504040204" pitchFamily="50" charset="-128"/>
                  <a:ea typeface="Meiryo UI" panose="020B0604030504040204" pitchFamily="50" charset="-128"/>
                </a:rPr>
                <a:t>・ファイル：</a:t>
              </a:r>
              <a:r>
                <a:rPr lang="en-US" altLang="ja-JP" sz="1400" dirty="0">
                  <a:solidFill>
                    <a:schemeClr val="tx1"/>
                  </a:solidFill>
                  <a:latin typeface="Meiryo UI" panose="020B0604030504040204" pitchFamily="50" charset="-128"/>
                  <a:ea typeface="Meiryo UI" panose="020B0604030504040204" pitchFamily="50" charset="-128"/>
                </a:rPr>
                <a:t>SharePoint</a:t>
              </a:r>
              <a:r>
                <a:rPr lang="ja-JP" altLang="en-US" sz="1400" dirty="0">
                  <a:solidFill>
                    <a:schemeClr val="tx1"/>
                  </a:solidFill>
                  <a:latin typeface="Meiryo UI" panose="020B0604030504040204" pitchFamily="50" charset="-128"/>
                  <a:ea typeface="Meiryo UI" panose="020B0604030504040204" pitchFamily="50" charset="-128"/>
                </a:rPr>
                <a:t>に集約</a:t>
              </a:r>
              <a:endParaRPr kumimoji="1" lang="ja-JP" altLang="en-US" sz="1400" dirty="0">
                <a:solidFill>
                  <a:schemeClr val="tx1"/>
                </a:solidFill>
                <a:latin typeface="Meiryo UI" panose="020B0604030504040204" pitchFamily="50" charset="-128"/>
                <a:ea typeface="Meiryo UI" panose="020B0604030504040204" pitchFamily="50" charset="-128"/>
              </a:endParaRPr>
            </a:p>
          </p:txBody>
        </p:sp>
      </p:grpSp>
      <p:grpSp>
        <p:nvGrpSpPr>
          <p:cNvPr id="16" name="グループ化 15">
            <a:extLst>
              <a:ext uri="{FF2B5EF4-FFF2-40B4-BE49-F238E27FC236}">
                <a16:creationId xmlns:a16="http://schemas.microsoft.com/office/drawing/2014/main" id="{CE297FE4-EF84-0D85-1636-8D18D1AC6034}"/>
              </a:ext>
            </a:extLst>
          </p:cNvPr>
          <p:cNvGrpSpPr/>
          <p:nvPr/>
        </p:nvGrpSpPr>
        <p:grpSpPr>
          <a:xfrm>
            <a:off x="6246920" y="1589238"/>
            <a:ext cx="5130798" cy="2317512"/>
            <a:chOff x="990600" y="2387601"/>
            <a:chExt cx="4203700" cy="2539999"/>
          </a:xfrm>
        </p:grpSpPr>
        <p:sp>
          <p:nvSpPr>
            <p:cNvPr id="17" name="四角形: 角を丸くする 16">
              <a:extLst>
                <a:ext uri="{FF2B5EF4-FFF2-40B4-BE49-F238E27FC236}">
                  <a16:creationId xmlns:a16="http://schemas.microsoft.com/office/drawing/2014/main" id="{0A755421-ABFE-690B-A950-507EF52A6D22}"/>
                </a:ext>
              </a:extLst>
            </p:cNvPr>
            <p:cNvSpPr/>
            <p:nvPr/>
          </p:nvSpPr>
          <p:spPr>
            <a:xfrm>
              <a:off x="990600" y="2387601"/>
              <a:ext cx="4203700" cy="444911"/>
            </a:xfrm>
            <a:prstGeom prst="roundRect">
              <a:avLst>
                <a:gd name="adj" fmla="val 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Meiryo UI" panose="020B0604030504040204" pitchFamily="50" charset="-128"/>
                  <a:ea typeface="Meiryo UI" panose="020B0604030504040204" pitchFamily="50" charset="-128"/>
                </a:rPr>
                <a:t>資料の共有・保管ルール</a:t>
              </a:r>
            </a:p>
          </p:txBody>
        </p:sp>
        <p:sp>
          <p:nvSpPr>
            <p:cNvPr id="18" name="正方形/長方形 17">
              <a:extLst>
                <a:ext uri="{FF2B5EF4-FFF2-40B4-BE49-F238E27FC236}">
                  <a16:creationId xmlns:a16="http://schemas.microsoft.com/office/drawing/2014/main" id="{3B5D833E-D39B-60E8-D6E3-83176F8DDB39}"/>
                </a:ext>
              </a:extLst>
            </p:cNvPr>
            <p:cNvSpPr/>
            <p:nvPr/>
          </p:nvSpPr>
          <p:spPr>
            <a:xfrm>
              <a:off x="990600" y="2712928"/>
              <a:ext cx="4203700" cy="221467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400" dirty="0">
                  <a:solidFill>
                    <a:schemeClr val="tx1"/>
                  </a:solidFill>
                  <a:latin typeface="Meiryo UI" panose="020B0604030504040204" pitchFamily="50" charset="-128"/>
                  <a:ea typeface="Meiryo UI" panose="020B0604030504040204" pitchFamily="50" charset="-128"/>
                </a:rPr>
                <a:t>・資料は</a:t>
              </a:r>
              <a:r>
                <a:rPr lang="en-US" altLang="ja-JP" sz="1400" dirty="0">
                  <a:solidFill>
                    <a:schemeClr val="tx1"/>
                  </a:solidFill>
                  <a:latin typeface="Meiryo UI" panose="020B0604030504040204" pitchFamily="50" charset="-128"/>
                  <a:ea typeface="Meiryo UI" panose="020B0604030504040204" pitchFamily="50" charset="-128"/>
                </a:rPr>
                <a:t>SharePoint</a:t>
              </a:r>
              <a:r>
                <a:rPr lang="ja-JP" altLang="en-US" sz="1400" dirty="0">
                  <a:solidFill>
                    <a:schemeClr val="tx1"/>
                  </a:solidFill>
                  <a:latin typeface="Meiryo UI" panose="020B0604030504040204" pitchFamily="50" charset="-128"/>
                  <a:ea typeface="Meiryo UI" panose="020B0604030504040204" pitchFamily="50" charset="-128"/>
                </a:rPr>
                <a:t>に保存（メール添付は原則しない）</a:t>
              </a:r>
            </a:p>
            <a:p>
              <a:r>
                <a:rPr lang="ja-JP" altLang="en-US" sz="1400" dirty="0">
                  <a:solidFill>
                    <a:schemeClr val="tx1"/>
                  </a:solidFill>
                  <a:latin typeface="Meiryo UI" panose="020B0604030504040204" pitchFamily="50" charset="-128"/>
                  <a:ea typeface="Meiryo UI" panose="020B0604030504040204" pitchFamily="50" charset="-128"/>
                </a:rPr>
                <a:t>・ファイル名：日付</a:t>
              </a:r>
              <a:r>
                <a:rPr lang="en-US" altLang="ja-JP" sz="1400" dirty="0">
                  <a:solidFill>
                    <a:schemeClr val="tx1"/>
                  </a:solidFill>
                  <a:latin typeface="Meiryo UI" panose="020B0604030504040204" pitchFamily="50" charset="-128"/>
                  <a:ea typeface="Meiryo UI" panose="020B0604030504040204" pitchFamily="50" charset="-128"/>
                </a:rPr>
                <a:t>_</a:t>
              </a:r>
              <a:r>
                <a:rPr lang="ja-JP" altLang="en-US" sz="1400" dirty="0">
                  <a:solidFill>
                    <a:schemeClr val="tx1"/>
                  </a:solidFill>
                  <a:latin typeface="Meiryo UI" panose="020B0604030504040204" pitchFamily="50" charset="-128"/>
                  <a:ea typeface="Meiryo UI" panose="020B0604030504040204" pitchFamily="50" charset="-128"/>
                </a:rPr>
                <a:t>資料名</a:t>
              </a:r>
              <a:r>
                <a:rPr lang="en-US" altLang="ja-JP" sz="1400" dirty="0">
                  <a:solidFill>
                    <a:schemeClr val="tx1"/>
                  </a:solidFill>
                  <a:latin typeface="Meiryo UI" panose="020B0604030504040204" pitchFamily="50" charset="-128"/>
                  <a:ea typeface="Meiryo UI" panose="020B0604030504040204" pitchFamily="50" charset="-128"/>
                </a:rPr>
                <a:t>_v</a:t>
              </a:r>
              <a:r>
                <a:rPr lang="ja-JP" altLang="en-US" sz="1400" dirty="0">
                  <a:solidFill>
                    <a:schemeClr val="tx1"/>
                  </a:solidFill>
                  <a:latin typeface="Meiryo UI" panose="020B0604030504040204" pitchFamily="50" charset="-128"/>
                  <a:ea typeface="Meiryo UI" panose="020B0604030504040204" pitchFamily="50" charset="-128"/>
                </a:rPr>
                <a:t>版（例：</a:t>
              </a:r>
              <a:r>
                <a:rPr lang="en-US" altLang="ja-JP" sz="1400" dirty="0">
                  <a:solidFill>
                    <a:schemeClr val="tx1"/>
                  </a:solidFill>
                  <a:latin typeface="Meiryo UI" panose="020B0604030504040204" pitchFamily="50" charset="-128"/>
                  <a:ea typeface="Meiryo UI" panose="020B0604030504040204" pitchFamily="50" charset="-128"/>
                </a:rPr>
                <a:t>20260105_</a:t>
              </a:r>
              <a:r>
                <a:rPr lang="ja-JP" altLang="en-US" sz="1400" dirty="0">
                  <a:solidFill>
                    <a:schemeClr val="tx1"/>
                  </a:solidFill>
                  <a:latin typeface="Meiryo UI" panose="020B0604030504040204" pitchFamily="50" charset="-128"/>
                  <a:ea typeface="Meiryo UI" panose="020B0604030504040204" pitchFamily="50" charset="-128"/>
                </a:rPr>
                <a:t>資料名</a:t>
              </a:r>
              <a:r>
                <a:rPr lang="en-US" altLang="ja-JP" sz="1400" dirty="0">
                  <a:solidFill>
                    <a:schemeClr val="tx1"/>
                  </a:solidFill>
                  <a:latin typeface="Meiryo UI" panose="020B0604030504040204" pitchFamily="50" charset="-128"/>
                  <a:ea typeface="Meiryo UI" panose="020B0604030504040204" pitchFamily="50" charset="-128"/>
                </a:rPr>
                <a:t>_v1</a:t>
              </a:r>
              <a:r>
                <a:rPr lang="ja-JP" altLang="en-US" sz="1400" dirty="0">
                  <a:solidFill>
                    <a:schemeClr val="tx1"/>
                  </a:solidFill>
                  <a:latin typeface="Meiryo UI" panose="020B0604030504040204" pitchFamily="50" charset="-128"/>
                  <a:ea typeface="Meiryo UI" panose="020B0604030504040204" pitchFamily="50" charset="-128"/>
                </a:rPr>
                <a:t>）</a:t>
              </a:r>
            </a:p>
            <a:p>
              <a:r>
                <a:rPr lang="ja-JP" altLang="en-US" sz="1400" dirty="0">
                  <a:solidFill>
                    <a:schemeClr val="tx1"/>
                  </a:solidFill>
                  <a:latin typeface="Meiryo UI" panose="020B0604030504040204" pitchFamily="50" charset="-128"/>
                  <a:ea typeface="Meiryo UI" panose="020B0604030504040204" pitchFamily="50" charset="-128"/>
                </a:rPr>
                <a:t>・更新時：版を上げる（</a:t>
              </a:r>
              <a:r>
                <a:rPr lang="en-US" altLang="ja-JP" sz="1400" dirty="0">
                  <a:solidFill>
                    <a:schemeClr val="tx1"/>
                  </a:solidFill>
                  <a:latin typeface="Meiryo UI" panose="020B0604030504040204" pitchFamily="50" charset="-128"/>
                  <a:ea typeface="Meiryo UI" panose="020B0604030504040204" pitchFamily="50" charset="-128"/>
                </a:rPr>
                <a:t>v1→v2</a:t>
              </a:r>
              <a:r>
                <a:rPr lang="ja-JP" altLang="en-US" sz="1400" dirty="0">
                  <a:solidFill>
                    <a:schemeClr val="tx1"/>
                  </a:solidFill>
                  <a:latin typeface="Meiryo UI" panose="020B0604030504040204" pitchFamily="50" charset="-128"/>
                  <a:ea typeface="Meiryo UI" panose="020B0604030504040204" pitchFamily="50" charset="-128"/>
                </a:rPr>
                <a:t>）＋更新者・更新日を明記</a:t>
              </a:r>
            </a:p>
            <a:p>
              <a:r>
                <a:rPr lang="ja-JP" altLang="en-US" sz="1400" dirty="0">
                  <a:solidFill>
                    <a:schemeClr val="tx1"/>
                  </a:solidFill>
                  <a:latin typeface="Meiryo UI" panose="020B0604030504040204" pitchFamily="50" charset="-128"/>
                  <a:ea typeface="Meiryo UI" panose="020B0604030504040204" pitchFamily="50" charset="-128"/>
                </a:rPr>
                <a:t>・議事録・決定事項も同じ場所に格納</a:t>
              </a:r>
              <a:endParaRPr kumimoji="1" lang="ja-JP" altLang="en-US" sz="1400" dirty="0">
                <a:solidFill>
                  <a:schemeClr val="tx1"/>
                </a:solidFill>
                <a:latin typeface="Meiryo UI" panose="020B0604030504040204" pitchFamily="50" charset="-128"/>
                <a:ea typeface="Meiryo UI" panose="020B0604030504040204" pitchFamily="50" charset="-128"/>
              </a:endParaRPr>
            </a:p>
          </p:txBody>
        </p:sp>
      </p:grpSp>
      <p:grpSp>
        <p:nvGrpSpPr>
          <p:cNvPr id="19" name="グループ化 18">
            <a:extLst>
              <a:ext uri="{FF2B5EF4-FFF2-40B4-BE49-F238E27FC236}">
                <a16:creationId xmlns:a16="http://schemas.microsoft.com/office/drawing/2014/main" id="{E5EF3F3A-A7EF-249D-34A6-A42970252ED8}"/>
              </a:ext>
            </a:extLst>
          </p:cNvPr>
          <p:cNvGrpSpPr/>
          <p:nvPr/>
        </p:nvGrpSpPr>
        <p:grpSpPr>
          <a:xfrm>
            <a:off x="812802" y="4010268"/>
            <a:ext cx="5130798" cy="2317512"/>
            <a:chOff x="990600" y="2387601"/>
            <a:chExt cx="4203700" cy="2539999"/>
          </a:xfrm>
        </p:grpSpPr>
        <p:sp>
          <p:nvSpPr>
            <p:cNvPr id="20" name="四角形: 角を丸くする 19">
              <a:extLst>
                <a:ext uri="{FF2B5EF4-FFF2-40B4-BE49-F238E27FC236}">
                  <a16:creationId xmlns:a16="http://schemas.microsoft.com/office/drawing/2014/main" id="{613B2F50-EE82-ECC8-FFAC-FAE89ABFF86B}"/>
                </a:ext>
              </a:extLst>
            </p:cNvPr>
            <p:cNvSpPr/>
            <p:nvPr/>
          </p:nvSpPr>
          <p:spPr>
            <a:xfrm>
              <a:off x="990600" y="2387601"/>
              <a:ext cx="4203700" cy="444911"/>
            </a:xfrm>
            <a:prstGeom prst="roundRect">
              <a:avLst>
                <a:gd name="adj" fmla="val 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Meiryo UI" panose="020B0604030504040204" pitchFamily="50" charset="-128"/>
                  <a:ea typeface="Meiryo UI" panose="020B0604030504040204" pitchFamily="50" charset="-128"/>
                </a:rPr>
                <a:t>意思決定・議事管理</a:t>
              </a:r>
            </a:p>
          </p:txBody>
        </p:sp>
        <p:sp>
          <p:nvSpPr>
            <p:cNvPr id="21" name="正方形/長方形 20">
              <a:extLst>
                <a:ext uri="{FF2B5EF4-FFF2-40B4-BE49-F238E27FC236}">
                  <a16:creationId xmlns:a16="http://schemas.microsoft.com/office/drawing/2014/main" id="{FD8597E0-59A3-44B0-1CC3-A6D2BDA2C438}"/>
                </a:ext>
              </a:extLst>
            </p:cNvPr>
            <p:cNvSpPr/>
            <p:nvPr/>
          </p:nvSpPr>
          <p:spPr>
            <a:xfrm>
              <a:off x="990600" y="2712928"/>
              <a:ext cx="4203700" cy="221467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400" dirty="0">
                  <a:solidFill>
                    <a:schemeClr val="tx1"/>
                  </a:solidFill>
                  <a:latin typeface="Meiryo UI" panose="020B0604030504040204" pitchFamily="50" charset="-128"/>
                  <a:ea typeface="Meiryo UI" panose="020B0604030504040204" pitchFamily="50" charset="-128"/>
                </a:rPr>
                <a:t>・決定事項は議事録に残す（誰が・何を・いつまで）</a:t>
              </a:r>
            </a:p>
            <a:p>
              <a:r>
                <a:rPr lang="ja-JP" altLang="en-US" sz="1400" dirty="0">
                  <a:solidFill>
                    <a:schemeClr val="tx1"/>
                  </a:solidFill>
                  <a:latin typeface="Meiryo UI" panose="020B0604030504040204" pitchFamily="50" charset="-128"/>
                  <a:ea typeface="Meiryo UI" panose="020B0604030504040204" pitchFamily="50" charset="-128"/>
                </a:rPr>
                <a:t>・承認は「メール返信」または「指定資料へのコメント」で実施</a:t>
              </a:r>
            </a:p>
            <a:p>
              <a:r>
                <a:rPr lang="ja-JP" altLang="en-US" sz="1400" dirty="0">
                  <a:solidFill>
                    <a:schemeClr val="tx1"/>
                  </a:solidFill>
                  <a:latin typeface="Meiryo UI" panose="020B0604030504040204" pitchFamily="50" charset="-128"/>
                  <a:ea typeface="Meiryo UI" panose="020B0604030504040204" pitchFamily="50" charset="-128"/>
                </a:rPr>
                <a:t>・レビュー期限：原則◯営業日（遅れる場合は事前連絡）</a:t>
              </a:r>
              <a:endParaRPr kumimoji="1" lang="ja-JP" altLang="en-US" sz="1400" dirty="0">
                <a:solidFill>
                  <a:schemeClr val="tx1"/>
                </a:solidFill>
                <a:latin typeface="Meiryo UI" panose="020B0604030504040204" pitchFamily="50" charset="-128"/>
                <a:ea typeface="Meiryo UI" panose="020B0604030504040204" pitchFamily="50" charset="-128"/>
              </a:endParaRPr>
            </a:p>
          </p:txBody>
        </p:sp>
      </p:grpSp>
      <p:grpSp>
        <p:nvGrpSpPr>
          <p:cNvPr id="22" name="グループ化 21">
            <a:extLst>
              <a:ext uri="{FF2B5EF4-FFF2-40B4-BE49-F238E27FC236}">
                <a16:creationId xmlns:a16="http://schemas.microsoft.com/office/drawing/2014/main" id="{27AFAB3B-52CE-D77E-3AEA-577F32486CE2}"/>
              </a:ext>
            </a:extLst>
          </p:cNvPr>
          <p:cNvGrpSpPr/>
          <p:nvPr/>
        </p:nvGrpSpPr>
        <p:grpSpPr>
          <a:xfrm>
            <a:off x="6246920" y="4010268"/>
            <a:ext cx="5130798" cy="2317512"/>
            <a:chOff x="990600" y="2387601"/>
            <a:chExt cx="4203700" cy="2539999"/>
          </a:xfrm>
        </p:grpSpPr>
        <p:sp>
          <p:nvSpPr>
            <p:cNvPr id="23" name="四角形: 角を丸くする 22">
              <a:extLst>
                <a:ext uri="{FF2B5EF4-FFF2-40B4-BE49-F238E27FC236}">
                  <a16:creationId xmlns:a16="http://schemas.microsoft.com/office/drawing/2014/main" id="{EA919EC6-0ADD-516C-9A8B-2688CE297EF4}"/>
                </a:ext>
              </a:extLst>
            </p:cNvPr>
            <p:cNvSpPr/>
            <p:nvPr/>
          </p:nvSpPr>
          <p:spPr>
            <a:xfrm>
              <a:off x="990600" y="2387601"/>
              <a:ext cx="4203700" cy="444911"/>
            </a:xfrm>
            <a:prstGeom prst="roundRect">
              <a:avLst>
                <a:gd name="adj" fmla="val 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Meiryo UI" panose="020B0604030504040204" pitchFamily="50" charset="-128"/>
                  <a:ea typeface="Meiryo UI" panose="020B0604030504040204" pitchFamily="50" charset="-128"/>
                </a:rPr>
                <a:t>セキュリティ</a:t>
              </a:r>
            </a:p>
          </p:txBody>
        </p:sp>
        <p:sp>
          <p:nvSpPr>
            <p:cNvPr id="24" name="正方形/長方形 23">
              <a:extLst>
                <a:ext uri="{FF2B5EF4-FFF2-40B4-BE49-F238E27FC236}">
                  <a16:creationId xmlns:a16="http://schemas.microsoft.com/office/drawing/2014/main" id="{710453DB-85D8-C7CB-5131-430C27DAAE3F}"/>
                </a:ext>
              </a:extLst>
            </p:cNvPr>
            <p:cNvSpPr/>
            <p:nvPr/>
          </p:nvSpPr>
          <p:spPr>
            <a:xfrm>
              <a:off x="990600" y="2712928"/>
              <a:ext cx="4203700" cy="221467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400" dirty="0">
                  <a:solidFill>
                    <a:schemeClr val="tx1"/>
                  </a:solidFill>
                  <a:latin typeface="Meiryo UI" panose="020B0604030504040204" pitchFamily="50" charset="-128"/>
                  <a:ea typeface="Meiryo UI" panose="020B0604030504040204" pitchFamily="50" charset="-128"/>
                </a:rPr>
                <a:t>・重要ファイル（個人情報などを含む書類）はパスワード設定</a:t>
              </a:r>
            </a:p>
            <a:p>
              <a:r>
                <a:rPr lang="ja-JP" altLang="en-US" sz="1400" dirty="0">
                  <a:solidFill>
                    <a:schemeClr val="tx1"/>
                  </a:solidFill>
                  <a:latin typeface="Meiryo UI" panose="020B0604030504040204" pitchFamily="50" charset="-128"/>
                  <a:ea typeface="Meiryo UI" panose="020B0604030504040204" pitchFamily="50" charset="-128"/>
                </a:rPr>
                <a:t>・アクセス権は最小限で付与し、必要に応じて追加</a:t>
              </a:r>
              <a:endParaRPr kumimoji="1" lang="ja-JP" altLang="en-US" sz="1400" dirty="0">
                <a:solidFill>
                  <a:schemeClr val="tx1"/>
                </a:solidFill>
                <a:latin typeface="Meiryo UI" panose="020B0604030504040204" pitchFamily="50" charset="-128"/>
                <a:ea typeface="Meiryo UI" panose="020B0604030504040204" pitchFamily="50" charset="-128"/>
              </a:endParaRPr>
            </a:p>
          </p:txBody>
        </p:sp>
      </p:grpSp>
    </p:spTree>
    <p:extLst>
      <p:ext uri="{BB962C8B-B14F-4D97-AF65-F5344CB8AC3E}">
        <p14:creationId xmlns:p14="http://schemas.microsoft.com/office/powerpoint/2010/main" val="26667764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10989-9224-B462-1620-375612551111}"/>
            </a:ext>
          </a:extLst>
        </p:cNvPr>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1403D0E3-46AE-CC65-2122-3DD7A8992957}"/>
              </a:ext>
            </a:extLst>
          </p:cNvPr>
          <p:cNvSpPr>
            <a:spLocks noGrp="1"/>
          </p:cNvSpPr>
          <p:nvPr>
            <p:ph type="body" sz="quarter" idx="15"/>
          </p:nvPr>
        </p:nvSpPr>
        <p:spPr>
          <a:xfrm>
            <a:off x="390525" y="955674"/>
            <a:ext cx="10987193" cy="558800"/>
          </a:xfrm>
        </p:spPr>
        <p:txBody>
          <a:bodyPr/>
          <a:lstStyle/>
          <a:p>
            <a:pPr marL="0" indent="0">
              <a:buNone/>
            </a:pPr>
            <a:r>
              <a:rPr lang="ja-JP" altLang="en-US" sz="1800" dirty="0">
                <a:latin typeface="Meiryo UI" panose="020B0604030504040204" pitchFamily="50" charset="-128"/>
                <a:ea typeface="Meiryo UI" panose="020B0604030504040204" pitchFamily="50" charset="-128"/>
              </a:rPr>
              <a:t>現状分析を速やかに開始できますよう、業務に関係する情報のご提供およびヒアリング対象者様のご調整を中心に、直近のご協力事項を整理いたします。</a:t>
            </a:r>
            <a:endParaRPr kumimoji="1" lang="ja-JP" altLang="en-US" sz="1800" dirty="0">
              <a:latin typeface="Meiryo UI" panose="020B0604030504040204" pitchFamily="50" charset="-128"/>
              <a:ea typeface="Meiryo UI" panose="020B0604030504040204" pitchFamily="50" charset="-128"/>
            </a:endParaRPr>
          </a:p>
        </p:txBody>
      </p:sp>
      <p:sp>
        <p:nvSpPr>
          <p:cNvPr id="3" name="タイトル 2">
            <a:extLst>
              <a:ext uri="{FF2B5EF4-FFF2-40B4-BE49-F238E27FC236}">
                <a16:creationId xmlns:a16="http://schemas.microsoft.com/office/drawing/2014/main" id="{9A301186-F3A2-FE4E-14F1-3A87A3034CBF}"/>
              </a:ext>
            </a:extLst>
          </p:cNvPr>
          <p:cNvSpPr>
            <a:spLocks noGrp="1"/>
          </p:cNvSpPr>
          <p:nvPr>
            <p:ph type="title"/>
          </p:nvPr>
        </p:nvSpPr>
        <p:spPr/>
        <p:txBody>
          <a:bodyPr/>
          <a:lstStyle/>
          <a:p>
            <a:r>
              <a:rPr lang="ja-JP" altLang="en-US" dirty="0">
                <a:latin typeface="Meiryo UI" panose="020B0604030504040204" pitchFamily="50" charset="-128"/>
                <a:ea typeface="Meiryo UI" panose="020B0604030504040204" pitchFamily="50" charset="-128"/>
              </a:rPr>
              <a:t>今後のアクション・依頼事項</a:t>
            </a:r>
            <a:endParaRPr kumimoji="1" lang="ja-JP" altLang="en-US" dirty="0">
              <a:latin typeface="Meiryo UI" panose="020B0604030504040204" pitchFamily="50" charset="-128"/>
              <a:ea typeface="Meiryo UI" panose="020B0604030504040204" pitchFamily="50" charset="-128"/>
            </a:endParaRPr>
          </a:p>
        </p:txBody>
      </p:sp>
      <p:grpSp>
        <p:nvGrpSpPr>
          <p:cNvPr id="5" name="グループ化 4">
            <a:extLst>
              <a:ext uri="{FF2B5EF4-FFF2-40B4-BE49-F238E27FC236}">
                <a16:creationId xmlns:a16="http://schemas.microsoft.com/office/drawing/2014/main" id="{5E9A9A2D-795B-91EF-9B0C-87C5B7492D6C}"/>
              </a:ext>
            </a:extLst>
          </p:cNvPr>
          <p:cNvGrpSpPr/>
          <p:nvPr/>
        </p:nvGrpSpPr>
        <p:grpSpPr>
          <a:xfrm>
            <a:off x="812798" y="1555752"/>
            <a:ext cx="10564922" cy="4329112"/>
            <a:chOff x="990598" y="2387600"/>
            <a:chExt cx="4203702" cy="2540000"/>
          </a:xfrm>
        </p:grpSpPr>
        <p:sp>
          <p:nvSpPr>
            <p:cNvPr id="6" name="四角形: 角を丸くする 5">
              <a:extLst>
                <a:ext uri="{FF2B5EF4-FFF2-40B4-BE49-F238E27FC236}">
                  <a16:creationId xmlns:a16="http://schemas.microsoft.com/office/drawing/2014/main" id="{17CDACE9-602F-9488-BA7F-3C81C5602DC1}"/>
                </a:ext>
              </a:extLst>
            </p:cNvPr>
            <p:cNvSpPr/>
            <p:nvPr/>
          </p:nvSpPr>
          <p:spPr>
            <a:xfrm>
              <a:off x="990599" y="2387600"/>
              <a:ext cx="4203701" cy="283512"/>
            </a:xfrm>
            <a:prstGeom prst="roundRect">
              <a:avLst>
                <a:gd name="adj" fmla="val 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Meiryo UI" panose="020B0604030504040204" pitchFamily="50" charset="-128"/>
                  <a:ea typeface="Meiryo UI" panose="020B0604030504040204" pitchFamily="50" charset="-128"/>
                </a:rPr>
                <a:t>TMC</a:t>
              </a:r>
              <a:r>
                <a:rPr kumimoji="1" lang="ja-JP" altLang="en-US" sz="1400" b="1" dirty="0">
                  <a:latin typeface="Meiryo UI" panose="020B0604030504040204" pitchFamily="50" charset="-128"/>
                  <a:ea typeface="Meiryo UI" panose="020B0604030504040204" pitchFamily="50" charset="-128"/>
                </a:rPr>
                <a:t>様にお願いしたい事項</a:t>
              </a:r>
            </a:p>
          </p:txBody>
        </p:sp>
        <p:sp>
          <p:nvSpPr>
            <p:cNvPr id="7" name="正方形/長方形 6">
              <a:extLst>
                <a:ext uri="{FF2B5EF4-FFF2-40B4-BE49-F238E27FC236}">
                  <a16:creationId xmlns:a16="http://schemas.microsoft.com/office/drawing/2014/main" id="{7945C6F1-1BC6-1F01-2D15-8CFF313C57B3}"/>
                </a:ext>
              </a:extLst>
            </p:cNvPr>
            <p:cNvSpPr/>
            <p:nvPr/>
          </p:nvSpPr>
          <p:spPr>
            <a:xfrm>
              <a:off x="990598" y="2617448"/>
              <a:ext cx="4203701" cy="231015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altLang="ja-JP" sz="1200" dirty="0">
                <a:solidFill>
                  <a:schemeClr val="tx1"/>
                </a:solidFill>
                <a:latin typeface="Meiryo UI" panose="020B0604030504040204" pitchFamily="50" charset="-128"/>
                <a:ea typeface="Meiryo UI" panose="020B0604030504040204" pitchFamily="50" charset="-128"/>
              </a:endParaRPr>
            </a:p>
            <a:p>
              <a:r>
                <a:rPr lang="en-US" altLang="ja-JP" sz="1200" dirty="0">
                  <a:solidFill>
                    <a:schemeClr val="tx1"/>
                  </a:solidFill>
                  <a:latin typeface="Meiryo UI" panose="020B0604030504040204" pitchFamily="50" charset="-128"/>
                  <a:ea typeface="Meiryo UI" panose="020B0604030504040204" pitchFamily="50" charset="-128"/>
                </a:rPr>
                <a:t>1. </a:t>
              </a:r>
              <a:r>
                <a:rPr lang="ja-JP" altLang="en-US" sz="1200" dirty="0">
                  <a:solidFill>
                    <a:schemeClr val="tx1"/>
                  </a:solidFill>
                  <a:latin typeface="Meiryo UI" panose="020B0604030504040204" pitchFamily="50" charset="-128"/>
                  <a:ea typeface="Meiryo UI" panose="020B0604030504040204" pitchFamily="50" charset="-128"/>
                </a:rPr>
                <a:t>ヒアリング日程のご調整（最優先）</a:t>
              </a:r>
            </a:p>
            <a:p>
              <a:r>
                <a:rPr lang="ja-JP" altLang="en-US" sz="1200" dirty="0">
                  <a:solidFill>
                    <a:schemeClr val="tx1"/>
                  </a:solidFill>
                  <a:latin typeface="Meiryo UI" panose="020B0604030504040204" pitchFamily="50" charset="-128"/>
                  <a:ea typeface="Meiryo UI" panose="020B0604030504040204" pitchFamily="50" charset="-128"/>
                </a:rPr>
                <a:t>   　当社より候補日をご提示しますので、可否をご返信ください（確定後、招集を送付いたします）</a:t>
              </a:r>
            </a:p>
            <a:p>
              <a:r>
                <a:rPr lang="ja-JP" altLang="en-US" sz="1200" dirty="0">
                  <a:solidFill>
                    <a:schemeClr val="tx1"/>
                  </a:solidFill>
                  <a:latin typeface="Meiryo UI" panose="020B0604030504040204" pitchFamily="50" charset="-128"/>
                  <a:ea typeface="Meiryo UI" panose="020B0604030504040204" pitchFamily="50" charset="-128"/>
                </a:rPr>
                <a:t>   　</a:t>
              </a:r>
              <a:r>
                <a:rPr lang="en-US" altLang="ja-JP" sz="1200" dirty="0">
                  <a:solidFill>
                    <a:schemeClr val="tx1"/>
                  </a:solidFill>
                  <a:latin typeface="Meiryo UI" panose="020B0604030504040204" pitchFamily="50" charset="-128"/>
                  <a:ea typeface="Meiryo UI" panose="020B0604030504040204" pitchFamily="50" charset="-128"/>
                </a:rPr>
                <a:t>- </a:t>
              </a:r>
              <a:r>
                <a:rPr lang="ja-JP" altLang="en-US" sz="1200" dirty="0">
                  <a:solidFill>
                    <a:schemeClr val="tx1"/>
                  </a:solidFill>
                  <a:latin typeface="Meiryo UI" panose="020B0604030504040204" pitchFamily="50" charset="-128"/>
                  <a:ea typeface="Meiryo UI" panose="020B0604030504040204" pitchFamily="50" charset="-128"/>
                </a:rPr>
                <a:t>候補①：</a:t>
              </a:r>
              <a:r>
                <a:rPr lang="en-US" altLang="ja-JP" sz="1200" dirty="0">
                  <a:solidFill>
                    <a:schemeClr val="tx1"/>
                  </a:solidFill>
                  <a:latin typeface="Meiryo UI" panose="020B0604030504040204" pitchFamily="50" charset="-128"/>
                  <a:ea typeface="Meiryo UI" panose="020B0604030504040204" pitchFamily="50" charset="-128"/>
                </a:rPr>
                <a:t>2026/01/14</a:t>
              </a:r>
              <a:r>
                <a:rPr lang="ja-JP" altLang="en-US" sz="1200" dirty="0">
                  <a:solidFill>
                    <a:schemeClr val="tx1"/>
                  </a:solidFill>
                  <a:latin typeface="Meiryo UI" panose="020B0604030504040204" pitchFamily="50" charset="-128"/>
                  <a:ea typeface="Meiryo UI" panose="020B0604030504040204" pitchFamily="50" charset="-128"/>
                </a:rPr>
                <a:t>（水）</a:t>
              </a:r>
              <a:r>
                <a:rPr lang="en-US" altLang="ja-JP" sz="1200" b="1" dirty="0">
                  <a:solidFill>
                    <a:schemeClr val="tx1"/>
                  </a:solidFill>
                  <a:latin typeface="Meiryo UI" panose="020B0604030504040204" pitchFamily="50" charset="-128"/>
                  <a:ea typeface="Meiryo UI" panose="020B0604030504040204" pitchFamily="50" charset="-128"/>
                </a:rPr>
                <a:t>※</a:t>
              </a:r>
              <a:r>
                <a:rPr lang="ja-JP" altLang="en-US" sz="1200" b="1" dirty="0">
                  <a:solidFill>
                    <a:schemeClr val="tx1"/>
                  </a:solidFill>
                  <a:latin typeface="Meiryo UI" panose="020B0604030504040204" pitchFamily="50" charset="-128"/>
                  <a:ea typeface="Meiryo UI" panose="020B0604030504040204" pitchFamily="50" charset="-128"/>
                </a:rPr>
                <a:t>村松様、秦様 にヒアリングさせていただきたいです</a:t>
              </a:r>
            </a:p>
            <a:p>
              <a:r>
                <a:rPr lang="ja-JP" altLang="en-US" sz="1200" dirty="0">
                  <a:solidFill>
                    <a:schemeClr val="tx1"/>
                  </a:solidFill>
                  <a:latin typeface="Meiryo UI" panose="020B0604030504040204" pitchFamily="50" charset="-128"/>
                  <a:ea typeface="Meiryo UI" panose="020B0604030504040204" pitchFamily="50" charset="-128"/>
                </a:rPr>
                <a:t>   　</a:t>
              </a:r>
              <a:r>
                <a:rPr lang="en-US" altLang="ja-JP" sz="1200" dirty="0">
                  <a:solidFill>
                    <a:schemeClr val="tx1"/>
                  </a:solidFill>
                  <a:latin typeface="Meiryo UI" panose="020B0604030504040204" pitchFamily="50" charset="-128"/>
                  <a:ea typeface="Meiryo UI" panose="020B0604030504040204" pitchFamily="50" charset="-128"/>
                </a:rPr>
                <a:t>- </a:t>
              </a:r>
              <a:r>
                <a:rPr lang="ja-JP" altLang="en-US" sz="1200" dirty="0">
                  <a:solidFill>
                    <a:schemeClr val="tx1"/>
                  </a:solidFill>
                  <a:latin typeface="Meiryo UI" panose="020B0604030504040204" pitchFamily="50" charset="-128"/>
                  <a:ea typeface="Meiryo UI" panose="020B0604030504040204" pitchFamily="50" charset="-128"/>
                </a:rPr>
                <a:t>候補②：</a:t>
              </a:r>
              <a:r>
                <a:rPr lang="en-US" altLang="ja-JP" sz="1200" dirty="0">
                  <a:solidFill>
                    <a:schemeClr val="tx1"/>
                  </a:solidFill>
                  <a:latin typeface="Meiryo UI" panose="020B0604030504040204" pitchFamily="50" charset="-128"/>
                  <a:ea typeface="Meiryo UI" panose="020B0604030504040204" pitchFamily="50" charset="-128"/>
                </a:rPr>
                <a:t>2026/01/15</a:t>
              </a:r>
              <a:r>
                <a:rPr lang="ja-JP" altLang="en-US" sz="1200" dirty="0">
                  <a:solidFill>
                    <a:schemeClr val="tx1"/>
                  </a:solidFill>
                  <a:latin typeface="Meiryo UI" panose="020B0604030504040204" pitchFamily="50" charset="-128"/>
                  <a:ea typeface="Meiryo UI" panose="020B0604030504040204" pitchFamily="50" charset="-128"/>
                </a:rPr>
                <a:t>（木）</a:t>
              </a:r>
            </a:p>
            <a:p>
              <a:r>
                <a:rPr lang="ja-JP" altLang="en-US" sz="1200" dirty="0">
                  <a:solidFill>
                    <a:schemeClr val="tx1"/>
                  </a:solidFill>
                  <a:latin typeface="Meiryo UI" panose="020B0604030504040204" pitchFamily="50" charset="-128"/>
                  <a:ea typeface="Meiryo UI" panose="020B0604030504040204" pitchFamily="50" charset="-128"/>
                </a:rPr>
                <a:t>   　</a:t>
              </a:r>
              <a:r>
                <a:rPr lang="en-US" altLang="ja-JP" sz="1200" dirty="0">
                  <a:solidFill>
                    <a:schemeClr val="tx1"/>
                  </a:solidFill>
                  <a:latin typeface="Meiryo UI" panose="020B0604030504040204" pitchFamily="50" charset="-128"/>
                  <a:ea typeface="Meiryo UI" panose="020B0604030504040204" pitchFamily="50" charset="-128"/>
                </a:rPr>
                <a:t>- </a:t>
              </a:r>
              <a:r>
                <a:rPr lang="ja-JP" altLang="en-US" sz="1200" dirty="0">
                  <a:solidFill>
                    <a:schemeClr val="tx1"/>
                  </a:solidFill>
                  <a:latin typeface="Meiryo UI" panose="020B0604030504040204" pitchFamily="50" charset="-128"/>
                  <a:ea typeface="Meiryo UI" panose="020B0604030504040204" pitchFamily="50" charset="-128"/>
                </a:rPr>
                <a:t>候補③：</a:t>
              </a:r>
              <a:r>
                <a:rPr lang="en-US" altLang="ja-JP" sz="1200" dirty="0">
                  <a:solidFill>
                    <a:schemeClr val="tx1"/>
                  </a:solidFill>
                  <a:latin typeface="Meiryo UI" panose="020B0604030504040204" pitchFamily="50" charset="-128"/>
                  <a:ea typeface="Meiryo UI" panose="020B0604030504040204" pitchFamily="50" charset="-128"/>
                </a:rPr>
                <a:t>2026/01/16</a:t>
              </a:r>
              <a:r>
                <a:rPr lang="ja-JP" altLang="en-US" sz="1200" dirty="0">
                  <a:solidFill>
                    <a:schemeClr val="tx1"/>
                  </a:solidFill>
                  <a:latin typeface="Meiryo UI" panose="020B0604030504040204" pitchFamily="50" charset="-128"/>
                  <a:ea typeface="Meiryo UI" panose="020B0604030504040204" pitchFamily="50" charset="-128"/>
                </a:rPr>
                <a:t>（金）</a:t>
              </a:r>
            </a:p>
            <a:p>
              <a:r>
                <a:rPr lang="ja-JP" altLang="en-US" sz="1200" dirty="0">
                  <a:solidFill>
                    <a:schemeClr val="tx1"/>
                  </a:solidFill>
                  <a:latin typeface="Meiryo UI" panose="020B0604030504040204" pitchFamily="50" charset="-128"/>
                  <a:ea typeface="Meiryo UI" panose="020B0604030504040204" pitchFamily="50" charset="-128"/>
                </a:rPr>
                <a:t>   　</a:t>
              </a:r>
              <a:r>
                <a:rPr lang="en-US" altLang="ja-JP" sz="1200" dirty="0">
                  <a:solidFill>
                    <a:schemeClr val="tx1"/>
                  </a:solidFill>
                  <a:latin typeface="Meiryo UI" panose="020B0604030504040204" pitchFamily="50" charset="-128"/>
                  <a:ea typeface="Meiryo UI" panose="020B0604030504040204" pitchFamily="50" charset="-128"/>
                </a:rPr>
                <a:t>- </a:t>
              </a:r>
              <a:r>
                <a:rPr lang="ja-JP" altLang="en-US" sz="1200" dirty="0">
                  <a:solidFill>
                    <a:schemeClr val="tx1"/>
                  </a:solidFill>
                  <a:latin typeface="Meiryo UI" panose="020B0604030504040204" pitchFamily="50" charset="-128"/>
                  <a:ea typeface="Meiryo UI" panose="020B0604030504040204" pitchFamily="50" charset="-128"/>
                </a:rPr>
                <a:t>候補④：</a:t>
              </a:r>
              <a:r>
                <a:rPr lang="en-US" altLang="ja-JP" sz="1200" dirty="0">
                  <a:solidFill>
                    <a:schemeClr val="tx1"/>
                  </a:solidFill>
                  <a:latin typeface="Meiryo UI" panose="020B0604030504040204" pitchFamily="50" charset="-128"/>
                  <a:ea typeface="Meiryo UI" panose="020B0604030504040204" pitchFamily="50" charset="-128"/>
                </a:rPr>
                <a:t>2026/01/19</a:t>
              </a:r>
              <a:r>
                <a:rPr lang="ja-JP" altLang="en-US" sz="1200" dirty="0">
                  <a:solidFill>
                    <a:schemeClr val="tx1"/>
                  </a:solidFill>
                  <a:latin typeface="Meiryo UI" panose="020B0604030504040204" pitchFamily="50" charset="-128"/>
                  <a:ea typeface="Meiryo UI" panose="020B0604030504040204" pitchFamily="50" charset="-128"/>
                </a:rPr>
                <a:t>（月）</a:t>
              </a:r>
            </a:p>
            <a:p>
              <a:r>
                <a:rPr lang="ja-JP" altLang="en-US" sz="1200" dirty="0">
                  <a:solidFill>
                    <a:schemeClr val="tx1"/>
                  </a:solidFill>
                  <a:latin typeface="Meiryo UI" panose="020B0604030504040204" pitchFamily="50" charset="-128"/>
                  <a:ea typeface="Meiryo UI" panose="020B0604030504040204" pitchFamily="50" charset="-128"/>
                </a:rPr>
                <a:t>   　</a:t>
              </a:r>
              <a:r>
                <a:rPr lang="en-US" altLang="ja-JP" sz="1200" dirty="0">
                  <a:solidFill>
                    <a:schemeClr val="tx1"/>
                  </a:solidFill>
                  <a:latin typeface="Meiryo UI" panose="020B0604030504040204" pitchFamily="50" charset="-128"/>
                  <a:ea typeface="Meiryo UI" panose="020B0604030504040204" pitchFamily="50" charset="-128"/>
                </a:rPr>
                <a:t>- </a:t>
              </a:r>
              <a:r>
                <a:rPr lang="ja-JP" altLang="en-US" sz="1200" dirty="0">
                  <a:solidFill>
                    <a:schemeClr val="tx1"/>
                  </a:solidFill>
                  <a:latin typeface="Meiryo UI" panose="020B0604030504040204" pitchFamily="50" charset="-128"/>
                  <a:ea typeface="Meiryo UI" panose="020B0604030504040204" pitchFamily="50" charset="-128"/>
                </a:rPr>
                <a:t>候補⑤：</a:t>
              </a:r>
              <a:r>
                <a:rPr lang="en-US" altLang="ja-JP" sz="1200" dirty="0">
                  <a:solidFill>
                    <a:schemeClr val="tx1"/>
                  </a:solidFill>
                  <a:latin typeface="Meiryo UI" panose="020B0604030504040204" pitchFamily="50" charset="-128"/>
                  <a:ea typeface="Meiryo UI" panose="020B0604030504040204" pitchFamily="50" charset="-128"/>
                </a:rPr>
                <a:t>2026/01/20</a:t>
              </a:r>
              <a:r>
                <a:rPr lang="ja-JP" altLang="en-US" sz="1200" dirty="0">
                  <a:solidFill>
                    <a:schemeClr val="tx1"/>
                  </a:solidFill>
                  <a:latin typeface="Meiryo UI" panose="020B0604030504040204" pitchFamily="50" charset="-128"/>
                  <a:ea typeface="Meiryo UI" panose="020B0604030504040204" pitchFamily="50" charset="-128"/>
                </a:rPr>
                <a:t>（火）</a:t>
              </a:r>
              <a:endParaRPr lang="en-US" altLang="ja-JP" sz="1200" dirty="0">
                <a:solidFill>
                  <a:schemeClr val="tx1"/>
                </a:solidFill>
                <a:latin typeface="Meiryo UI" panose="020B0604030504040204" pitchFamily="50" charset="-128"/>
                <a:ea typeface="Meiryo UI" panose="020B0604030504040204" pitchFamily="50" charset="-128"/>
              </a:endParaRPr>
            </a:p>
            <a:p>
              <a:r>
                <a:rPr lang="ja-JP" altLang="en-US" sz="1200" dirty="0">
                  <a:solidFill>
                    <a:schemeClr val="tx1"/>
                  </a:solidFill>
                  <a:latin typeface="Meiryo UI" panose="020B0604030504040204" pitchFamily="50" charset="-128"/>
                  <a:ea typeface="Meiryo UI" panose="020B0604030504040204" pitchFamily="50" charset="-128"/>
                </a:rPr>
                <a:t>  </a:t>
              </a:r>
              <a:r>
                <a:rPr lang="en-US" altLang="ja-JP" sz="1200" dirty="0">
                  <a:solidFill>
                    <a:schemeClr val="tx1"/>
                  </a:solidFill>
                  <a:latin typeface="Meiryo UI" panose="020B0604030504040204" pitchFamily="50" charset="-128"/>
                  <a:ea typeface="Meiryo UI" panose="020B0604030504040204" pitchFamily="50" charset="-128"/>
                </a:rPr>
                <a:t>※</a:t>
              </a:r>
              <a:r>
                <a:rPr lang="ja-JP" altLang="en-US" sz="1200" dirty="0">
                  <a:solidFill>
                    <a:schemeClr val="tx1"/>
                  </a:solidFill>
                  <a:latin typeface="Meiryo UI" panose="020B0604030504040204" pitchFamily="50" charset="-128"/>
                  <a:ea typeface="Meiryo UI" panose="020B0604030504040204" pitchFamily="50" charset="-128"/>
                </a:rPr>
                <a:t> 所要時間：</a:t>
              </a:r>
              <a:r>
                <a:rPr lang="en-US" altLang="ja-JP" sz="1200" dirty="0">
                  <a:solidFill>
                    <a:schemeClr val="tx1"/>
                  </a:solidFill>
                  <a:latin typeface="Meiryo UI" panose="020B0604030504040204" pitchFamily="50" charset="-128"/>
                  <a:ea typeface="Meiryo UI" panose="020B0604030504040204" pitchFamily="50" charset="-128"/>
                </a:rPr>
                <a:t> 9:00–17:30</a:t>
              </a:r>
              <a:r>
                <a:rPr lang="ja-JP" altLang="en-US" sz="1200" dirty="0">
                  <a:solidFill>
                    <a:schemeClr val="tx1"/>
                  </a:solidFill>
                  <a:latin typeface="Meiryo UI" panose="020B0604030504040204" pitchFamily="50" charset="-128"/>
                  <a:ea typeface="Meiryo UI" panose="020B0604030504040204" pitchFamily="50" charset="-128"/>
                </a:rPr>
                <a:t>の間で約</a:t>
              </a:r>
              <a:r>
                <a:rPr lang="en-US" altLang="ja-JP" sz="1200" dirty="0">
                  <a:solidFill>
                    <a:schemeClr val="tx1"/>
                  </a:solidFill>
                  <a:latin typeface="Meiryo UI" panose="020B0604030504040204" pitchFamily="50" charset="-128"/>
                  <a:ea typeface="Meiryo UI" panose="020B0604030504040204" pitchFamily="50" charset="-128"/>
                </a:rPr>
                <a:t>1</a:t>
              </a:r>
              <a:r>
                <a:rPr lang="ja-JP" altLang="en-US" sz="1200" dirty="0">
                  <a:solidFill>
                    <a:schemeClr val="tx1"/>
                  </a:solidFill>
                  <a:latin typeface="Meiryo UI" panose="020B0604030504040204" pitchFamily="50" charset="-128"/>
                  <a:ea typeface="Meiryo UI" panose="020B0604030504040204" pitchFamily="50" charset="-128"/>
                </a:rPr>
                <a:t>時間</a:t>
              </a:r>
              <a:endParaRPr lang="en-US" altLang="ja-JP" sz="1200" dirty="0">
                <a:solidFill>
                  <a:schemeClr val="tx1"/>
                </a:solidFill>
                <a:latin typeface="Meiryo UI" panose="020B0604030504040204" pitchFamily="50" charset="-128"/>
                <a:ea typeface="Meiryo UI" panose="020B0604030504040204" pitchFamily="50" charset="-128"/>
              </a:endParaRPr>
            </a:p>
            <a:p>
              <a:r>
                <a:rPr lang="ja-JP" altLang="en-US" sz="1200" dirty="0">
                  <a:solidFill>
                    <a:schemeClr val="tx1"/>
                  </a:solidFill>
                  <a:latin typeface="Meiryo UI" panose="020B0604030504040204" pitchFamily="50" charset="-128"/>
                  <a:ea typeface="Meiryo UI" panose="020B0604030504040204" pitchFamily="50" charset="-128"/>
                </a:rPr>
                <a:t>  </a:t>
              </a:r>
              <a:r>
                <a:rPr lang="en-US" altLang="ja-JP" sz="1200" dirty="0">
                  <a:solidFill>
                    <a:schemeClr val="tx1"/>
                  </a:solidFill>
                  <a:latin typeface="Meiryo UI" panose="020B0604030504040204" pitchFamily="50" charset="-128"/>
                  <a:ea typeface="Meiryo UI" panose="020B0604030504040204" pitchFamily="50" charset="-128"/>
                </a:rPr>
                <a:t>※</a:t>
              </a:r>
              <a:r>
                <a:rPr lang="ja-JP" altLang="en-US" sz="1200" dirty="0">
                  <a:solidFill>
                    <a:schemeClr val="tx1"/>
                  </a:solidFill>
                  <a:latin typeface="Meiryo UI" panose="020B0604030504040204" pitchFamily="50" charset="-128"/>
                  <a:ea typeface="Meiryo UI" panose="020B0604030504040204" pitchFamily="50" charset="-128"/>
                </a:rPr>
                <a:t> オンライン実施</a:t>
              </a:r>
              <a:endParaRPr lang="en-US" altLang="ja-JP" sz="1200" dirty="0">
                <a:solidFill>
                  <a:schemeClr val="tx1"/>
                </a:solidFill>
                <a:latin typeface="Meiryo UI" panose="020B0604030504040204" pitchFamily="50" charset="-128"/>
                <a:ea typeface="Meiryo UI" panose="020B0604030504040204" pitchFamily="50" charset="-128"/>
              </a:endParaRPr>
            </a:p>
            <a:p>
              <a:r>
                <a:rPr lang="ja-JP" altLang="en-US" sz="1200" b="1" dirty="0">
                  <a:solidFill>
                    <a:schemeClr val="tx1"/>
                  </a:solidFill>
                  <a:latin typeface="Meiryo UI" panose="020B0604030504040204" pitchFamily="50" charset="-128"/>
                  <a:ea typeface="Meiryo UI" panose="020B0604030504040204" pitchFamily="50" charset="-128"/>
                </a:rPr>
                <a:t>　</a:t>
              </a:r>
              <a:r>
                <a:rPr lang="en-US" altLang="ja-JP" sz="1200" b="1" dirty="0">
                  <a:solidFill>
                    <a:schemeClr val="tx1"/>
                  </a:solidFill>
                  <a:latin typeface="Meiryo UI" panose="020B0604030504040204" pitchFamily="50" charset="-128"/>
                  <a:ea typeface="Meiryo UI" panose="020B0604030504040204" pitchFamily="50" charset="-128"/>
                </a:rPr>
                <a:t>※</a:t>
              </a:r>
              <a:r>
                <a:rPr lang="ja-JP" altLang="en-US" sz="1200" b="1" dirty="0">
                  <a:solidFill>
                    <a:schemeClr val="tx1"/>
                  </a:solidFill>
                  <a:latin typeface="Meiryo UI" panose="020B0604030504040204" pitchFamily="50" charset="-128"/>
                  <a:ea typeface="Meiryo UI" panose="020B0604030504040204" pitchFamily="50" charset="-128"/>
                </a:rPr>
                <a:t> ご回答期限：［</a:t>
              </a:r>
              <a:r>
                <a:rPr lang="en-US" altLang="ja-JP" sz="1200" b="1" dirty="0">
                  <a:solidFill>
                    <a:schemeClr val="tx1"/>
                  </a:solidFill>
                  <a:latin typeface="Meiryo UI" panose="020B0604030504040204" pitchFamily="50" charset="-128"/>
                  <a:ea typeface="Meiryo UI" panose="020B0604030504040204" pitchFamily="50" charset="-128"/>
                </a:rPr>
                <a:t>2026/01/15</a:t>
              </a:r>
              <a:r>
                <a:rPr lang="ja-JP" altLang="en-US" sz="1200" b="1" dirty="0">
                  <a:solidFill>
                    <a:schemeClr val="tx1"/>
                  </a:solidFill>
                  <a:latin typeface="Meiryo UI" panose="020B0604030504040204" pitchFamily="50" charset="-128"/>
                  <a:ea typeface="Meiryo UI" panose="020B0604030504040204" pitchFamily="50" charset="-128"/>
                </a:rPr>
                <a:t>（木）］</a:t>
              </a:r>
            </a:p>
            <a:p>
              <a:endParaRPr lang="ja-JP" altLang="en-US" sz="1200" dirty="0">
                <a:solidFill>
                  <a:schemeClr val="tx1"/>
                </a:solidFill>
                <a:latin typeface="Meiryo UI" panose="020B0604030504040204" pitchFamily="50" charset="-128"/>
                <a:ea typeface="Meiryo UI" panose="020B0604030504040204" pitchFamily="50" charset="-128"/>
              </a:endParaRPr>
            </a:p>
            <a:p>
              <a:r>
                <a:rPr lang="en-US" altLang="ja-JP" sz="1200" dirty="0">
                  <a:solidFill>
                    <a:schemeClr val="tx1"/>
                  </a:solidFill>
                  <a:latin typeface="Meiryo UI" panose="020B0604030504040204" pitchFamily="50" charset="-128"/>
                  <a:ea typeface="Meiryo UI" panose="020B0604030504040204" pitchFamily="50" charset="-128"/>
                </a:rPr>
                <a:t>2. </a:t>
              </a:r>
              <a:r>
                <a:rPr lang="ja-JP" altLang="en-US" sz="1200" dirty="0">
                  <a:solidFill>
                    <a:schemeClr val="tx1"/>
                  </a:solidFill>
                  <a:latin typeface="Meiryo UI" panose="020B0604030504040204" pitchFamily="50" charset="-128"/>
                  <a:ea typeface="Meiryo UI" panose="020B0604030504040204" pitchFamily="50" charset="-128"/>
                </a:rPr>
                <a:t>ヒアリング対象者様のご推薦・アサイン（各</a:t>
              </a:r>
              <a:r>
                <a:rPr lang="en-US" altLang="ja-JP" sz="1200" dirty="0">
                  <a:solidFill>
                    <a:schemeClr val="tx1"/>
                  </a:solidFill>
                  <a:latin typeface="Meiryo UI" panose="020B0604030504040204" pitchFamily="50" charset="-128"/>
                  <a:ea typeface="Meiryo UI" panose="020B0604030504040204" pitchFamily="50" charset="-128"/>
                </a:rPr>
                <a:t>1</a:t>
              </a:r>
              <a:r>
                <a:rPr lang="ja-JP" altLang="en-US" sz="1200" dirty="0">
                  <a:solidFill>
                    <a:schemeClr val="tx1"/>
                  </a:solidFill>
                  <a:latin typeface="Meiryo UI" panose="020B0604030504040204" pitchFamily="50" charset="-128"/>
                  <a:ea typeface="Meiryo UI" panose="020B0604030504040204" pitchFamily="50" charset="-128"/>
                </a:rPr>
                <a:t>名～）</a:t>
              </a:r>
            </a:p>
            <a:p>
              <a:r>
                <a:rPr lang="ja-JP" altLang="en-US" sz="1200" dirty="0">
                  <a:solidFill>
                    <a:schemeClr val="tx1"/>
                  </a:solidFill>
                  <a:latin typeface="Meiryo UI" panose="020B0604030504040204" pitchFamily="50" charset="-128"/>
                  <a:ea typeface="Meiryo UI" panose="020B0604030504040204" pitchFamily="50" charset="-128"/>
                </a:rPr>
                <a:t>   　</a:t>
              </a:r>
              <a:r>
                <a:rPr lang="en-US" altLang="ja-JP" sz="1200" dirty="0">
                  <a:solidFill>
                    <a:schemeClr val="tx1"/>
                  </a:solidFill>
                  <a:latin typeface="Meiryo UI" panose="020B0604030504040204" pitchFamily="50" charset="-128"/>
                  <a:ea typeface="Meiryo UI" panose="020B0604030504040204" pitchFamily="50" charset="-128"/>
                </a:rPr>
                <a:t>- </a:t>
              </a:r>
              <a:r>
                <a:rPr lang="ja-JP" altLang="en-US" sz="1200" dirty="0">
                  <a:solidFill>
                    <a:schemeClr val="tx1"/>
                  </a:solidFill>
                  <a:latin typeface="Meiryo UI" panose="020B0604030504040204" pitchFamily="50" charset="-128"/>
                  <a:ea typeface="Meiryo UI" panose="020B0604030504040204" pitchFamily="50" charset="-128"/>
                </a:rPr>
                <a:t>国内商品部門 担当者</a:t>
              </a:r>
            </a:p>
            <a:p>
              <a:r>
                <a:rPr lang="ja-JP" altLang="en-US" sz="1200" dirty="0">
                  <a:solidFill>
                    <a:schemeClr val="tx1"/>
                  </a:solidFill>
                  <a:latin typeface="Meiryo UI" panose="020B0604030504040204" pitchFamily="50" charset="-128"/>
                  <a:ea typeface="Meiryo UI" panose="020B0604030504040204" pitchFamily="50" charset="-128"/>
                </a:rPr>
                <a:t>   　</a:t>
              </a:r>
              <a:r>
                <a:rPr lang="en-US" altLang="ja-JP" sz="1200" dirty="0">
                  <a:solidFill>
                    <a:schemeClr val="tx1"/>
                  </a:solidFill>
                  <a:latin typeface="Meiryo UI" panose="020B0604030504040204" pitchFamily="50" charset="-128"/>
                  <a:ea typeface="Meiryo UI" panose="020B0604030504040204" pitchFamily="50" charset="-128"/>
                </a:rPr>
                <a:t>- </a:t>
              </a:r>
              <a:r>
                <a:rPr lang="ja-JP" altLang="en-US" sz="1200" dirty="0">
                  <a:solidFill>
                    <a:schemeClr val="tx1"/>
                  </a:solidFill>
                  <a:latin typeface="Meiryo UI" panose="020B0604030504040204" pitchFamily="50" charset="-128"/>
                  <a:ea typeface="Meiryo UI" panose="020B0604030504040204" pitchFamily="50" charset="-128"/>
                </a:rPr>
                <a:t>車両販売店 担当者</a:t>
              </a:r>
            </a:p>
            <a:p>
              <a:r>
                <a:rPr lang="ja-JP" altLang="en-US" sz="1200" dirty="0">
                  <a:solidFill>
                    <a:schemeClr val="tx1"/>
                  </a:solidFill>
                  <a:latin typeface="Meiryo UI" panose="020B0604030504040204" pitchFamily="50" charset="-128"/>
                  <a:ea typeface="Meiryo UI" panose="020B0604030504040204" pitchFamily="50" charset="-128"/>
                </a:rPr>
                <a:t>   　</a:t>
              </a:r>
              <a:r>
                <a:rPr lang="en-US" altLang="ja-JP" sz="1200" dirty="0">
                  <a:solidFill>
                    <a:schemeClr val="tx1"/>
                  </a:solidFill>
                  <a:latin typeface="Meiryo UI" panose="020B0604030504040204" pitchFamily="50" charset="-128"/>
                  <a:ea typeface="Meiryo UI" panose="020B0604030504040204" pitchFamily="50" charset="-128"/>
                </a:rPr>
                <a:t>- </a:t>
              </a:r>
              <a:r>
                <a:rPr lang="ja-JP" altLang="en-US" sz="1200" dirty="0">
                  <a:solidFill>
                    <a:schemeClr val="tx1"/>
                  </a:solidFill>
                  <a:latin typeface="Meiryo UI" panose="020B0604030504040204" pitchFamily="50" charset="-128"/>
                  <a:ea typeface="Meiryo UI" panose="020B0604030504040204" pitchFamily="50" charset="-128"/>
                </a:rPr>
                <a:t>インフラ・セキュリティ部門 担当者</a:t>
              </a:r>
            </a:p>
            <a:p>
              <a:r>
                <a:rPr lang="ja-JP" altLang="en-US" sz="1200" dirty="0">
                  <a:solidFill>
                    <a:schemeClr val="tx1"/>
                  </a:solidFill>
                  <a:latin typeface="Meiryo UI" panose="020B0604030504040204" pitchFamily="50" charset="-128"/>
                  <a:ea typeface="Meiryo UI" panose="020B0604030504040204" pitchFamily="50" charset="-128"/>
                </a:rPr>
                <a:t> 　  </a:t>
              </a:r>
              <a:r>
                <a:rPr lang="en-US" altLang="ja-JP" sz="1200" dirty="0">
                  <a:solidFill>
                    <a:schemeClr val="tx1"/>
                  </a:solidFill>
                  <a:latin typeface="Meiryo UI" panose="020B0604030504040204" pitchFamily="50" charset="-128"/>
                  <a:ea typeface="Meiryo UI" panose="020B0604030504040204" pitchFamily="50" charset="-128"/>
                </a:rPr>
                <a:t>- </a:t>
              </a:r>
              <a:r>
                <a:rPr lang="ja-JP" altLang="en-US" sz="1200" dirty="0">
                  <a:solidFill>
                    <a:schemeClr val="tx1"/>
                  </a:solidFill>
                  <a:latin typeface="Meiryo UI" panose="020B0604030504040204" pitchFamily="50" charset="-128"/>
                  <a:ea typeface="Meiryo UI" panose="020B0604030504040204" pitchFamily="50" charset="-128"/>
                </a:rPr>
                <a:t>施工管理会社 担当者</a:t>
              </a:r>
              <a:endParaRPr lang="en-US" altLang="ja-JP" sz="1200" dirty="0">
                <a:solidFill>
                  <a:schemeClr val="tx1"/>
                </a:solidFill>
                <a:latin typeface="Meiryo UI" panose="020B0604030504040204" pitchFamily="50" charset="-128"/>
                <a:ea typeface="Meiryo UI" panose="020B0604030504040204" pitchFamily="50" charset="-128"/>
              </a:endParaRPr>
            </a:p>
            <a:p>
              <a:r>
                <a:rPr lang="ja-JP" altLang="en-US" sz="1200" dirty="0">
                  <a:solidFill>
                    <a:schemeClr val="tx1"/>
                  </a:solidFill>
                  <a:latin typeface="Meiryo UI" panose="020B0604030504040204" pitchFamily="50" charset="-128"/>
                  <a:ea typeface="Meiryo UI" panose="020B0604030504040204" pitchFamily="50" charset="-128"/>
                </a:rPr>
                <a:t>   　</a:t>
              </a:r>
              <a:r>
                <a:rPr lang="en-US" altLang="ja-JP" sz="1200" dirty="0">
                  <a:solidFill>
                    <a:schemeClr val="tx1"/>
                  </a:solidFill>
                  <a:latin typeface="Meiryo UI" panose="020B0604030504040204" pitchFamily="50" charset="-128"/>
                  <a:ea typeface="Meiryo UI" panose="020B0604030504040204" pitchFamily="50" charset="-128"/>
                </a:rPr>
                <a:t>- </a:t>
              </a:r>
              <a:r>
                <a:rPr lang="ja-JP" altLang="en-US" sz="1200" dirty="0">
                  <a:solidFill>
                    <a:schemeClr val="tx1"/>
                  </a:solidFill>
                  <a:latin typeface="Meiryo UI" panose="020B0604030504040204" pitchFamily="50" charset="-128"/>
                  <a:ea typeface="Meiryo UI" panose="020B0604030504040204" pitchFamily="50" charset="-128"/>
                </a:rPr>
                <a:t>施工会社 担当者</a:t>
              </a:r>
            </a:p>
            <a:p>
              <a:endParaRPr lang="ja-JP" altLang="en-US" sz="1200" dirty="0">
                <a:solidFill>
                  <a:schemeClr val="tx1"/>
                </a:solidFill>
                <a:latin typeface="Meiryo UI" panose="020B0604030504040204" pitchFamily="50" charset="-128"/>
                <a:ea typeface="Meiryo UI" panose="020B0604030504040204" pitchFamily="50" charset="-128"/>
              </a:endParaRPr>
            </a:p>
            <a:p>
              <a:r>
                <a:rPr lang="en-US" altLang="ja-JP" sz="1200" dirty="0">
                  <a:solidFill>
                    <a:schemeClr val="tx1"/>
                  </a:solidFill>
                  <a:latin typeface="Meiryo UI" panose="020B0604030504040204" pitchFamily="50" charset="-128"/>
                  <a:ea typeface="Meiryo UI" panose="020B0604030504040204" pitchFamily="50" charset="-128"/>
                </a:rPr>
                <a:t>3. </a:t>
              </a:r>
              <a:r>
                <a:rPr lang="ja-JP" altLang="en-US" sz="1200" dirty="0">
                  <a:solidFill>
                    <a:schemeClr val="tx1"/>
                  </a:solidFill>
                  <a:latin typeface="Meiryo UI" panose="020B0604030504040204" pitchFamily="50" charset="-128"/>
                  <a:ea typeface="Meiryo UI" panose="020B0604030504040204" pitchFamily="50" charset="-128"/>
                </a:rPr>
                <a:t>事前情報のご共有（可能な範囲で）</a:t>
              </a:r>
            </a:p>
            <a:p>
              <a:r>
                <a:rPr lang="ja-JP" altLang="en-US" sz="1200" dirty="0">
                  <a:solidFill>
                    <a:schemeClr val="tx1"/>
                  </a:solidFill>
                  <a:latin typeface="Meiryo UI" panose="020B0604030504040204" pitchFamily="50" charset="-128"/>
                  <a:ea typeface="Meiryo UI" panose="020B0604030504040204" pitchFamily="50" charset="-128"/>
                </a:rPr>
                <a:t>   　</a:t>
              </a:r>
              <a:r>
                <a:rPr lang="en-US" altLang="ja-JP" sz="1200" dirty="0">
                  <a:solidFill>
                    <a:schemeClr val="tx1"/>
                  </a:solidFill>
                  <a:latin typeface="Meiryo UI" panose="020B0604030504040204" pitchFamily="50" charset="-128"/>
                  <a:ea typeface="Meiryo UI" panose="020B0604030504040204" pitchFamily="50" charset="-128"/>
                </a:rPr>
                <a:t>- </a:t>
              </a:r>
              <a:r>
                <a:rPr lang="ja-JP" altLang="en-US" sz="1200" dirty="0">
                  <a:solidFill>
                    <a:schemeClr val="tx1"/>
                  </a:solidFill>
                  <a:latin typeface="Meiryo UI" panose="020B0604030504040204" pitchFamily="50" charset="-128"/>
                  <a:ea typeface="Meiryo UI" panose="020B0604030504040204" pitchFamily="50" charset="-128"/>
                </a:rPr>
                <a:t>本日のミーティングで確認しきれなった、現行業務に関する情報／運用ルール、セキュリティ・利用環境（例：</a:t>
              </a:r>
              <a:r>
                <a:rPr lang="en-US" altLang="ja-JP" sz="1200" dirty="0">
                  <a:solidFill>
                    <a:schemeClr val="tx1"/>
                  </a:solidFill>
                  <a:latin typeface="Meiryo UI" panose="020B0604030504040204" pitchFamily="50" charset="-128"/>
                  <a:ea typeface="Meiryo UI" panose="020B0604030504040204" pitchFamily="50" charset="-128"/>
                </a:rPr>
                <a:t>VPN/</a:t>
              </a:r>
              <a:r>
                <a:rPr lang="ja-JP" altLang="en-US" sz="1200" dirty="0">
                  <a:solidFill>
                    <a:schemeClr val="tx1"/>
                  </a:solidFill>
                  <a:latin typeface="Meiryo UI" panose="020B0604030504040204" pitchFamily="50" charset="-128"/>
                  <a:ea typeface="Meiryo UI" panose="020B0604030504040204" pitchFamily="50" charset="-128"/>
                </a:rPr>
                <a:t>端末</a:t>
              </a:r>
              <a:r>
                <a:rPr lang="en-US" altLang="ja-JP" sz="1200" dirty="0">
                  <a:solidFill>
                    <a:schemeClr val="tx1"/>
                  </a:solidFill>
                  <a:latin typeface="Meiryo UI" panose="020B0604030504040204" pitchFamily="50" charset="-128"/>
                  <a:ea typeface="Meiryo UI" panose="020B0604030504040204" pitchFamily="50" charset="-128"/>
                </a:rPr>
                <a:t>/</a:t>
              </a:r>
              <a:r>
                <a:rPr lang="ja-JP" altLang="en-US" sz="1200" dirty="0">
                  <a:solidFill>
                    <a:schemeClr val="tx1"/>
                  </a:solidFill>
                  <a:latin typeface="Meiryo UI" panose="020B0604030504040204" pitchFamily="50" charset="-128"/>
                  <a:ea typeface="Meiryo UI" panose="020B0604030504040204" pitchFamily="50" charset="-128"/>
                </a:rPr>
                <a:t>保管先） 等</a:t>
              </a:r>
              <a:endParaRPr lang="en-US" altLang="ja-JP" sz="1200" dirty="0">
                <a:solidFill>
                  <a:schemeClr val="tx1"/>
                </a:solidFill>
                <a:latin typeface="Meiryo UI" panose="020B0604030504040204" pitchFamily="50" charset="-128"/>
                <a:ea typeface="Meiryo UI" panose="020B0604030504040204" pitchFamily="50" charset="-128"/>
              </a:endParaRPr>
            </a:p>
          </p:txBody>
        </p:sp>
      </p:grpSp>
      <p:sp>
        <p:nvSpPr>
          <p:cNvPr id="8" name="テキスト ボックス 7">
            <a:extLst>
              <a:ext uri="{FF2B5EF4-FFF2-40B4-BE49-F238E27FC236}">
                <a16:creationId xmlns:a16="http://schemas.microsoft.com/office/drawing/2014/main" id="{4B9140E2-866D-1E1D-F202-0CE3A29CF8D4}"/>
              </a:ext>
            </a:extLst>
          </p:cNvPr>
          <p:cNvSpPr txBox="1"/>
          <p:nvPr/>
        </p:nvSpPr>
        <p:spPr>
          <a:xfrm>
            <a:off x="812800" y="6029159"/>
            <a:ext cx="7302498" cy="307777"/>
          </a:xfrm>
          <a:prstGeom prst="rect">
            <a:avLst/>
          </a:prstGeom>
          <a:noFill/>
        </p:spPr>
        <p:txBody>
          <a:bodyPr wrap="square">
            <a:spAutoFit/>
          </a:bodyPr>
          <a:lstStyle/>
          <a:p>
            <a:r>
              <a:rPr lang="en-US" altLang="ja-JP" sz="1400" b="1" dirty="0">
                <a:solidFill>
                  <a:schemeClr val="tx1"/>
                </a:solidFill>
                <a:latin typeface="Meiryo UI" panose="020B0604030504040204" pitchFamily="50" charset="-128"/>
                <a:ea typeface="Meiryo UI" panose="020B0604030504040204" pitchFamily="50" charset="-128"/>
              </a:rPr>
              <a:t>※</a:t>
            </a:r>
            <a:r>
              <a:rPr lang="ja-JP" altLang="en-US" sz="1400" b="1" dirty="0">
                <a:solidFill>
                  <a:schemeClr val="tx1"/>
                </a:solidFill>
                <a:latin typeface="Meiryo UI" panose="020B0604030504040204" pitchFamily="50" charset="-128"/>
                <a:ea typeface="Meiryo UI" panose="020B0604030504040204" pitchFamily="50" charset="-128"/>
              </a:rPr>
              <a:t>次回定例は、ヒアリング初回の実施日程に合わせて確定</a:t>
            </a:r>
          </a:p>
        </p:txBody>
      </p:sp>
      <p:pic>
        <p:nvPicPr>
          <p:cNvPr id="2050" name="Picture 2" descr="2026年1月のカレンダー（日本語）イラストのフリー素材｜イラストイメージ">
            <a:extLst>
              <a:ext uri="{FF2B5EF4-FFF2-40B4-BE49-F238E27FC236}">
                <a16:creationId xmlns:a16="http://schemas.microsoft.com/office/drawing/2014/main" id="{C5AB5571-644D-3031-8704-A9DDC7BD9ED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1943"/>
          <a:stretch/>
        </p:blipFill>
        <p:spPr bwMode="auto">
          <a:xfrm>
            <a:off x="7513348" y="2183258"/>
            <a:ext cx="3790756" cy="2741167"/>
          </a:xfrm>
          <a:prstGeom prst="rect">
            <a:avLst/>
          </a:prstGeom>
          <a:noFill/>
          <a:extLst>
            <a:ext uri="{909E8E84-426E-40DD-AFC4-6F175D3DCCD1}">
              <a14:hiddenFill xmlns:a14="http://schemas.microsoft.com/office/drawing/2010/main">
                <a:solidFill>
                  <a:srgbClr val="FFFFFF"/>
                </a:solidFill>
              </a14:hiddenFill>
            </a:ext>
          </a:extLst>
        </p:spPr>
      </p:pic>
      <p:sp>
        <p:nvSpPr>
          <p:cNvPr id="10" name="正方形/長方形 9">
            <a:extLst>
              <a:ext uri="{FF2B5EF4-FFF2-40B4-BE49-F238E27FC236}">
                <a16:creationId xmlns:a16="http://schemas.microsoft.com/office/drawing/2014/main" id="{89DCE83D-CFD7-5551-A542-7909DC6E4B6E}"/>
              </a:ext>
            </a:extLst>
          </p:cNvPr>
          <p:cNvSpPr/>
          <p:nvPr/>
        </p:nvSpPr>
        <p:spPr>
          <a:xfrm>
            <a:off x="9213643" y="3553841"/>
            <a:ext cx="1438275" cy="427610"/>
          </a:xfrm>
          <a:prstGeom prst="rect">
            <a:avLst/>
          </a:prstGeom>
          <a:noFill/>
          <a:ln w="2857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2" name="正方形/長方形 11">
            <a:extLst>
              <a:ext uri="{FF2B5EF4-FFF2-40B4-BE49-F238E27FC236}">
                <a16:creationId xmlns:a16="http://schemas.microsoft.com/office/drawing/2014/main" id="{1B85F6D6-4229-D943-F459-587BE2C5EC65}"/>
              </a:ext>
            </a:extLst>
          </p:cNvPr>
          <p:cNvSpPr/>
          <p:nvPr/>
        </p:nvSpPr>
        <p:spPr>
          <a:xfrm>
            <a:off x="8232568" y="3945588"/>
            <a:ext cx="979593" cy="427610"/>
          </a:xfrm>
          <a:prstGeom prst="rect">
            <a:avLst/>
          </a:prstGeom>
          <a:noFill/>
          <a:ln w="2857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Tree>
    <p:extLst>
      <p:ext uri="{BB962C8B-B14F-4D97-AF65-F5344CB8AC3E}">
        <p14:creationId xmlns:p14="http://schemas.microsoft.com/office/powerpoint/2010/main" val="983087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5EA60-52EA-BED2-3BD7-2944C07F8750}"/>
            </a:ext>
          </a:extLst>
        </p:cNvPr>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76CA2991-DFC8-F7AD-AB90-5825D0E1165B}"/>
              </a:ext>
            </a:extLst>
          </p:cNvPr>
          <p:cNvSpPr>
            <a:spLocks noGrp="1"/>
          </p:cNvSpPr>
          <p:nvPr>
            <p:ph type="body" sz="quarter" idx="15"/>
          </p:nvPr>
        </p:nvSpPr>
        <p:spPr>
          <a:xfrm>
            <a:off x="814918" y="990600"/>
            <a:ext cx="10562800" cy="558800"/>
          </a:xfrm>
        </p:spPr>
        <p:txBody>
          <a:bodyPr/>
          <a:lstStyle/>
          <a:p>
            <a:pPr marL="0" indent="0">
              <a:buNone/>
            </a:pPr>
            <a:r>
              <a:rPr lang="ja-JP" altLang="en-US" sz="1800" dirty="0">
                <a:latin typeface="Meiryo UI" panose="020B0604030504040204" pitchFamily="50" charset="-128"/>
                <a:ea typeface="Meiryo UI" panose="020B0604030504040204" pitchFamily="50" charset="-128"/>
              </a:rPr>
              <a:t>ヒアリング対象者ごとに、確認すべき要点を整理しました。各領域のご担当者様アサイン検討および事前準備の参考としてご覧ください。</a:t>
            </a:r>
            <a:endParaRPr kumimoji="1" lang="ja-JP" altLang="en-US" sz="1800" dirty="0">
              <a:latin typeface="Meiryo UI" panose="020B0604030504040204" pitchFamily="50" charset="-128"/>
              <a:ea typeface="Meiryo UI" panose="020B0604030504040204" pitchFamily="50" charset="-128"/>
            </a:endParaRPr>
          </a:p>
        </p:txBody>
      </p:sp>
      <p:sp>
        <p:nvSpPr>
          <p:cNvPr id="3" name="タイトル 2">
            <a:extLst>
              <a:ext uri="{FF2B5EF4-FFF2-40B4-BE49-F238E27FC236}">
                <a16:creationId xmlns:a16="http://schemas.microsoft.com/office/drawing/2014/main" id="{054A1896-ACE8-2BB5-27C0-1287DC67DF60}"/>
              </a:ext>
            </a:extLst>
          </p:cNvPr>
          <p:cNvSpPr>
            <a:spLocks noGrp="1"/>
          </p:cNvSpPr>
          <p:nvPr>
            <p:ph type="title"/>
          </p:nvPr>
        </p:nvSpPr>
        <p:spPr/>
        <p:txBody>
          <a:bodyPr/>
          <a:lstStyle/>
          <a:p>
            <a:r>
              <a:rPr lang="en-US" altLang="ja-JP" dirty="0">
                <a:latin typeface="Meiryo UI" panose="020B0604030504040204" pitchFamily="50" charset="-128"/>
                <a:ea typeface="Meiryo UI" panose="020B0604030504040204" pitchFamily="50" charset="-128"/>
              </a:rPr>
              <a:t>Appendix</a:t>
            </a:r>
            <a:r>
              <a:rPr lang="ja-JP" altLang="en-US" dirty="0">
                <a:latin typeface="Meiryo UI" panose="020B0604030504040204" pitchFamily="50" charset="-128"/>
                <a:ea typeface="Meiryo UI" panose="020B0604030504040204" pitchFamily="50" charset="-128"/>
              </a:rPr>
              <a:t>：ヒアリング項目（要点）</a:t>
            </a:r>
            <a:endParaRPr kumimoji="1" lang="ja-JP" altLang="en-US" dirty="0">
              <a:latin typeface="Meiryo UI" panose="020B0604030504040204" pitchFamily="50" charset="-128"/>
              <a:ea typeface="Meiryo UI" panose="020B0604030504040204" pitchFamily="50" charset="-128"/>
            </a:endParaRPr>
          </a:p>
        </p:txBody>
      </p:sp>
      <p:grpSp>
        <p:nvGrpSpPr>
          <p:cNvPr id="14" name="グループ化 13">
            <a:extLst>
              <a:ext uri="{FF2B5EF4-FFF2-40B4-BE49-F238E27FC236}">
                <a16:creationId xmlns:a16="http://schemas.microsoft.com/office/drawing/2014/main" id="{55076C4C-2ABC-8A01-55ED-B04D66E7F119}"/>
              </a:ext>
            </a:extLst>
          </p:cNvPr>
          <p:cNvGrpSpPr/>
          <p:nvPr/>
        </p:nvGrpSpPr>
        <p:grpSpPr>
          <a:xfrm>
            <a:off x="350104" y="1760428"/>
            <a:ext cx="3592391" cy="1777932"/>
            <a:chOff x="814918" y="1760428"/>
            <a:chExt cx="3592391" cy="1777932"/>
          </a:xfrm>
        </p:grpSpPr>
        <p:sp>
          <p:nvSpPr>
            <p:cNvPr id="7" name="正方形/長方形 6">
              <a:extLst>
                <a:ext uri="{FF2B5EF4-FFF2-40B4-BE49-F238E27FC236}">
                  <a16:creationId xmlns:a16="http://schemas.microsoft.com/office/drawing/2014/main" id="{C5AB7F53-6F32-D15B-20C4-8F25BED272B5}"/>
                </a:ext>
              </a:extLst>
            </p:cNvPr>
            <p:cNvSpPr/>
            <p:nvPr/>
          </p:nvSpPr>
          <p:spPr>
            <a:xfrm>
              <a:off x="814918" y="2125829"/>
              <a:ext cx="3592391" cy="1412531"/>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dirty="0">
                  <a:solidFill>
                    <a:schemeClr val="tx2"/>
                  </a:solidFill>
                  <a:latin typeface="Meiryo UI" panose="020B0604030504040204" pitchFamily="50" charset="-128"/>
                  <a:ea typeface="Meiryo UI" panose="020B0604030504040204" pitchFamily="50" charset="-128"/>
                </a:rPr>
                <a:t>・判断ルール：誰が何を決めるか</a:t>
              </a:r>
            </a:p>
            <a:p>
              <a:r>
                <a:rPr kumimoji="1" lang="ja-JP" altLang="en-US" sz="1400" dirty="0">
                  <a:solidFill>
                    <a:schemeClr val="tx2"/>
                  </a:solidFill>
                  <a:latin typeface="Meiryo UI" panose="020B0604030504040204" pitchFamily="50" charset="-128"/>
                  <a:ea typeface="Meiryo UI" panose="020B0604030504040204" pitchFamily="50" charset="-128"/>
                </a:rPr>
                <a:t>・必須条件：譲れない要件</a:t>
              </a:r>
            </a:p>
            <a:p>
              <a:r>
                <a:rPr kumimoji="1" lang="ja-JP" altLang="en-US" sz="1400" dirty="0">
                  <a:solidFill>
                    <a:schemeClr val="tx2"/>
                  </a:solidFill>
                  <a:latin typeface="Meiryo UI" panose="020B0604030504040204" pitchFamily="50" charset="-128"/>
                  <a:ea typeface="Meiryo UI" panose="020B0604030504040204" pitchFamily="50" charset="-128"/>
                </a:rPr>
                <a:t>・成功の基準：何ができれば</a:t>
              </a:r>
              <a:r>
                <a:rPr kumimoji="1" lang="en-US" altLang="ja-JP" sz="1400" dirty="0">
                  <a:solidFill>
                    <a:schemeClr val="tx2"/>
                  </a:solidFill>
                  <a:latin typeface="Meiryo UI" panose="020B0604030504040204" pitchFamily="50" charset="-128"/>
                  <a:ea typeface="Meiryo UI" panose="020B0604030504040204" pitchFamily="50" charset="-128"/>
                </a:rPr>
                <a:t>OK</a:t>
              </a:r>
              <a:r>
                <a:rPr kumimoji="1" lang="ja-JP" altLang="en-US" sz="1400" dirty="0">
                  <a:solidFill>
                    <a:schemeClr val="tx2"/>
                  </a:solidFill>
                  <a:latin typeface="Meiryo UI" panose="020B0604030504040204" pitchFamily="50" charset="-128"/>
                  <a:ea typeface="Meiryo UI" panose="020B0604030504040204" pitchFamily="50" charset="-128"/>
                </a:rPr>
                <a:t>か</a:t>
              </a:r>
            </a:p>
          </p:txBody>
        </p:sp>
        <p:sp>
          <p:nvSpPr>
            <p:cNvPr id="8" name="正方形/長方形 7">
              <a:extLst>
                <a:ext uri="{FF2B5EF4-FFF2-40B4-BE49-F238E27FC236}">
                  <a16:creationId xmlns:a16="http://schemas.microsoft.com/office/drawing/2014/main" id="{F52503D4-B3C1-4828-4BC1-2DEF82E66048}"/>
                </a:ext>
              </a:extLst>
            </p:cNvPr>
            <p:cNvSpPr/>
            <p:nvPr/>
          </p:nvSpPr>
          <p:spPr>
            <a:xfrm>
              <a:off x="814918" y="1760428"/>
              <a:ext cx="3592391" cy="365401"/>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latin typeface="Meiryo UI" panose="020B0604030504040204" pitchFamily="50" charset="-128"/>
                  <a:ea typeface="Meiryo UI" panose="020B0604030504040204" pitchFamily="50" charset="-128"/>
                </a:rPr>
                <a:t>① 国内商品部門</a:t>
              </a:r>
            </a:p>
          </p:txBody>
        </p:sp>
      </p:grpSp>
      <p:grpSp>
        <p:nvGrpSpPr>
          <p:cNvPr id="15" name="グループ化 14">
            <a:extLst>
              <a:ext uri="{FF2B5EF4-FFF2-40B4-BE49-F238E27FC236}">
                <a16:creationId xmlns:a16="http://schemas.microsoft.com/office/drawing/2014/main" id="{622FD9CA-4401-ABE3-AEA2-298233B4DA62}"/>
              </a:ext>
            </a:extLst>
          </p:cNvPr>
          <p:cNvGrpSpPr/>
          <p:nvPr/>
        </p:nvGrpSpPr>
        <p:grpSpPr>
          <a:xfrm>
            <a:off x="4299804" y="1760428"/>
            <a:ext cx="3592391" cy="1777932"/>
            <a:chOff x="814918" y="1760428"/>
            <a:chExt cx="3592391" cy="1777932"/>
          </a:xfrm>
        </p:grpSpPr>
        <p:sp>
          <p:nvSpPr>
            <p:cNvPr id="16" name="正方形/長方形 15">
              <a:extLst>
                <a:ext uri="{FF2B5EF4-FFF2-40B4-BE49-F238E27FC236}">
                  <a16:creationId xmlns:a16="http://schemas.microsoft.com/office/drawing/2014/main" id="{58FB3DDC-41A5-B5A3-9631-5BFDB7E98388}"/>
                </a:ext>
              </a:extLst>
            </p:cNvPr>
            <p:cNvSpPr/>
            <p:nvPr/>
          </p:nvSpPr>
          <p:spPr>
            <a:xfrm>
              <a:off x="814918" y="2125829"/>
              <a:ext cx="3592391" cy="1412531"/>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dirty="0">
                  <a:solidFill>
                    <a:schemeClr val="tx2"/>
                  </a:solidFill>
                  <a:latin typeface="Meiryo UI" panose="020B0604030504040204" pitchFamily="50" charset="-128"/>
                  <a:ea typeface="Meiryo UI" panose="020B0604030504040204" pitchFamily="50" charset="-128"/>
                </a:rPr>
                <a:t>・目的・背景：なぜ今やるか／何に困っているか</a:t>
              </a:r>
            </a:p>
            <a:p>
              <a:r>
                <a:rPr kumimoji="1" lang="ja-JP" altLang="en-US" sz="1400" dirty="0">
                  <a:solidFill>
                    <a:schemeClr val="tx2"/>
                  </a:solidFill>
                  <a:latin typeface="Meiryo UI" panose="020B0604030504040204" pitchFamily="50" charset="-128"/>
                  <a:ea typeface="Meiryo UI" panose="020B0604030504040204" pitchFamily="50" charset="-128"/>
                </a:rPr>
                <a:t>・理想の姿：どう見える・どう回るのが理想か</a:t>
              </a:r>
            </a:p>
            <a:p>
              <a:r>
                <a:rPr kumimoji="1" lang="ja-JP" altLang="en-US" sz="1400" dirty="0">
                  <a:solidFill>
                    <a:schemeClr val="tx2"/>
                  </a:solidFill>
                  <a:latin typeface="Meiryo UI" panose="020B0604030504040204" pitchFamily="50" charset="-128"/>
                  <a:ea typeface="Meiryo UI" panose="020B0604030504040204" pitchFamily="50" charset="-128"/>
                </a:rPr>
                <a:t>・制約条件：システム・データ・セキュリティの前提</a:t>
              </a:r>
            </a:p>
          </p:txBody>
        </p:sp>
        <p:sp>
          <p:nvSpPr>
            <p:cNvPr id="17" name="正方形/長方形 16">
              <a:extLst>
                <a:ext uri="{FF2B5EF4-FFF2-40B4-BE49-F238E27FC236}">
                  <a16:creationId xmlns:a16="http://schemas.microsoft.com/office/drawing/2014/main" id="{8A40AC95-6DB4-ADB9-C079-23AA0B3BDA23}"/>
                </a:ext>
              </a:extLst>
            </p:cNvPr>
            <p:cNvSpPr/>
            <p:nvPr/>
          </p:nvSpPr>
          <p:spPr>
            <a:xfrm>
              <a:off x="814918" y="1760428"/>
              <a:ext cx="3592391" cy="365401"/>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latin typeface="Meiryo UI" panose="020B0604030504040204" pitchFamily="50" charset="-128"/>
                  <a:ea typeface="Meiryo UI" panose="020B0604030504040204" pitchFamily="50" charset="-128"/>
                </a:rPr>
                <a:t>② </a:t>
              </a:r>
              <a:r>
                <a:rPr kumimoji="1" lang="en-US" altLang="ja-JP" sz="1400" b="1" dirty="0">
                  <a:solidFill>
                    <a:schemeClr val="bg1"/>
                  </a:solidFill>
                  <a:latin typeface="Meiryo UI" panose="020B0604030504040204" pitchFamily="50" charset="-128"/>
                  <a:ea typeface="Meiryo UI" panose="020B0604030504040204" pitchFamily="50" charset="-128"/>
                </a:rPr>
                <a:t>CN</a:t>
              </a:r>
              <a:r>
                <a:rPr kumimoji="1" lang="ja-JP" altLang="en-US" sz="1400" b="1" dirty="0">
                  <a:solidFill>
                    <a:schemeClr val="bg1"/>
                  </a:solidFill>
                  <a:latin typeface="Meiryo UI" panose="020B0604030504040204" pitchFamily="50" charset="-128"/>
                  <a:ea typeface="Meiryo UI" panose="020B0604030504040204" pitchFamily="50" charset="-128"/>
                </a:rPr>
                <a:t>システム開発部（村松様・秦様）</a:t>
              </a:r>
            </a:p>
          </p:txBody>
        </p:sp>
      </p:grpSp>
      <p:grpSp>
        <p:nvGrpSpPr>
          <p:cNvPr id="18" name="グループ化 17">
            <a:extLst>
              <a:ext uri="{FF2B5EF4-FFF2-40B4-BE49-F238E27FC236}">
                <a16:creationId xmlns:a16="http://schemas.microsoft.com/office/drawing/2014/main" id="{2D94D1C0-9DAF-8113-DE59-5B561288E4CD}"/>
              </a:ext>
            </a:extLst>
          </p:cNvPr>
          <p:cNvGrpSpPr/>
          <p:nvPr/>
        </p:nvGrpSpPr>
        <p:grpSpPr>
          <a:xfrm>
            <a:off x="8249504" y="1760428"/>
            <a:ext cx="3592391" cy="1777932"/>
            <a:chOff x="814918" y="1760428"/>
            <a:chExt cx="3592391" cy="1777932"/>
          </a:xfrm>
        </p:grpSpPr>
        <p:sp>
          <p:nvSpPr>
            <p:cNvPr id="19" name="正方形/長方形 18">
              <a:extLst>
                <a:ext uri="{FF2B5EF4-FFF2-40B4-BE49-F238E27FC236}">
                  <a16:creationId xmlns:a16="http://schemas.microsoft.com/office/drawing/2014/main" id="{7B7B4716-12DB-BD1C-A99C-EA3D60D45730}"/>
                </a:ext>
              </a:extLst>
            </p:cNvPr>
            <p:cNvSpPr/>
            <p:nvPr/>
          </p:nvSpPr>
          <p:spPr>
            <a:xfrm>
              <a:off x="814918" y="2125829"/>
              <a:ext cx="3592391" cy="1412531"/>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dirty="0">
                  <a:solidFill>
                    <a:schemeClr val="tx2"/>
                  </a:solidFill>
                  <a:latin typeface="Meiryo UI" panose="020B0604030504040204" pitchFamily="50" charset="-128"/>
                  <a:ea typeface="Meiryo UI" panose="020B0604030504040204" pitchFamily="50" charset="-128"/>
                </a:rPr>
                <a:t>・</a:t>
              </a:r>
              <a:r>
                <a:rPr kumimoji="1" lang="ja-JP" altLang="en-US" sz="1400" b="1" dirty="0">
                  <a:solidFill>
                    <a:schemeClr val="tx2"/>
                  </a:solidFill>
                  <a:latin typeface="Meiryo UI" panose="020B0604030504040204" pitchFamily="50" charset="-128"/>
                  <a:ea typeface="Meiryo UI" panose="020B0604030504040204" pitchFamily="50" charset="-128"/>
                </a:rPr>
                <a:t>現場の流れ</a:t>
              </a:r>
              <a:r>
                <a:rPr kumimoji="1" lang="ja-JP" altLang="en-US" sz="1400" dirty="0">
                  <a:solidFill>
                    <a:schemeClr val="tx2"/>
                  </a:solidFill>
                  <a:latin typeface="Meiryo UI" panose="020B0604030504040204" pitchFamily="50" charset="-128"/>
                  <a:ea typeface="Meiryo UI" panose="020B0604030504040204" pitchFamily="50" charset="-128"/>
                </a:rPr>
                <a:t>：相談</a:t>
              </a:r>
              <a:r>
                <a:rPr kumimoji="1" lang="en-US" altLang="ja-JP" sz="1400" dirty="0">
                  <a:solidFill>
                    <a:schemeClr val="tx2"/>
                  </a:solidFill>
                  <a:latin typeface="Meiryo UI" panose="020B0604030504040204" pitchFamily="50" charset="-128"/>
                  <a:ea typeface="Meiryo UI" panose="020B0604030504040204" pitchFamily="50" charset="-128"/>
                </a:rPr>
                <a:t>〜</a:t>
              </a:r>
              <a:r>
                <a:rPr kumimoji="1" lang="ja-JP" altLang="en-US" sz="1400" dirty="0">
                  <a:solidFill>
                    <a:schemeClr val="tx2"/>
                  </a:solidFill>
                  <a:latin typeface="Meiryo UI" panose="020B0604030504040204" pitchFamily="50" charset="-128"/>
                  <a:ea typeface="Meiryo UI" panose="020B0604030504040204" pitchFamily="50" charset="-128"/>
                </a:rPr>
                <a:t>工事完了までの実態</a:t>
              </a:r>
            </a:p>
            <a:p>
              <a:r>
                <a:rPr kumimoji="1" lang="ja-JP" altLang="en-US" sz="1400" dirty="0">
                  <a:solidFill>
                    <a:schemeClr val="tx2"/>
                  </a:solidFill>
                  <a:latin typeface="Meiryo UI" panose="020B0604030504040204" pitchFamily="50" charset="-128"/>
                  <a:ea typeface="Meiryo UI" panose="020B0604030504040204" pitchFamily="50" charset="-128"/>
                </a:rPr>
                <a:t>・</a:t>
              </a:r>
              <a:r>
                <a:rPr kumimoji="1" lang="ja-JP" altLang="en-US" sz="1400" b="1" dirty="0">
                  <a:solidFill>
                    <a:schemeClr val="tx2"/>
                  </a:solidFill>
                  <a:latin typeface="Meiryo UI" panose="020B0604030504040204" pitchFamily="50" charset="-128"/>
                  <a:ea typeface="Meiryo UI" panose="020B0604030504040204" pitchFamily="50" charset="-128"/>
                </a:rPr>
                <a:t>業務の非効率箇所</a:t>
              </a:r>
              <a:r>
                <a:rPr kumimoji="1" lang="ja-JP" altLang="en-US" sz="1400" dirty="0">
                  <a:solidFill>
                    <a:schemeClr val="tx2"/>
                  </a:solidFill>
                  <a:latin typeface="Meiryo UI" panose="020B0604030504040204" pitchFamily="50" charset="-128"/>
                  <a:ea typeface="Meiryo UI" panose="020B0604030504040204" pitchFamily="50" charset="-128"/>
                </a:rPr>
                <a:t>：手戻り・遅延個所</a:t>
              </a:r>
            </a:p>
            <a:p>
              <a:r>
                <a:rPr kumimoji="1" lang="ja-JP" altLang="en-US" sz="1400" dirty="0">
                  <a:solidFill>
                    <a:schemeClr val="tx2"/>
                  </a:solidFill>
                  <a:latin typeface="Meiryo UI" panose="020B0604030504040204" pitchFamily="50" charset="-128"/>
                  <a:ea typeface="Meiryo UI" panose="020B0604030504040204" pitchFamily="50" charset="-128"/>
                </a:rPr>
                <a:t>・</a:t>
              </a:r>
              <a:r>
                <a:rPr lang="ja-JP" altLang="en-US" sz="1400" b="1" dirty="0">
                  <a:solidFill>
                    <a:schemeClr val="tx2"/>
                  </a:solidFill>
                  <a:latin typeface="Meiryo UI" panose="020B0604030504040204" pitchFamily="50" charset="-128"/>
                  <a:ea typeface="Meiryo UI" panose="020B0604030504040204" pitchFamily="50" charset="-128"/>
                </a:rPr>
                <a:t>必要</a:t>
              </a:r>
              <a:r>
                <a:rPr kumimoji="1" lang="ja-JP" altLang="en-US" sz="1400" b="1" dirty="0">
                  <a:solidFill>
                    <a:schemeClr val="tx2"/>
                  </a:solidFill>
                  <a:latin typeface="Meiryo UI" panose="020B0604030504040204" pitchFamily="50" charset="-128"/>
                  <a:ea typeface="Meiryo UI" panose="020B0604030504040204" pitchFamily="50" charset="-128"/>
                </a:rPr>
                <a:t>情報</a:t>
              </a:r>
              <a:r>
                <a:rPr kumimoji="1" lang="ja-JP" altLang="en-US" sz="1400" dirty="0">
                  <a:solidFill>
                    <a:schemeClr val="tx2"/>
                  </a:solidFill>
                  <a:latin typeface="Meiryo UI" panose="020B0604030504040204" pitchFamily="50" charset="-128"/>
                  <a:ea typeface="Meiryo UI" panose="020B0604030504040204" pitchFamily="50" charset="-128"/>
                </a:rPr>
                <a:t>：進捗・次アクション・連絡方法</a:t>
              </a:r>
            </a:p>
          </p:txBody>
        </p:sp>
        <p:sp>
          <p:nvSpPr>
            <p:cNvPr id="20" name="正方形/長方形 19">
              <a:extLst>
                <a:ext uri="{FF2B5EF4-FFF2-40B4-BE49-F238E27FC236}">
                  <a16:creationId xmlns:a16="http://schemas.microsoft.com/office/drawing/2014/main" id="{BD6CD4EF-398F-ED64-9A0B-F99DA7B731B5}"/>
                </a:ext>
              </a:extLst>
            </p:cNvPr>
            <p:cNvSpPr/>
            <p:nvPr/>
          </p:nvSpPr>
          <p:spPr>
            <a:xfrm>
              <a:off x="814918" y="1760428"/>
              <a:ext cx="3592391" cy="365401"/>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latin typeface="Meiryo UI" panose="020B0604030504040204" pitchFamily="50" charset="-128"/>
                  <a:ea typeface="Meiryo UI" panose="020B0604030504040204" pitchFamily="50" charset="-128"/>
                </a:rPr>
                <a:t>③ 車両販売店</a:t>
              </a:r>
            </a:p>
          </p:txBody>
        </p:sp>
      </p:grpSp>
      <p:grpSp>
        <p:nvGrpSpPr>
          <p:cNvPr id="21" name="グループ化 20">
            <a:extLst>
              <a:ext uri="{FF2B5EF4-FFF2-40B4-BE49-F238E27FC236}">
                <a16:creationId xmlns:a16="http://schemas.microsoft.com/office/drawing/2014/main" id="{39AF3CE0-62A6-D72D-AEF0-B1B46C7F48BC}"/>
              </a:ext>
            </a:extLst>
          </p:cNvPr>
          <p:cNvGrpSpPr/>
          <p:nvPr/>
        </p:nvGrpSpPr>
        <p:grpSpPr>
          <a:xfrm>
            <a:off x="4299804" y="3855928"/>
            <a:ext cx="3592391" cy="1777932"/>
            <a:chOff x="814918" y="1760428"/>
            <a:chExt cx="3592391" cy="1777932"/>
          </a:xfrm>
        </p:grpSpPr>
        <p:sp>
          <p:nvSpPr>
            <p:cNvPr id="22" name="正方形/長方形 21">
              <a:extLst>
                <a:ext uri="{FF2B5EF4-FFF2-40B4-BE49-F238E27FC236}">
                  <a16:creationId xmlns:a16="http://schemas.microsoft.com/office/drawing/2014/main" id="{C73B88EC-8A7E-8F22-D3BB-999E8DACE659}"/>
                </a:ext>
              </a:extLst>
            </p:cNvPr>
            <p:cNvSpPr/>
            <p:nvPr/>
          </p:nvSpPr>
          <p:spPr>
            <a:xfrm>
              <a:off x="814918" y="2125829"/>
              <a:ext cx="3592391" cy="1412531"/>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400" dirty="0">
                  <a:solidFill>
                    <a:schemeClr val="tx2"/>
                  </a:solidFill>
                  <a:latin typeface="Meiryo UI" panose="020B0604030504040204" pitchFamily="50" charset="-128"/>
                  <a:ea typeface="Meiryo UI" panose="020B0604030504040204" pitchFamily="50" charset="-128"/>
                </a:rPr>
                <a:t>・</a:t>
              </a:r>
              <a:r>
                <a:rPr lang="ja-JP" altLang="en-US" sz="1400" b="1" dirty="0">
                  <a:solidFill>
                    <a:schemeClr val="tx2"/>
                  </a:solidFill>
                  <a:latin typeface="Meiryo UI" panose="020B0604030504040204" pitchFamily="50" charset="-128"/>
                  <a:ea typeface="Meiryo UI" panose="020B0604030504040204" pitchFamily="50" charset="-128"/>
                </a:rPr>
                <a:t>現場の流れ</a:t>
              </a:r>
              <a:r>
                <a:rPr lang="ja-JP" altLang="en-US" sz="1400" dirty="0">
                  <a:solidFill>
                    <a:schemeClr val="tx2"/>
                  </a:solidFill>
                  <a:latin typeface="Meiryo UI" panose="020B0604030504040204" pitchFamily="50" charset="-128"/>
                  <a:ea typeface="Meiryo UI" panose="020B0604030504040204" pitchFamily="50" charset="-128"/>
                </a:rPr>
                <a:t>：</a:t>
              </a:r>
              <a:r>
                <a:rPr kumimoji="1" lang="ja-JP" altLang="en-US" sz="1400" dirty="0">
                  <a:solidFill>
                    <a:schemeClr val="tx2"/>
                  </a:solidFill>
                  <a:latin typeface="Meiryo UI" panose="020B0604030504040204" pitchFamily="50" charset="-128"/>
                  <a:ea typeface="Meiryo UI" panose="020B0604030504040204" pitchFamily="50" charset="-128"/>
                </a:rPr>
                <a:t>調査→日程→施工→報告</a:t>
              </a:r>
            </a:p>
            <a:p>
              <a:r>
                <a:rPr kumimoji="1" lang="ja-JP" altLang="en-US" sz="1400" dirty="0">
                  <a:solidFill>
                    <a:schemeClr val="tx2"/>
                  </a:solidFill>
                  <a:latin typeface="Meiryo UI" panose="020B0604030504040204" pitchFamily="50" charset="-128"/>
                  <a:ea typeface="Meiryo UI" panose="020B0604030504040204" pitchFamily="50" charset="-128"/>
                </a:rPr>
                <a:t>・</a:t>
              </a:r>
              <a:r>
                <a:rPr kumimoji="1" lang="ja-JP" altLang="en-US" sz="1400" b="1" dirty="0">
                  <a:solidFill>
                    <a:schemeClr val="tx2"/>
                  </a:solidFill>
                  <a:latin typeface="Meiryo UI" panose="020B0604030504040204" pitchFamily="50" charset="-128"/>
                  <a:ea typeface="Meiryo UI" panose="020B0604030504040204" pitchFamily="50" charset="-128"/>
                </a:rPr>
                <a:t>業務の非効率箇所</a:t>
              </a:r>
              <a:r>
                <a:rPr kumimoji="1" lang="ja-JP" altLang="en-US" sz="1400" dirty="0">
                  <a:solidFill>
                    <a:schemeClr val="tx2"/>
                  </a:solidFill>
                  <a:latin typeface="Meiryo UI" panose="020B0604030504040204" pitchFamily="50" charset="-128"/>
                  <a:ea typeface="Meiryo UI" panose="020B0604030504040204" pitchFamily="50" charset="-128"/>
                </a:rPr>
                <a:t>：情報不足・当日トラブル</a:t>
              </a:r>
            </a:p>
            <a:p>
              <a:r>
                <a:rPr kumimoji="1" lang="ja-JP" altLang="en-US" sz="1400" dirty="0">
                  <a:solidFill>
                    <a:schemeClr val="tx2"/>
                  </a:solidFill>
                  <a:latin typeface="Meiryo UI" panose="020B0604030504040204" pitchFamily="50" charset="-128"/>
                  <a:ea typeface="Meiryo UI" panose="020B0604030504040204" pitchFamily="50" charset="-128"/>
                </a:rPr>
                <a:t>・</a:t>
              </a:r>
              <a:r>
                <a:rPr kumimoji="1" lang="ja-JP" altLang="en-US" sz="1400" b="1" dirty="0">
                  <a:solidFill>
                    <a:schemeClr val="tx2"/>
                  </a:solidFill>
                  <a:latin typeface="Meiryo UI" panose="020B0604030504040204" pitchFamily="50" charset="-128"/>
                  <a:ea typeface="Meiryo UI" panose="020B0604030504040204" pitchFamily="50" charset="-128"/>
                </a:rPr>
                <a:t>必要情報</a:t>
              </a:r>
              <a:r>
                <a:rPr kumimoji="1" lang="ja-JP" altLang="en-US" sz="1400" dirty="0">
                  <a:solidFill>
                    <a:schemeClr val="tx2"/>
                  </a:solidFill>
                  <a:latin typeface="Meiryo UI" panose="020B0604030504040204" pitchFamily="50" charset="-128"/>
                  <a:ea typeface="Meiryo UI" panose="020B0604030504040204" pitchFamily="50" charset="-128"/>
                </a:rPr>
                <a:t>：図面・条件・立会い・写真など</a:t>
              </a:r>
            </a:p>
          </p:txBody>
        </p:sp>
        <p:sp>
          <p:nvSpPr>
            <p:cNvPr id="23" name="正方形/長方形 22">
              <a:extLst>
                <a:ext uri="{FF2B5EF4-FFF2-40B4-BE49-F238E27FC236}">
                  <a16:creationId xmlns:a16="http://schemas.microsoft.com/office/drawing/2014/main" id="{B00CD266-8DDC-618C-37AD-1D85FB827873}"/>
                </a:ext>
              </a:extLst>
            </p:cNvPr>
            <p:cNvSpPr/>
            <p:nvPr/>
          </p:nvSpPr>
          <p:spPr>
            <a:xfrm>
              <a:off x="814918" y="1760428"/>
              <a:ext cx="3592391" cy="365401"/>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solidFill>
                    <a:schemeClr val="bg1"/>
                  </a:solidFill>
                  <a:latin typeface="Meiryo UI" panose="020B0604030504040204" pitchFamily="50" charset="-128"/>
                  <a:ea typeface="Meiryo UI" panose="020B0604030504040204" pitchFamily="50" charset="-128"/>
                </a:rPr>
                <a:t>⑤</a:t>
              </a:r>
              <a:r>
                <a:rPr kumimoji="1" lang="ja-JP" altLang="en-US" sz="1400" b="1" dirty="0">
                  <a:solidFill>
                    <a:schemeClr val="bg1"/>
                  </a:solidFill>
                  <a:latin typeface="Meiryo UI" panose="020B0604030504040204" pitchFamily="50" charset="-128"/>
                  <a:ea typeface="Meiryo UI" panose="020B0604030504040204" pitchFamily="50" charset="-128"/>
                </a:rPr>
                <a:t> 施工会社</a:t>
              </a:r>
            </a:p>
          </p:txBody>
        </p:sp>
      </p:grpSp>
      <p:grpSp>
        <p:nvGrpSpPr>
          <p:cNvPr id="24" name="グループ化 23">
            <a:extLst>
              <a:ext uri="{FF2B5EF4-FFF2-40B4-BE49-F238E27FC236}">
                <a16:creationId xmlns:a16="http://schemas.microsoft.com/office/drawing/2014/main" id="{3E152A6E-A132-219C-AF91-4E79E745E32D}"/>
              </a:ext>
            </a:extLst>
          </p:cNvPr>
          <p:cNvGrpSpPr/>
          <p:nvPr/>
        </p:nvGrpSpPr>
        <p:grpSpPr>
          <a:xfrm>
            <a:off x="350103" y="3855928"/>
            <a:ext cx="3592391" cy="1777932"/>
            <a:chOff x="814918" y="1760428"/>
            <a:chExt cx="3592391" cy="1777932"/>
          </a:xfrm>
        </p:grpSpPr>
        <p:sp>
          <p:nvSpPr>
            <p:cNvPr id="25" name="正方形/長方形 24">
              <a:extLst>
                <a:ext uri="{FF2B5EF4-FFF2-40B4-BE49-F238E27FC236}">
                  <a16:creationId xmlns:a16="http://schemas.microsoft.com/office/drawing/2014/main" id="{098154CC-E856-1B65-8B9C-8CF604584850}"/>
                </a:ext>
              </a:extLst>
            </p:cNvPr>
            <p:cNvSpPr/>
            <p:nvPr/>
          </p:nvSpPr>
          <p:spPr>
            <a:xfrm>
              <a:off x="814918" y="2125829"/>
              <a:ext cx="3592391" cy="1412531"/>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dirty="0">
                  <a:solidFill>
                    <a:schemeClr val="tx2"/>
                  </a:solidFill>
                  <a:latin typeface="Meiryo UI" panose="020B0604030504040204" pitchFamily="50" charset="-128"/>
                  <a:ea typeface="Meiryo UI" panose="020B0604030504040204" pitchFamily="50" charset="-128"/>
                </a:rPr>
                <a:t>・管理方法：進捗ステータス／管理項目</a:t>
              </a:r>
            </a:p>
            <a:p>
              <a:r>
                <a:rPr kumimoji="1" lang="ja-JP" altLang="en-US" sz="1400" dirty="0">
                  <a:solidFill>
                    <a:schemeClr val="tx2"/>
                  </a:solidFill>
                  <a:latin typeface="Meiryo UI" panose="020B0604030504040204" pitchFamily="50" charset="-128"/>
                  <a:ea typeface="Meiryo UI" panose="020B0604030504040204" pitchFamily="50" charset="-128"/>
                </a:rPr>
                <a:t>・</a:t>
              </a:r>
              <a:r>
                <a:rPr kumimoji="1" lang="ja-JP" altLang="en-US" sz="1400" b="1" dirty="0">
                  <a:solidFill>
                    <a:schemeClr val="tx2"/>
                  </a:solidFill>
                  <a:latin typeface="Meiryo UI" panose="020B0604030504040204" pitchFamily="50" charset="-128"/>
                  <a:ea typeface="Meiryo UI" panose="020B0604030504040204" pitchFamily="50" charset="-128"/>
                </a:rPr>
                <a:t>業務の非効率箇所</a:t>
              </a:r>
              <a:r>
                <a:rPr kumimoji="1" lang="ja-JP" altLang="en-US" sz="1400" dirty="0">
                  <a:solidFill>
                    <a:schemeClr val="tx2"/>
                  </a:solidFill>
                  <a:latin typeface="Meiryo UI" panose="020B0604030504040204" pitchFamily="50" charset="-128"/>
                  <a:ea typeface="Meiryo UI" panose="020B0604030504040204" pitchFamily="50" charset="-128"/>
                </a:rPr>
                <a:t>：</a:t>
              </a:r>
              <a:r>
                <a:rPr lang="ja-JP" altLang="en-US" sz="1400" dirty="0">
                  <a:solidFill>
                    <a:schemeClr val="tx2"/>
                  </a:solidFill>
                  <a:latin typeface="Meiryo UI" panose="020B0604030504040204" pitchFamily="50" charset="-128"/>
                  <a:ea typeface="Meiryo UI" panose="020B0604030504040204" pitchFamily="50" charset="-128"/>
                </a:rPr>
                <a:t>手戻り・遅延個所</a:t>
              </a:r>
              <a:endParaRPr kumimoji="1" lang="ja-JP" altLang="en-US" sz="1400" dirty="0">
                <a:solidFill>
                  <a:schemeClr val="tx2"/>
                </a:solidFill>
                <a:latin typeface="Meiryo UI" panose="020B0604030504040204" pitchFamily="50" charset="-128"/>
                <a:ea typeface="Meiryo UI" panose="020B0604030504040204" pitchFamily="50" charset="-128"/>
              </a:endParaRPr>
            </a:p>
            <a:p>
              <a:r>
                <a:rPr kumimoji="1" lang="ja-JP" altLang="en-US" sz="1400" dirty="0">
                  <a:solidFill>
                    <a:schemeClr val="tx2"/>
                  </a:solidFill>
                  <a:latin typeface="Meiryo UI" panose="020B0604030504040204" pitchFamily="50" charset="-128"/>
                  <a:ea typeface="Meiryo UI" panose="020B0604030504040204" pitchFamily="50" charset="-128"/>
                </a:rPr>
                <a:t>・</a:t>
              </a:r>
              <a:r>
                <a:rPr lang="ja-JP" altLang="en-US" sz="1400" b="1" dirty="0">
                  <a:solidFill>
                    <a:schemeClr val="tx1"/>
                  </a:solidFill>
                  <a:latin typeface="Meiryo UI" panose="020B0604030504040204" pitchFamily="50" charset="-128"/>
                  <a:ea typeface="Meiryo UI" panose="020B0604030504040204" pitchFamily="50" charset="-128"/>
                </a:rPr>
                <a:t>必要書類の</a:t>
              </a:r>
              <a:r>
                <a:rPr kumimoji="1" lang="ja-JP" altLang="en-US" sz="1400" b="1" dirty="0">
                  <a:solidFill>
                    <a:schemeClr val="tx2"/>
                  </a:solidFill>
                  <a:latin typeface="Meiryo UI" panose="020B0604030504040204" pitchFamily="50" charset="-128"/>
                  <a:ea typeface="Meiryo UI" panose="020B0604030504040204" pitchFamily="50" charset="-128"/>
                </a:rPr>
                <a:t>管理</a:t>
              </a:r>
              <a:r>
                <a:rPr kumimoji="1" lang="ja-JP" altLang="en-US" sz="1400" dirty="0">
                  <a:solidFill>
                    <a:schemeClr val="tx2"/>
                  </a:solidFill>
                  <a:latin typeface="Meiryo UI" panose="020B0604030504040204" pitchFamily="50" charset="-128"/>
                  <a:ea typeface="Meiryo UI" panose="020B0604030504040204" pitchFamily="50" charset="-128"/>
                </a:rPr>
                <a:t>：保存場所・検収の流れ</a:t>
              </a:r>
            </a:p>
          </p:txBody>
        </p:sp>
        <p:sp>
          <p:nvSpPr>
            <p:cNvPr id="26" name="正方形/長方形 25">
              <a:extLst>
                <a:ext uri="{FF2B5EF4-FFF2-40B4-BE49-F238E27FC236}">
                  <a16:creationId xmlns:a16="http://schemas.microsoft.com/office/drawing/2014/main" id="{687D2CCC-A099-B8F7-7E3B-A44F38A53EEE}"/>
                </a:ext>
              </a:extLst>
            </p:cNvPr>
            <p:cNvSpPr/>
            <p:nvPr/>
          </p:nvSpPr>
          <p:spPr>
            <a:xfrm>
              <a:off x="814918" y="1760428"/>
              <a:ext cx="3592391" cy="365401"/>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solidFill>
                    <a:schemeClr val="bg1"/>
                  </a:solidFill>
                  <a:latin typeface="Meiryo UI" panose="020B0604030504040204" pitchFamily="50" charset="-128"/>
                  <a:ea typeface="Meiryo UI" panose="020B0604030504040204" pitchFamily="50" charset="-128"/>
                </a:rPr>
                <a:t>④</a:t>
              </a:r>
              <a:r>
                <a:rPr kumimoji="1" lang="zh-CN" altLang="en-US" sz="1400" b="1" dirty="0">
                  <a:solidFill>
                    <a:schemeClr val="bg1"/>
                  </a:solidFill>
                  <a:latin typeface="Meiryo UI" panose="020B0604030504040204" pitchFamily="50" charset="-128"/>
                  <a:ea typeface="Meiryo UI" panose="020B0604030504040204" pitchFamily="50" charset="-128"/>
                </a:rPr>
                <a:t> 施工管理会社</a:t>
              </a:r>
              <a:endParaRPr kumimoji="1" lang="ja-JP" altLang="en-US" sz="1400" b="1" dirty="0">
                <a:solidFill>
                  <a:schemeClr val="bg1"/>
                </a:solidFill>
                <a:latin typeface="Meiryo UI" panose="020B0604030504040204" pitchFamily="50" charset="-128"/>
                <a:ea typeface="Meiryo UI" panose="020B0604030504040204" pitchFamily="50" charset="-128"/>
              </a:endParaRPr>
            </a:p>
          </p:txBody>
        </p:sp>
      </p:grpSp>
      <p:grpSp>
        <p:nvGrpSpPr>
          <p:cNvPr id="27" name="グループ化 26">
            <a:extLst>
              <a:ext uri="{FF2B5EF4-FFF2-40B4-BE49-F238E27FC236}">
                <a16:creationId xmlns:a16="http://schemas.microsoft.com/office/drawing/2014/main" id="{2214C625-98A4-E6C3-5983-A21666384267}"/>
              </a:ext>
            </a:extLst>
          </p:cNvPr>
          <p:cNvGrpSpPr/>
          <p:nvPr/>
        </p:nvGrpSpPr>
        <p:grpSpPr>
          <a:xfrm>
            <a:off x="8249504" y="3855928"/>
            <a:ext cx="3592391" cy="1777932"/>
            <a:chOff x="814918" y="1760428"/>
            <a:chExt cx="3592391" cy="1777932"/>
          </a:xfrm>
        </p:grpSpPr>
        <p:sp>
          <p:nvSpPr>
            <p:cNvPr id="28" name="正方形/長方形 27">
              <a:extLst>
                <a:ext uri="{FF2B5EF4-FFF2-40B4-BE49-F238E27FC236}">
                  <a16:creationId xmlns:a16="http://schemas.microsoft.com/office/drawing/2014/main" id="{459DDFC2-5AE1-10ED-A167-CED1CDFB2EAF}"/>
                </a:ext>
              </a:extLst>
            </p:cNvPr>
            <p:cNvSpPr/>
            <p:nvPr/>
          </p:nvSpPr>
          <p:spPr>
            <a:xfrm>
              <a:off x="814918" y="2125829"/>
              <a:ext cx="3592391" cy="1412531"/>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dirty="0">
                  <a:solidFill>
                    <a:schemeClr val="tx2"/>
                  </a:solidFill>
                  <a:latin typeface="Meiryo UI" panose="020B0604030504040204" pitchFamily="50" charset="-128"/>
                  <a:ea typeface="Meiryo UI" panose="020B0604030504040204" pitchFamily="50" charset="-128"/>
                </a:rPr>
                <a:t>・利用ルール：使って良いツール・禁止事項</a:t>
              </a:r>
            </a:p>
            <a:p>
              <a:r>
                <a:rPr kumimoji="1" lang="ja-JP" altLang="en-US" sz="1400" dirty="0">
                  <a:solidFill>
                    <a:schemeClr val="tx2"/>
                  </a:solidFill>
                  <a:latin typeface="Meiryo UI" panose="020B0604030504040204" pitchFamily="50" charset="-128"/>
                  <a:ea typeface="Meiryo UI" panose="020B0604030504040204" pitchFamily="50" charset="-128"/>
                </a:rPr>
                <a:t>・権限・共有：誰が何を見れるか</a:t>
              </a:r>
            </a:p>
            <a:p>
              <a:r>
                <a:rPr kumimoji="1" lang="ja-JP" altLang="en-US" sz="1400" dirty="0">
                  <a:solidFill>
                    <a:schemeClr val="tx2"/>
                  </a:solidFill>
                  <a:latin typeface="Meiryo UI" panose="020B0604030504040204" pitchFamily="50" charset="-128"/>
                  <a:ea typeface="Meiryo UI" panose="020B0604030504040204" pitchFamily="50" charset="-128"/>
                </a:rPr>
                <a:t>・審査・条件：事前に必要な手続き・資料</a:t>
              </a:r>
            </a:p>
          </p:txBody>
        </p:sp>
        <p:sp>
          <p:nvSpPr>
            <p:cNvPr id="29" name="正方形/長方形 28">
              <a:extLst>
                <a:ext uri="{FF2B5EF4-FFF2-40B4-BE49-F238E27FC236}">
                  <a16:creationId xmlns:a16="http://schemas.microsoft.com/office/drawing/2014/main" id="{D723978B-E0CF-602F-5542-E554703609C8}"/>
                </a:ext>
              </a:extLst>
            </p:cNvPr>
            <p:cNvSpPr/>
            <p:nvPr/>
          </p:nvSpPr>
          <p:spPr>
            <a:xfrm>
              <a:off x="814918" y="1760428"/>
              <a:ext cx="3592391" cy="365401"/>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latin typeface="Meiryo UI" panose="020B0604030504040204" pitchFamily="50" charset="-128"/>
                  <a:ea typeface="Meiryo UI" panose="020B0604030504040204" pitchFamily="50" charset="-128"/>
                </a:rPr>
                <a:t>⑥インフラ・セキュリティ部門</a:t>
              </a:r>
            </a:p>
          </p:txBody>
        </p:sp>
      </p:grpSp>
    </p:spTree>
    <p:extLst>
      <p:ext uri="{BB962C8B-B14F-4D97-AF65-F5344CB8AC3E}">
        <p14:creationId xmlns:p14="http://schemas.microsoft.com/office/powerpoint/2010/main" val="12848085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E596838-6241-E7E3-5FB3-0E4FFCD985D9}"/>
            </a:ext>
          </a:extLst>
        </p:cNvPr>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4DD60E69-217F-8ED5-265A-D4FF1AE8AD6F}"/>
              </a:ext>
            </a:extLst>
          </p:cNvPr>
          <p:cNvSpPr>
            <a:spLocks noGrp="1"/>
          </p:cNvSpPr>
          <p:nvPr>
            <p:ph type="body" sz="quarter" idx="15"/>
          </p:nvPr>
        </p:nvSpPr>
        <p:spPr>
          <a:xfrm>
            <a:off x="814918" y="990600"/>
            <a:ext cx="10562800" cy="558800"/>
          </a:xfrm>
        </p:spPr>
        <p:txBody>
          <a:bodyPr/>
          <a:lstStyle/>
          <a:p>
            <a:pPr marL="0" indent="0">
              <a:buNone/>
            </a:pPr>
            <a:r>
              <a:rPr lang="ja-JP" altLang="en-US" sz="1800" dirty="0">
                <a:latin typeface="Meiryo UI" panose="020B0604030504040204" pitchFamily="50" charset="-128"/>
                <a:ea typeface="Meiryo UI" panose="020B0604030504040204" pitchFamily="50" charset="-128"/>
              </a:rPr>
              <a:t>ヒアリング対象者ごとに、確認すべき要点を整理しました。各領域のご担当者様アサイン検討および事前準備の参考としてご覧ください。</a:t>
            </a:r>
            <a:endParaRPr kumimoji="1" lang="ja-JP" altLang="en-US" sz="1800" dirty="0">
              <a:latin typeface="Meiryo UI" panose="020B0604030504040204" pitchFamily="50" charset="-128"/>
              <a:ea typeface="Meiryo UI" panose="020B0604030504040204" pitchFamily="50" charset="-128"/>
            </a:endParaRPr>
          </a:p>
        </p:txBody>
      </p:sp>
      <p:sp>
        <p:nvSpPr>
          <p:cNvPr id="3" name="タイトル 2">
            <a:extLst>
              <a:ext uri="{FF2B5EF4-FFF2-40B4-BE49-F238E27FC236}">
                <a16:creationId xmlns:a16="http://schemas.microsoft.com/office/drawing/2014/main" id="{E5785321-8083-392E-63CD-6A1295377F96}"/>
              </a:ext>
            </a:extLst>
          </p:cNvPr>
          <p:cNvSpPr>
            <a:spLocks noGrp="1"/>
          </p:cNvSpPr>
          <p:nvPr>
            <p:ph type="title"/>
          </p:nvPr>
        </p:nvSpPr>
        <p:spPr/>
        <p:txBody>
          <a:bodyPr/>
          <a:lstStyle/>
          <a:p>
            <a:r>
              <a:rPr lang="en-US" altLang="ja-JP" dirty="0">
                <a:latin typeface="Meiryo UI" panose="020B0604030504040204" pitchFamily="50" charset="-128"/>
                <a:ea typeface="Meiryo UI" panose="020B0604030504040204" pitchFamily="50" charset="-128"/>
              </a:rPr>
              <a:t>Appendix</a:t>
            </a:r>
            <a:r>
              <a:rPr lang="ja-JP" altLang="en-US" dirty="0">
                <a:latin typeface="Meiryo UI" panose="020B0604030504040204" pitchFamily="50" charset="-128"/>
                <a:ea typeface="Meiryo UI" panose="020B0604030504040204" pitchFamily="50" charset="-128"/>
              </a:rPr>
              <a:t>：ヒアリング項目（要点）</a:t>
            </a:r>
            <a:endParaRPr kumimoji="1" lang="ja-JP" altLang="en-US" dirty="0">
              <a:latin typeface="Meiryo UI" panose="020B0604030504040204" pitchFamily="50" charset="-128"/>
              <a:ea typeface="Meiryo UI" panose="020B0604030504040204" pitchFamily="50" charset="-128"/>
            </a:endParaRPr>
          </a:p>
        </p:txBody>
      </p:sp>
      <p:graphicFrame>
        <p:nvGraphicFramePr>
          <p:cNvPr id="5" name="表 4">
            <a:extLst>
              <a:ext uri="{FF2B5EF4-FFF2-40B4-BE49-F238E27FC236}">
                <a16:creationId xmlns:a16="http://schemas.microsoft.com/office/drawing/2014/main" id="{C53AEA1D-9D87-E549-999D-4E72AC607768}"/>
              </a:ext>
            </a:extLst>
          </p:cNvPr>
          <p:cNvGraphicFramePr>
            <a:graphicFrameLocks noGrp="1"/>
          </p:cNvGraphicFramePr>
          <p:nvPr/>
        </p:nvGraphicFramePr>
        <p:xfrm>
          <a:off x="1788584" y="1549400"/>
          <a:ext cx="8614832" cy="4831662"/>
        </p:xfrm>
        <a:graphic>
          <a:graphicData uri="http://schemas.openxmlformats.org/drawingml/2006/table">
            <a:tbl>
              <a:tblPr/>
              <a:tblGrid>
                <a:gridCol w="2602364">
                  <a:extLst>
                    <a:ext uri="{9D8B030D-6E8A-4147-A177-3AD203B41FA5}">
                      <a16:colId xmlns:a16="http://schemas.microsoft.com/office/drawing/2014/main" val="2038107474"/>
                    </a:ext>
                  </a:extLst>
                </a:gridCol>
                <a:gridCol w="6012468">
                  <a:extLst>
                    <a:ext uri="{9D8B030D-6E8A-4147-A177-3AD203B41FA5}">
                      <a16:colId xmlns:a16="http://schemas.microsoft.com/office/drawing/2014/main" val="1242312118"/>
                    </a:ext>
                  </a:extLst>
                </a:gridCol>
              </a:tblGrid>
              <a:tr h="284578">
                <a:tc>
                  <a:txBody>
                    <a:bodyPr/>
                    <a:lstStyle/>
                    <a:p>
                      <a:pPr rtl="0" fontAlgn="t"/>
                      <a:r>
                        <a:rPr lang="ja-JP" altLang="en-US" sz="1200" dirty="0">
                          <a:solidFill>
                            <a:schemeClr val="bg1"/>
                          </a:solidFill>
                          <a:effectLst/>
                          <a:latin typeface="Meiryo UI" panose="020B0604030504040204" pitchFamily="50" charset="-128"/>
                          <a:ea typeface="Meiryo UI" panose="020B0604030504040204" pitchFamily="50" charset="-128"/>
                        </a:rPr>
                        <a:t>ヒアリング相手</a:t>
                      </a:r>
                    </a:p>
                  </a:txBody>
                  <a:tcPr marL="13012" marR="13012" marT="8675" marB="8675">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rtl="0" fontAlgn="t"/>
                      <a:r>
                        <a:rPr lang="ja-JP" altLang="en-US" sz="1200" dirty="0">
                          <a:solidFill>
                            <a:schemeClr val="bg1"/>
                          </a:solidFill>
                          <a:effectLst/>
                          <a:latin typeface="Meiryo UI" panose="020B0604030504040204" pitchFamily="50" charset="-128"/>
                          <a:ea typeface="Meiryo UI" panose="020B0604030504040204" pitchFamily="50" charset="-128"/>
                        </a:rPr>
                        <a:t>要点（何を聞くか）</a:t>
                      </a:r>
                    </a:p>
                  </a:txBody>
                  <a:tcPr marL="13012" marR="13012" marT="8675" marB="8675">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679453321"/>
                  </a:ext>
                </a:extLst>
              </a:tr>
              <a:tr h="753221">
                <a:tc>
                  <a:txBody>
                    <a:bodyPr/>
                    <a:lstStyle/>
                    <a:p>
                      <a:pPr rtl="0" fontAlgn="t"/>
                      <a:r>
                        <a:rPr lang="ja-JP" altLang="en-US" sz="1200" dirty="0">
                          <a:effectLst/>
                          <a:latin typeface="Meiryo UI" panose="020B0604030504040204" pitchFamily="50" charset="-128"/>
                          <a:ea typeface="Meiryo UI" panose="020B0604030504040204" pitchFamily="50" charset="-128"/>
                        </a:rPr>
                        <a:t>国内商品部門</a:t>
                      </a:r>
                      <a:endParaRPr lang="en-US" altLang="ja-JP" sz="1200" dirty="0">
                        <a:effectLst/>
                        <a:latin typeface="Meiryo UI" panose="020B0604030504040204" pitchFamily="50" charset="-128"/>
                        <a:ea typeface="Meiryo UI" panose="020B0604030504040204" pitchFamily="50" charset="-128"/>
                      </a:endParaRPr>
                    </a:p>
                    <a:p>
                      <a:pPr rtl="0" fontAlgn="t"/>
                      <a:r>
                        <a:rPr lang="en-US" altLang="ja-JP" sz="1200" dirty="0"/>
                        <a:t>CN</a:t>
                      </a:r>
                      <a:r>
                        <a:rPr lang="ja-JP" altLang="en-US" sz="1200" dirty="0"/>
                        <a:t>システム開発部（村松様・秦様）</a:t>
                      </a:r>
                      <a:endParaRPr lang="en-US" altLang="ja-JP" sz="1200" dirty="0">
                        <a:effectLst/>
                        <a:latin typeface="Meiryo UI" panose="020B0604030504040204" pitchFamily="50" charset="-128"/>
                        <a:ea typeface="Meiryo UI" panose="020B0604030504040204" pitchFamily="50" charset="-128"/>
                      </a:endParaRPr>
                    </a:p>
                    <a:p>
                      <a:pPr rtl="0" fontAlgn="t"/>
                      <a:endParaRPr lang="en-US" altLang="ja-JP" sz="1200" dirty="0">
                        <a:effectLst/>
                        <a:latin typeface="Meiryo UI" panose="020B0604030504040204" pitchFamily="50" charset="-128"/>
                        <a:ea typeface="Meiryo UI" panose="020B0604030504040204" pitchFamily="50" charset="-128"/>
                      </a:endParaRPr>
                    </a:p>
                  </a:txBody>
                  <a:tcPr marL="13012" marR="13012" marT="8675" marB="8675">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t">
                        <a:buNone/>
                      </a:pPr>
                      <a:r>
                        <a:rPr lang="ja-JP" altLang="en-US" sz="1200" dirty="0">
                          <a:effectLst/>
                          <a:latin typeface="Meiryo UI" panose="020B0604030504040204" pitchFamily="50" charset="-128"/>
                          <a:ea typeface="Meiryo UI" panose="020B0604030504040204" pitchFamily="50" charset="-128"/>
                        </a:rPr>
                        <a:t>・このプロジェクトの目的・ゴール・解決したい課題</a:t>
                      </a:r>
                      <a:endParaRPr lang="en-US" altLang="ja-JP" sz="1200" dirty="0">
                        <a:effectLst/>
                        <a:latin typeface="Meiryo UI" panose="020B0604030504040204" pitchFamily="50" charset="-128"/>
                        <a:ea typeface="Meiryo UI" panose="020B0604030504040204" pitchFamily="50" charset="-128"/>
                      </a:endParaRPr>
                    </a:p>
                    <a:p>
                      <a:pPr rtl="0" fontAlgn="t">
                        <a:buNone/>
                      </a:pPr>
                      <a:r>
                        <a:rPr lang="ja-JP" altLang="en-US" sz="1200" dirty="0">
                          <a:effectLst/>
                          <a:latin typeface="Meiryo UI" panose="020B0604030504040204" pitchFamily="50" charset="-128"/>
                          <a:ea typeface="Meiryo UI" panose="020B0604030504040204" pitchFamily="50" charset="-128"/>
                        </a:rPr>
                        <a:t>・今回のプロジェクトの範囲（例外含む）</a:t>
                      </a:r>
                      <a:endParaRPr lang="en-US" altLang="ja-JP" sz="1200" dirty="0">
                        <a:effectLst/>
                        <a:latin typeface="Meiryo UI" panose="020B0604030504040204" pitchFamily="50" charset="-128"/>
                        <a:ea typeface="Meiryo UI" panose="020B0604030504040204" pitchFamily="50" charset="-128"/>
                      </a:endParaRPr>
                    </a:p>
                    <a:p>
                      <a:pPr rtl="0" fontAlgn="t">
                        <a:buNone/>
                      </a:pPr>
                      <a:r>
                        <a:rPr lang="ja-JP" altLang="en-US" sz="1200" dirty="0">
                          <a:effectLst/>
                          <a:latin typeface="Meiryo UI" panose="020B0604030504040204" pitchFamily="50" charset="-128"/>
                          <a:ea typeface="Meiryo UI" panose="020B0604030504040204" pitchFamily="50" charset="-128"/>
                        </a:rPr>
                        <a:t>・決め方（誰が決める）</a:t>
                      </a:r>
                    </a:p>
                  </a:txBody>
                  <a:tcPr marL="0" marR="0" marT="8675" marB="8675">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6996991"/>
                  </a:ext>
                </a:extLst>
              </a:tr>
              <a:tr h="922454">
                <a:tc>
                  <a:txBody>
                    <a:bodyPr/>
                    <a:lstStyle/>
                    <a:p>
                      <a:pPr rtl="0" fontAlgn="t"/>
                      <a:r>
                        <a:rPr lang="ja-JP" altLang="en-US" sz="1200" dirty="0">
                          <a:effectLst/>
                          <a:latin typeface="Meiryo UI" panose="020B0604030504040204" pitchFamily="50" charset="-128"/>
                          <a:ea typeface="Meiryo UI" panose="020B0604030504040204" pitchFamily="50" charset="-128"/>
                        </a:rPr>
                        <a:t>車両販売店</a:t>
                      </a:r>
                      <a:endParaRPr lang="ja-JP" altLang="en-US" sz="1200" strike="dblStrike" baseline="0" dirty="0">
                        <a:effectLst/>
                        <a:latin typeface="Meiryo UI" panose="020B0604030504040204" pitchFamily="50" charset="-128"/>
                        <a:ea typeface="Meiryo UI" panose="020B0604030504040204" pitchFamily="50" charset="-128"/>
                      </a:endParaRPr>
                    </a:p>
                  </a:txBody>
                  <a:tcPr marL="13012" marR="13012" marT="8675" marB="8675">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t">
                        <a:buNone/>
                      </a:pPr>
                      <a:r>
                        <a:rPr lang="ja-JP" altLang="en-US" sz="1200" dirty="0">
                          <a:effectLst/>
                          <a:latin typeface="Meiryo UI" panose="020B0604030504040204" pitchFamily="50" charset="-128"/>
                          <a:ea typeface="Meiryo UI" panose="020B0604030504040204" pitchFamily="50" charset="-128"/>
                        </a:rPr>
                        <a:t>・全体の流れ（相談→工事完了）</a:t>
                      </a:r>
                      <a:endParaRPr lang="en-US" altLang="ja-JP" sz="1200" dirty="0">
                        <a:effectLst/>
                        <a:latin typeface="Meiryo UI" panose="020B0604030504040204" pitchFamily="50" charset="-128"/>
                        <a:ea typeface="Meiryo UI" panose="020B0604030504040204" pitchFamily="50" charset="-128"/>
                      </a:endParaRPr>
                    </a:p>
                    <a:p>
                      <a:pPr rtl="0" fontAlgn="t">
                        <a:buNone/>
                      </a:pPr>
                      <a:r>
                        <a:rPr lang="ja-JP" altLang="en-US" sz="1200" dirty="0">
                          <a:effectLst/>
                          <a:latin typeface="Meiryo UI" panose="020B0604030504040204" pitchFamily="50" charset="-128"/>
                          <a:ea typeface="Meiryo UI" panose="020B0604030504040204" pitchFamily="50" charset="-128"/>
                        </a:rPr>
                        <a:t>・時間がかかる所・手戻り</a:t>
                      </a:r>
                      <a:endParaRPr lang="en-US" altLang="ja-JP" sz="1200" dirty="0">
                        <a:effectLst/>
                        <a:latin typeface="Meiryo UI" panose="020B0604030504040204" pitchFamily="50" charset="-128"/>
                        <a:ea typeface="Meiryo UI" panose="020B0604030504040204" pitchFamily="50" charset="-128"/>
                      </a:endParaRPr>
                    </a:p>
                    <a:p>
                      <a:pPr rtl="0" fontAlgn="t">
                        <a:buNone/>
                      </a:pPr>
                      <a:r>
                        <a:rPr lang="ja-JP" altLang="en-US" sz="1200" dirty="0">
                          <a:effectLst/>
                          <a:latin typeface="Meiryo UI" panose="020B0604030504040204" pitchFamily="50" charset="-128"/>
                          <a:ea typeface="Meiryo UI" panose="020B0604030504040204" pitchFamily="50" charset="-128"/>
                        </a:rPr>
                        <a:t>・二重入力の有無</a:t>
                      </a:r>
                      <a:endParaRPr lang="en-US" altLang="ja-JP" sz="1200" dirty="0">
                        <a:effectLst/>
                        <a:latin typeface="Meiryo UI" panose="020B0604030504040204" pitchFamily="50" charset="-128"/>
                        <a:ea typeface="Meiryo UI" panose="020B0604030504040204" pitchFamily="50" charset="-128"/>
                      </a:endParaRPr>
                    </a:p>
                    <a:p>
                      <a:pPr rtl="0" fontAlgn="t">
                        <a:buNone/>
                      </a:pPr>
                      <a:r>
                        <a:rPr lang="ja-JP" altLang="en-US" sz="1200" dirty="0">
                          <a:effectLst/>
                          <a:latin typeface="Meiryo UI" panose="020B0604030504040204" pitchFamily="50" charset="-128"/>
                          <a:ea typeface="Meiryo UI" panose="020B0604030504040204" pitchFamily="50" charset="-128"/>
                        </a:rPr>
                        <a:t>・お客様連絡で困ること</a:t>
                      </a:r>
                      <a:endParaRPr lang="en-US" altLang="ja-JP" sz="1200" dirty="0">
                        <a:effectLst/>
                        <a:latin typeface="Meiryo UI" panose="020B0604030504040204" pitchFamily="50" charset="-128"/>
                        <a:ea typeface="Meiryo UI" panose="020B0604030504040204" pitchFamily="50" charset="-128"/>
                      </a:endParaRPr>
                    </a:p>
                    <a:p>
                      <a:pPr rtl="0" fontAlgn="t">
                        <a:buNone/>
                      </a:pPr>
                      <a:r>
                        <a:rPr lang="ja-JP" altLang="en-US" sz="1200" dirty="0">
                          <a:effectLst/>
                          <a:latin typeface="Meiryo UI" panose="020B0604030504040204" pitchFamily="50" charset="-128"/>
                          <a:ea typeface="Meiryo UI" panose="020B0604030504040204" pitchFamily="50" charset="-128"/>
                        </a:rPr>
                        <a:t>・普段使う資料・帳票</a:t>
                      </a:r>
                    </a:p>
                  </a:txBody>
                  <a:tcPr marL="0" marR="0" marT="8675" marB="8675">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8443547"/>
                  </a:ext>
                </a:extLst>
              </a:tr>
              <a:tr h="922454">
                <a:tc>
                  <a:txBody>
                    <a:bodyPr/>
                    <a:lstStyle/>
                    <a:p>
                      <a:pPr rtl="0" fontAlgn="t"/>
                      <a:r>
                        <a:rPr lang="ja-JP" altLang="en-US" sz="1200" dirty="0">
                          <a:solidFill>
                            <a:schemeClr val="tx1"/>
                          </a:solidFill>
                          <a:effectLst/>
                          <a:latin typeface="Meiryo UI" panose="020B0604030504040204" pitchFamily="50" charset="-128"/>
                          <a:ea typeface="Meiryo UI" panose="020B0604030504040204" pitchFamily="50" charset="-128"/>
                        </a:rPr>
                        <a:t>施工会社</a:t>
                      </a:r>
                    </a:p>
                  </a:txBody>
                  <a:tcPr marL="13012" marR="13012" marT="8675" marB="8675">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t">
                        <a:buNone/>
                      </a:pPr>
                      <a:r>
                        <a:rPr lang="ja-JP" altLang="en-US" sz="1200" dirty="0">
                          <a:solidFill>
                            <a:schemeClr val="tx1"/>
                          </a:solidFill>
                          <a:effectLst/>
                          <a:latin typeface="Meiryo UI" panose="020B0604030504040204" pitchFamily="50" charset="-128"/>
                          <a:ea typeface="Meiryo UI" panose="020B0604030504040204" pitchFamily="50" charset="-128"/>
                        </a:rPr>
                        <a:t>・作業の流れ（現調→工事→報告）</a:t>
                      </a:r>
                      <a:endParaRPr lang="en-US" altLang="ja-JP" sz="1200" dirty="0">
                        <a:solidFill>
                          <a:schemeClr val="tx1"/>
                        </a:solidFill>
                        <a:effectLst/>
                        <a:latin typeface="Meiryo UI" panose="020B0604030504040204" pitchFamily="50" charset="-128"/>
                        <a:ea typeface="Meiryo UI" panose="020B0604030504040204" pitchFamily="50" charset="-128"/>
                      </a:endParaRPr>
                    </a:p>
                    <a:p>
                      <a:pPr rtl="0" fontAlgn="t">
                        <a:buNone/>
                      </a:pPr>
                      <a:r>
                        <a:rPr lang="ja-JP" altLang="en-US" sz="1200" dirty="0">
                          <a:solidFill>
                            <a:schemeClr val="tx1"/>
                          </a:solidFill>
                          <a:effectLst/>
                          <a:latin typeface="Meiryo UI" panose="020B0604030504040204" pitchFamily="50" charset="-128"/>
                          <a:ea typeface="Meiryo UI" panose="020B0604030504040204" pitchFamily="50" charset="-128"/>
                        </a:rPr>
                        <a:t>・止まる原因（情報不足・追加作業）</a:t>
                      </a:r>
                      <a:endParaRPr lang="en-US" altLang="ja-JP" sz="1200" dirty="0">
                        <a:solidFill>
                          <a:schemeClr val="tx1"/>
                        </a:solidFill>
                        <a:effectLst/>
                        <a:latin typeface="Meiryo UI" panose="020B0604030504040204" pitchFamily="50" charset="-128"/>
                        <a:ea typeface="Meiryo UI" panose="020B0604030504040204" pitchFamily="50" charset="-128"/>
                      </a:endParaRPr>
                    </a:p>
                    <a:p>
                      <a:pPr rtl="0" fontAlgn="t">
                        <a:buNone/>
                      </a:pPr>
                      <a:r>
                        <a:rPr lang="ja-JP" altLang="en-US" sz="1200" dirty="0">
                          <a:solidFill>
                            <a:schemeClr val="tx1"/>
                          </a:solidFill>
                          <a:effectLst/>
                          <a:latin typeface="Meiryo UI" panose="020B0604030504040204" pitchFamily="50" charset="-128"/>
                          <a:ea typeface="Meiryo UI" panose="020B0604030504040204" pitchFamily="50" charset="-128"/>
                        </a:rPr>
                        <a:t>・必ず残すもの（写真・書類）</a:t>
                      </a:r>
                      <a:endParaRPr lang="en-US" altLang="ja-JP" sz="1200" dirty="0">
                        <a:solidFill>
                          <a:schemeClr val="tx1"/>
                        </a:solidFill>
                        <a:effectLst/>
                        <a:latin typeface="Meiryo UI" panose="020B0604030504040204" pitchFamily="50" charset="-128"/>
                        <a:ea typeface="Meiryo UI" panose="020B0604030504040204" pitchFamily="50" charset="-128"/>
                      </a:endParaRPr>
                    </a:p>
                    <a:p>
                      <a:pPr rtl="0" fontAlgn="t">
                        <a:buNone/>
                      </a:pPr>
                      <a:r>
                        <a:rPr lang="ja-JP" altLang="en-US" sz="1200" dirty="0">
                          <a:solidFill>
                            <a:schemeClr val="tx1"/>
                          </a:solidFill>
                          <a:effectLst/>
                          <a:latin typeface="Meiryo UI" panose="020B0604030504040204" pitchFamily="50" charset="-128"/>
                          <a:ea typeface="Meiryo UI" panose="020B0604030504040204" pitchFamily="50" charset="-128"/>
                        </a:rPr>
                        <a:t>・連絡が迷う所（誰に何を）</a:t>
                      </a:r>
                      <a:endParaRPr lang="en-US" altLang="ja-JP" sz="1200" dirty="0">
                        <a:solidFill>
                          <a:schemeClr val="tx1"/>
                        </a:solidFill>
                        <a:effectLst/>
                        <a:latin typeface="Meiryo UI" panose="020B0604030504040204" pitchFamily="50" charset="-128"/>
                        <a:ea typeface="Meiryo UI" panose="020B0604030504040204" pitchFamily="50" charset="-128"/>
                      </a:endParaRPr>
                    </a:p>
                    <a:p>
                      <a:pPr rtl="0" fontAlgn="t">
                        <a:buNone/>
                      </a:pPr>
                      <a:r>
                        <a:rPr lang="ja-JP" altLang="en-US" sz="1200" dirty="0">
                          <a:solidFill>
                            <a:schemeClr val="tx1"/>
                          </a:solidFill>
                          <a:effectLst/>
                          <a:latin typeface="Meiryo UI" panose="020B0604030504040204" pitchFamily="50" charset="-128"/>
                          <a:ea typeface="Meiryo UI" panose="020B0604030504040204" pitchFamily="50" charset="-128"/>
                        </a:rPr>
                        <a:t>・工事後対応（不具合・再訪問）</a:t>
                      </a:r>
                    </a:p>
                  </a:txBody>
                  <a:tcPr marL="0" marR="0" marT="8675" marB="8675">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22023880"/>
                  </a:ext>
                </a:extLst>
              </a:tr>
              <a:tr h="998613">
                <a:tc>
                  <a:txBody>
                    <a:bodyPr/>
                    <a:lstStyle/>
                    <a:p>
                      <a:pPr rtl="0" fontAlgn="t"/>
                      <a:r>
                        <a:rPr lang="ja-JP" altLang="en-US" sz="1200" dirty="0">
                          <a:solidFill>
                            <a:schemeClr val="tx1"/>
                          </a:solidFill>
                          <a:effectLst/>
                          <a:latin typeface="Meiryo UI" panose="020B0604030504040204" pitchFamily="50" charset="-128"/>
                          <a:ea typeface="Meiryo UI" panose="020B0604030504040204" pitchFamily="50" charset="-128"/>
                        </a:rPr>
                        <a:t>施工管理会社</a:t>
                      </a:r>
                    </a:p>
                  </a:txBody>
                  <a:tcPr marL="13012" marR="13012" marT="8675" marB="8675">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t">
                        <a:buNone/>
                      </a:pPr>
                      <a:r>
                        <a:rPr lang="ja-JP" altLang="en-US" sz="1200" dirty="0">
                          <a:solidFill>
                            <a:schemeClr val="tx1"/>
                          </a:solidFill>
                          <a:effectLst/>
                          <a:latin typeface="Meiryo UI" panose="020B0604030504040204" pitchFamily="50" charset="-128"/>
                          <a:ea typeface="Meiryo UI" panose="020B0604030504040204" pitchFamily="50" charset="-128"/>
                        </a:rPr>
                        <a:t>・割振り・日程調整・進捗管理のやり方</a:t>
                      </a:r>
                      <a:endParaRPr lang="en-US" altLang="ja-JP" sz="1200" dirty="0">
                        <a:solidFill>
                          <a:schemeClr val="tx1"/>
                        </a:solidFill>
                        <a:effectLst/>
                        <a:latin typeface="Meiryo UI" panose="020B0604030504040204" pitchFamily="50" charset="-128"/>
                        <a:ea typeface="Meiryo UI" panose="020B0604030504040204" pitchFamily="50" charset="-128"/>
                      </a:endParaRPr>
                    </a:p>
                    <a:p>
                      <a:pPr rtl="0" fontAlgn="t">
                        <a:buNone/>
                      </a:pPr>
                      <a:r>
                        <a:rPr lang="ja-JP" altLang="en-US" sz="1200" dirty="0">
                          <a:solidFill>
                            <a:schemeClr val="tx1"/>
                          </a:solidFill>
                          <a:effectLst/>
                          <a:latin typeface="Meiryo UI" panose="020B0604030504040204" pitchFamily="50" charset="-128"/>
                          <a:ea typeface="Meiryo UI" panose="020B0604030504040204" pitchFamily="50" charset="-128"/>
                        </a:rPr>
                        <a:t>・見積→発注→請求の流れ</a:t>
                      </a:r>
                      <a:endParaRPr lang="en-US" altLang="ja-JP" sz="1200" dirty="0">
                        <a:solidFill>
                          <a:schemeClr val="tx1"/>
                        </a:solidFill>
                        <a:effectLst/>
                        <a:latin typeface="Meiryo UI" panose="020B0604030504040204" pitchFamily="50" charset="-128"/>
                        <a:ea typeface="Meiryo UI" panose="020B0604030504040204" pitchFamily="50" charset="-128"/>
                      </a:endParaRPr>
                    </a:p>
                    <a:p>
                      <a:pPr rtl="0" fontAlgn="t">
                        <a:buNone/>
                      </a:pPr>
                      <a:r>
                        <a:rPr lang="ja-JP" altLang="en-US" sz="1200" dirty="0">
                          <a:solidFill>
                            <a:schemeClr val="tx1"/>
                          </a:solidFill>
                          <a:effectLst/>
                          <a:latin typeface="Meiryo UI" panose="020B0604030504040204" pitchFamily="50" charset="-128"/>
                          <a:ea typeface="Meiryo UI" panose="020B0604030504040204" pitchFamily="50" charset="-128"/>
                        </a:rPr>
                        <a:t>・遅れ・抜けの起きやすい所</a:t>
                      </a:r>
                      <a:endParaRPr lang="en-US" altLang="ja-JP" sz="1200" dirty="0">
                        <a:solidFill>
                          <a:schemeClr val="tx1"/>
                        </a:solidFill>
                        <a:effectLst/>
                        <a:latin typeface="Meiryo UI" panose="020B0604030504040204" pitchFamily="50" charset="-128"/>
                        <a:ea typeface="Meiryo UI" panose="020B0604030504040204" pitchFamily="50" charset="-128"/>
                      </a:endParaRPr>
                    </a:p>
                    <a:p>
                      <a:pPr rtl="0" fontAlgn="t">
                        <a:buNone/>
                      </a:pPr>
                      <a:r>
                        <a:rPr lang="ja-JP" altLang="en-US" sz="1200" dirty="0">
                          <a:solidFill>
                            <a:schemeClr val="tx1"/>
                          </a:solidFill>
                          <a:effectLst/>
                          <a:latin typeface="Meiryo UI" panose="020B0604030504040204" pitchFamily="50" charset="-128"/>
                          <a:ea typeface="Meiryo UI" panose="020B0604030504040204" pitchFamily="50" charset="-128"/>
                        </a:rPr>
                        <a:t>・必要書類の管理・保存場所</a:t>
                      </a:r>
                      <a:endParaRPr lang="en-US" altLang="ja-JP" sz="1200" dirty="0">
                        <a:solidFill>
                          <a:schemeClr val="tx1"/>
                        </a:solidFill>
                        <a:effectLst/>
                        <a:latin typeface="Meiryo UI" panose="020B0604030504040204" pitchFamily="50" charset="-128"/>
                        <a:ea typeface="Meiryo UI" panose="020B0604030504040204" pitchFamily="50" charset="-128"/>
                      </a:endParaRPr>
                    </a:p>
                    <a:p>
                      <a:pPr rtl="0" fontAlgn="t">
                        <a:buNone/>
                      </a:pPr>
                      <a:r>
                        <a:rPr lang="ja-JP" altLang="en-US" sz="1200" dirty="0">
                          <a:solidFill>
                            <a:schemeClr val="tx1"/>
                          </a:solidFill>
                          <a:effectLst/>
                          <a:latin typeface="Meiryo UI" panose="020B0604030504040204" pitchFamily="50" charset="-128"/>
                          <a:ea typeface="Meiryo UI" panose="020B0604030504040204" pitchFamily="50" charset="-128"/>
                        </a:rPr>
                        <a:t>・見ている数字（件数・遅延・手戻り）</a:t>
                      </a:r>
                    </a:p>
                  </a:txBody>
                  <a:tcPr marL="0" marR="0" marT="8675" marB="8675">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8453850"/>
                  </a:ext>
                </a:extLst>
              </a:tr>
              <a:tr h="922454">
                <a:tc>
                  <a:txBody>
                    <a:bodyPr/>
                    <a:lstStyle/>
                    <a:p>
                      <a:pPr rtl="0" fontAlgn="t"/>
                      <a:r>
                        <a:rPr lang="ja-JP" altLang="en-US" sz="1200" dirty="0">
                          <a:solidFill>
                            <a:schemeClr val="tx1"/>
                          </a:solidFill>
                          <a:effectLst/>
                          <a:latin typeface="Meiryo UI" panose="020B0604030504040204" pitchFamily="50" charset="-128"/>
                          <a:ea typeface="Meiryo UI" panose="020B0604030504040204" pitchFamily="50" charset="-128"/>
                        </a:rPr>
                        <a:t>インフラ・セキュリティ部門</a:t>
                      </a:r>
                    </a:p>
                  </a:txBody>
                  <a:tcPr marL="13012" marR="13012" marT="8675" marB="8675">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t">
                        <a:buNone/>
                      </a:pPr>
                      <a:r>
                        <a:rPr lang="ja-JP" altLang="en-US" sz="1200" dirty="0">
                          <a:solidFill>
                            <a:schemeClr val="tx1"/>
                          </a:solidFill>
                          <a:effectLst/>
                          <a:latin typeface="Meiryo UI" panose="020B0604030504040204" pitchFamily="50" charset="-128"/>
                          <a:ea typeface="Meiryo UI" panose="020B0604030504040204" pitchFamily="50" charset="-128"/>
                        </a:rPr>
                        <a:t>・使ってよいツール・環境</a:t>
                      </a:r>
                      <a:endParaRPr lang="en-US" altLang="ja-JP" sz="1200" dirty="0">
                        <a:solidFill>
                          <a:schemeClr val="tx1"/>
                        </a:solidFill>
                        <a:effectLst/>
                        <a:latin typeface="Meiryo UI" panose="020B0604030504040204" pitchFamily="50" charset="-128"/>
                        <a:ea typeface="Meiryo UI" panose="020B0604030504040204" pitchFamily="50" charset="-128"/>
                      </a:endParaRPr>
                    </a:p>
                    <a:p>
                      <a:pPr rtl="0" fontAlgn="t">
                        <a:buNone/>
                      </a:pPr>
                      <a:r>
                        <a:rPr lang="ja-JP" altLang="en-US" sz="1200" dirty="0">
                          <a:solidFill>
                            <a:schemeClr val="tx1"/>
                          </a:solidFill>
                          <a:effectLst/>
                          <a:latin typeface="Meiryo UI" panose="020B0604030504040204" pitchFamily="50" charset="-128"/>
                          <a:ea typeface="Meiryo UI" panose="020B0604030504040204" pitchFamily="50" charset="-128"/>
                        </a:rPr>
                        <a:t>・データ置き場（共有範囲）</a:t>
                      </a:r>
                      <a:endParaRPr lang="en-US" altLang="ja-JP" sz="1200" dirty="0">
                        <a:solidFill>
                          <a:schemeClr val="tx1"/>
                        </a:solidFill>
                        <a:effectLst/>
                        <a:latin typeface="Meiryo UI" panose="020B0604030504040204" pitchFamily="50" charset="-128"/>
                        <a:ea typeface="Meiryo UI" panose="020B0604030504040204" pitchFamily="50" charset="-128"/>
                      </a:endParaRPr>
                    </a:p>
                    <a:p>
                      <a:pPr rtl="0" fontAlgn="t">
                        <a:buNone/>
                      </a:pPr>
                      <a:r>
                        <a:rPr lang="ja-JP" altLang="en-US" sz="1200" dirty="0">
                          <a:solidFill>
                            <a:schemeClr val="tx1"/>
                          </a:solidFill>
                          <a:effectLst/>
                          <a:latin typeface="Meiryo UI" panose="020B0604030504040204" pitchFamily="50" charset="-128"/>
                          <a:ea typeface="Meiryo UI" panose="020B0604030504040204" pitchFamily="50" charset="-128"/>
                        </a:rPr>
                        <a:t>・ログイン・権限ルール</a:t>
                      </a:r>
                      <a:endParaRPr lang="en-US" altLang="ja-JP" sz="1200" dirty="0">
                        <a:solidFill>
                          <a:schemeClr val="tx1"/>
                        </a:solidFill>
                        <a:effectLst/>
                        <a:latin typeface="Meiryo UI" panose="020B0604030504040204" pitchFamily="50" charset="-128"/>
                        <a:ea typeface="Meiryo UI" panose="020B0604030504040204" pitchFamily="50" charset="-128"/>
                      </a:endParaRPr>
                    </a:p>
                    <a:p>
                      <a:pPr rtl="0" fontAlgn="t">
                        <a:buNone/>
                      </a:pPr>
                      <a:r>
                        <a:rPr lang="ja-JP" altLang="en-US" sz="1200" dirty="0">
                          <a:solidFill>
                            <a:schemeClr val="tx1"/>
                          </a:solidFill>
                          <a:effectLst/>
                          <a:latin typeface="Meiryo UI" panose="020B0604030504040204" pitchFamily="50" charset="-128"/>
                          <a:ea typeface="Meiryo UI" panose="020B0604030504040204" pitchFamily="50" charset="-128"/>
                        </a:rPr>
                        <a:t>・外部連携の可否（線引き）</a:t>
                      </a:r>
                      <a:endParaRPr lang="en-US" altLang="ja-JP" sz="1200" dirty="0">
                        <a:solidFill>
                          <a:schemeClr val="tx1"/>
                        </a:solidFill>
                        <a:effectLst/>
                        <a:latin typeface="Meiryo UI" panose="020B0604030504040204" pitchFamily="50" charset="-128"/>
                        <a:ea typeface="Meiryo UI" panose="020B0604030504040204" pitchFamily="50" charset="-128"/>
                      </a:endParaRPr>
                    </a:p>
                    <a:p>
                      <a:pPr rtl="0" fontAlgn="t">
                        <a:buNone/>
                      </a:pPr>
                      <a:r>
                        <a:rPr lang="ja-JP" altLang="en-US" sz="1200" dirty="0">
                          <a:solidFill>
                            <a:schemeClr val="tx1"/>
                          </a:solidFill>
                          <a:effectLst/>
                          <a:latin typeface="Meiryo UI" panose="020B0604030504040204" pitchFamily="50" charset="-128"/>
                          <a:ea typeface="Meiryo UI" panose="020B0604030504040204" pitchFamily="50" charset="-128"/>
                        </a:rPr>
                        <a:t>・審査に必要なもの（資料・期間）</a:t>
                      </a:r>
                    </a:p>
                  </a:txBody>
                  <a:tcPr marL="0" marR="0" marT="8675" marB="8675">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38530992"/>
                  </a:ext>
                </a:extLst>
              </a:tr>
            </a:tbl>
          </a:graphicData>
        </a:graphic>
      </p:graphicFrame>
    </p:spTree>
    <p:extLst>
      <p:ext uri="{BB962C8B-B14F-4D97-AF65-F5344CB8AC3E}">
        <p14:creationId xmlns:p14="http://schemas.microsoft.com/office/powerpoint/2010/main" val="37443703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8C9A1E7-D2F9-FE81-CDE4-BB2BA685D155}"/>
            </a:ext>
          </a:extLst>
        </p:cNvPr>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36DC206D-4A95-C87E-C01E-1F898B7DB896}"/>
              </a:ext>
            </a:extLst>
          </p:cNvPr>
          <p:cNvSpPr>
            <a:spLocks noGrp="1"/>
          </p:cNvSpPr>
          <p:nvPr>
            <p:ph type="body" sz="quarter" idx="15"/>
          </p:nvPr>
        </p:nvSpPr>
        <p:spPr>
          <a:xfrm>
            <a:off x="814918" y="1270000"/>
            <a:ext cx="10562800" cy="558800"/>
          </a:xfrm>
        </p:spPr>
        <p:txBody>
          <a:bodyPr/>
          <a:lstStyle/>
          <a:p>
            <a:pPr marL="0" indent="0">
              <a:buNone/>
            </a:pPr>
            <a:r>
              <a:rPr lang="ja-JP" altLang="en-US" sz="1800" dirty="0"/>
              <a:t>詳細なヒアリングシート（質問一覧）は別紙として共有いたしますので、事前にご確認いただき、追加したい観点や留意事項がございましたらご指摘いただけますと幸いです。</a:t>
            </a:r>
            <a:endParaRPr kumimoji="1" lang="ja-JP" altLang="en-US" sz="1800" dirty="0"/>
          </a:p>
        </p:txBody>
      </p:sp>
      <p:sp>
        <p:nvSpPr>
          <p:cNvPr id="3" name="タイトル 2">
            <a:extLst>
              <a:ext uri="{FF2B5EF4-FFF2-40B4-BE49-F238E27FC236}">
                <a16:creationId xmlns:a16="http://schemas.microsoft.com/office/drawing/2014/main" id="{42A7325A-D7A4-550A-D181-C006918838E2}"/>
              </a:ext>
            </a:extLst>
          </p:cNvPr>
          <p:cNvSpPr>
            <a:spLocks noGrp="1"/>
          </p:cNvSpPr>
          <p:nvPr>
            <p:ph type="title"/>
          </p:nvPr>
        </p:nvSpPr>
        <p:spPr/>
        <p:txBody>
          <a:bodyPr/>
          <a:lstStyle/>
          <a:p>
            <a:r>
              <a:rPr lang="en-US" altLang="ja-JP" dirty="0"/>
              <a:t>Appendix</a:t>
            </a:r>
            <a:r>
              <a:rPr lang="ja-JP" altLang="en-US" dirty="0"/>
              <a:t>：ヒアリングシート（詳細版・別紙）</a:t>
            </a:r>
            <a:endParaRPr kumimoji="1" lang="ja-JP" altLang="en-US" dirty="0"/>
          </a:p>
        </p:txBody>
      </p:sp>
      <p:sp>
        <p:nvSpPr>
          <p:cNvPr id="4" name="テキスト プレースホルダー 1">
            <a:extLst>
              <a:ext uri="{FF2B5EF4-FFF2-40B4-BE49-F238E27FC236}">
                <a16:creationId xmlns:a16="http://schemas.microsoft.com/office/drawing/2014/main" id="{58840719-BF0D-12C3-CDEC-D76D792A8CA3}"/>
              </a:ext>
            </a:extLst>
          </p:cNvPr>
          <p:cNvSpPr txBox="1">
            <a:spLocks/>
          </p:cNvSpPr>
          <p:nvPr/>
        </p:nvSpPr>
        <p:spPr>
          <a:xfrm>
            <a:off x="814918" y="2459039"/>
            <a:ext cx="10562800" cy="3754436"/>
          </a:xfrm>
          <a:prstGeom prst="rect">
            <a:avLst/>
          </a:prstGeom>
        </p:spPr>
        <p:txBody>
          <a:bodyPr lIns="0" tIns="0" rIns="0" bIns="0">
            <a:noAutofit/>
          </a:bodyPr>
          <a:lstStyle>
            <a:lvl1pPr marL="176213" indent="-176213" algn="l" defTabSz="479968" rtl="0" eaLnBrk="1" latinLnBrk="0" hangingPunct="1">
              <a:lnSpc>
                <a:spcPct val="90000"/>
              </a:lnSpc>
              <a:spcBef>
                <a:spcPts val="600"/>
              </a:spcBef>
              <a:buFont typeface="Arial" panose="020B0604020202020204" pitchFamily="34" charset="0"/>
              <a:buChar char="•"/>
              <a:defRPr kumimoji="1" sz="2800" b="0" i="0" kern="1200">
                <a:solidFill>
                  <a:srgbClr val="013C85"/>
                </a:solidFill>
                <a:latin typeface="Yu Gothic Medium" panose="020B0400000000000000" pitchFamily="34" charset="-128"/>
                <a:ea typeface="Yu Gothic Medium" panose="020B0400000000000000" pitchFamily="34" charset="-128"/>
                <a:cs typeface="+mn-cs"/>
              </a:defRPr>
            </a:lvl1pPr>
            <a:lvl2pPr marL="442913" indent="-136525" algn="l" defTabSz="914400" rtl="0" eaLnBrk="1" latinLnBrk="0" hangingPunct="1">
              <a:lnSpc>
                <a:spcPct val="90000"/>
              </a:lnSpc>
              <a:spcBef>
                <a:spcPts val="600"/>
              </a:spcBef>
              <a:buFont typeface="Arial" panose="020B0604020202020204" pitchFamily="34" charset="0"/>
              <a:buChar char="•"/>
              <a:defRPr kumimoji="1" sz="2400" b="0" i="0" kern="1200">
                <a:solidFill>
                  <a:srgbClr val="013C85"/>
                </a:solidFill>
                <a:latin typeface="Yu Gothic Medium" panose="020B0400000000000000" pitchFamily="34" charset="-128"/>
                <a:ea typeface="Yu Gothic Medium" panose="020B0400000000000000" pitchFamily="34" charset="-128"/>
                <a:cs typeface="+mn-cs"/>
              </a:defRPr>
            </a:lvl2pPr>
            <a:lvl3pPr marL="720725" indent="-146050" algn="l" defTabSz="914400" rtl="0" eaLnBrk="1" latinLnBrk="0" hangingPunct="1">
              <a:lnSpc>
                <a:spcPct val="90000"/>
              </a:lnSpc>
              <a:spcBef>
                <a:spcPts val="600"/>
              </a:spcBef>
              <a:buFont typeface="Arial" panose="020B0604020202020204" pitchFamily="34" charset="0"/>
              <a:buChar char="•"/>
              <a:defRPr kumimoji="1" sz="2000" b="0" i="0" kern="1200">
                <a:solidFill>
                  <a:srgbClr val="013C85"/>
                </a:solidFill>
                <a:latin typeface="Yu Gothic Medium" panose="020B0400000000000000" pitchFamily="34" charset="-128"/>
                <a:ea typeface="Yu Gothic Medium" panose="020B0400000000000000" pitchFamily="34" charset="-128"/>
                <a:cs typeface="+mn-cs"/>
              </a:defRPr>
            </a:lvl3pPr>
            <a:lvl4pPr marL="989013" indent="-136525" algn="l" defTabSz="914400" rtl="0" eaLnBrk="1" latinLnBrk="0" hangingPunct="1">
              <a:lnSpc>
                <a:spcPct val="90000"/>
              </a:lnSpc>
              <a:spcBef>
                <a:spcPts val="600"/>
              </a:spcBef>
              <a:buFont typeface="Arial" panose="020B0604020202020204" pitchFamily="34" charset="0"/>
              <a:buChar char="•"/>
              <a:defRPr kumimoji="1" sz="1800" b="0" i="0" kern="1200">
                <a:solidFill>
                  <a:srgbClr val="013C85"/>
                </a:solidFill>
                <a:latin typeface="Yu Gothic Medium" panose="020B0400000000000000" pitchFamily="34" charset="-128"/>
                <a:ea typeface="Yu Gothic Medium" panose="020B0400000000000000" pitchFamily="34" charset="-128"/>
                <a:cs typeface="+mn-cs"/>
              </a:defRPr>
            </a:lvl4pPr>
            <a:lvl5pPr marL="1255713" indent="-136525" algn="l" defTabSz="914400" rtl="0" eaLnBrk="1" latinLnBrk="0" hangingPunct="1">
              <a:lnSpc>
                <a:spcPct val="90000"/>
              </a:lnSpc>
              <a:spcBef>
                <a:spcPts val="600"/>
              </a:spcBef>
              <a:buFont typeface="Arial" panose="020B0604020202020204" pitchFamily="34" charset="0"/>
              <a:buChar char="•"/>
              <a:defRPr kumimoji="1" sz="1800" b="0" i="0" kern="1200">
                <a:solidFill>
                  <a:srgbClr val="013C85"/>
                </a:solidFill>
                <a:latin typeface="Yu Gothic Medium" panose="020B0400000000000000" pitchFamily="34" charset="-128"/>
                <a:ea typeface="Yu Gothic Medium"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bg1"/>
                </a:solidFill>
                <a:latin typeface="Yu Gothic Medium" panose="020B0400000000000000" pitchFamily="34" charset="-128"/>
                <a:ea typeface="Yu Gothic Medium" panose="020B0400000000000000" pitchFamily="34" charset="-128"/>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bg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altLang="ja-JP" sz="1600" dirty="0"/>
              <a:t>【</a:t>
            </a:r>
            <a:r>
              <a:rPr lang="ja-JP" altLang="en-US" sz="1600" dirty="0"/>
              <a:t>別紙（想定）</a:t>
            </a:r>
            <a:r>
              <a:rPr lang="en-US" altLang="ja-JP" sz="1600" dirty="0"/>
              <a:t>】</a:t>
            </a:r>
          </a:p>
          <a:p>
            <a:pPr marL="0" indent="0">
              <a:buNone/>
            </a:pPr>
            <a:r>
              <a:rPr lang="ja-JP" altLang="en-US" sz="1600" dirty="0"/>
              <a:t>・ヒアリングシート（ロール別）</a:t>
            </a:r>
          </a:p>
          <a:p>
            <a:pPr marL="0" indent="0">
              <a:buNone/>
            </a:pPr>
            <a:r>
              <a:rPr lang="ja-JP" altLang="en-US" sz="1600" dirty="0"/>
              <a:t> </a:t>
            </a:r>
            <a:r>
              <a:rPr lang="en-US" altLang="ja-JP" sz="1600" dirty="0"/>
              <a:t>- </a:t>
            </a:r>
            <a:r>
              <a:rPr lang="ja-JP" altLang="en-US" sz="1600" dirty="0"/>
              <a:t>経営層向け（戦略・目的・意思決定）</a:t>
            </a:r>
          </a:p>
          <a:p>
            <a:pPr marL="0" indent="0">
              <a:buNone/>
            </a:pPr>
            <a:r>
              <a:rPr lang="ja-JP" altLang="en-US" sz="1600" dirty="0"/>
              <a:t> </a:t>
            </a:r>
            <a:r>
              <a:rPr lang="en-US" altLang="ja-JP" sz="1600" dirty="0"/>
              <a:t>- </a:t>
            </a:r>
            <a:r>
              <a:rPr lang="ja-JP" altLang="en-US" sz="1600" dirty="0"/>
              <a:t>現場向け（販売店／施工店／施工会社）</a:t>
            </a:r>
          </a:p>
          <a:p>
            <a:pPr marL="0" indent="0">
              <a:buNone/>
            </a:pPr>
            <a:r>
              <a:rPr lang="ja-JP" altLang="en-US" sz="1600" dirty="0"/>
              <a:t> </a:t>
            </a:r>
            <a:r>
              <a:rPr lang="en-US" altLang="ja-JP" sz="1600" dirty="0"/>
              <a:t>- IT</a:t>
            </a:r>
            <a:r>
              <a:rPr lang="ja-JP" altLang="en-US" sz="1600" dirty="0"/>
              <a:t>向け（システム・データ・セキュリティ）</a:t>
            </a:r>
          </a:p>
          <a:p>
            <a:pPr marL="0" indent="0">
              <a:buNone/>
            </a:pPr>
            <a:endParaRPr lang="ja-JP" altLang="en-US" sz="1600" dirty="0"/>
          </a:p>
          <a:p>
            <a:pPr marL="0" indent="0">
              <a:buNone/>
            </a:pPr>
            <a:r>
              <a:rPr lang="en-US" altLang="ja-JP" sz="1600" dirty="0"/>
              <a:t>【</a:t>
            </a:r>
            <a:r>
              <a:rPr lang="ja-JP" altLang="en-US" sz="1600" dirty="0"/>
              <a:t>運用方法（想定）</a:t>
            </a:r>
            <a:r>
              <a:rPr lang="en-US" altLang="ja-JP" sz="1600" dirty="0"/>
              <a:t>】</a:t>
            </a:r>
          </a:p>
          <a:p>
            <a:pPr marL="0" indent="0">
              <a:buNone/>
            </a:pPr>
            <a:r>
              <a:rPr lang="ja-JP" altLang="en-US" sz="1600" dirty="0"/>
              <a:t>・事前送付 → 当日は回答の深掘り（事実／例外／頻度／判断基準）を中心に実施いたします。</a:t>
            </a:r>
          </a:p>
          <a:p>
            <a:pPr marL="0" indent="0">
              <a:buNone/>
            </a:pPr>
            <a:r>
              <a:rPr lang="ja-JP" altLang="en-US" sz="1600" dirty="0"/>
              <a:t>・不足論点は定例で補完し、最新版を</a:t>
            </a:r>
            <a:r>
              <a:rPr lang="en-US" altLang="ja-JP" sz="1600" dirty="0"/>
              <a:t>CTC</a:t>
            </a:r>
            <a:r>
              <a:rPr lang="ja-JP" altLang="en-US" sz="1600" dirty="0"/>
              <a:t>側で管理して共有いたします。</a:t>
            </a:r>
          </a:p>
        </p:txBody>
      </p:sp>
    </p:spTree>
    <p:extLst>
      <p:ext uri="{BB962C8B-B14F-4D97-AF65-F5344CB8AC3E}">
        <p14:creationId xmlns:p14="http://schemas.microsoft.com/office/powerpoint/2010/main" val="24144267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19771C1-11CC-D9B2-376D-DB505E343FF4}"/>
            </a:ext>
          </a:extLst>
        </p:cNvPr>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95941A01-7C09-6F7D-04C4-1947E6724CA4}"/>
              </a:ext>
            </a:extLst>
          </p:cNvPr>
          <p:cNvSpPr>
            <a:spLocks noGrp="1"/>
          </p:cNvSpPr>
          <p:nvPr>
            <p:ph type="body" sz="quarter" idx="15"/>
          </p:nvPr>
        </p:nvSpPr>
        <p:spPr>
          <a:xfrm>
            <a:off x="814918" y="1270000"/>
            <a:ext cx="10562800" cy="558800"/>
          </a:xfrm>
        </p:spPr>
        <p:txBody>
          <a:bodyPr/>
          <a:lstStyle/>
          <a:p>
            <a:pPr marL="0" indent="0">
              <a:buNone/>
            </a:pPr>
            <a:r>
              <a:rPr lang="ja-JP" altLang="en-US" sz="1800" dirty="0"/>
              <a:t>「戦略」「業務」「システム」の</a:t>
            </a:r>
            <a:r>
              <a:rPr lang="en-US" altLang="ja-JP" sz="1800" dirty="0"/>
              <a:t>3</a:t>
            </a:r>
            <a:r>
              <a:rPr lang="ja-JP" altLang="en-US" sz="1800" dirty="0"/>
              <a:t>階層で調査項目を設計済み。各項目の回答に適した担当者のアサインをお願いいたします。</a:t>
            </a:r>
            <a:endParaRPr kumimoji="1" lang="ja-JP" altLang="en-US" sz="1800" dirty="0"/>
          </a:p>
        </p:txBody>
      </p:sp>
      <p:sp>
        <p:nvSpPr>
          <p:cNvPr id="3" name="タイトル 2">
            <a:extLst>
              <a:ext uri="{FF2B5EF4-FFF2-40B4-BE49-F238E27FC236}">
                <a16:creationId xmlns:a16="http://schemas.microsoft.com/office/drawing/2014/main" id="{648643FF-A8C9-835D-B391-77808CF15068}"/>
              </a:ext>
            </a:extLst>
          </p:cNvPr>
          <p:cNvSpPr>
            <a:spLocks noGrp="1"/>
          </p:cNvSpPr>
          <p:nvPr>
            <p:ph type="title"/>
          </p:nvPr>
        </p:nvSpPr>
        <p:spPr/>
        <p:txBody>
          <a:bodyPr/>
          <a:lstStyle/>
          <a:p>
            <a:r>
              <a:rPr lang="ja-JP" altLang="en-US" dirty="0"/>
              <a:t>ヒアリングシート </a:t>
            </a:r>
            <a:r>
              <a:rPr lang="en-US" altLang="ja-JP" dirty="0"/>
              <a:t>(</a:t>
            </a:r>
            <a:r>
              <a:rPr lang="ja-JP" altLang="en-US" dirty="0"/>
              <a:t>調査項目一覧</a:t>
            </a:r>
            <a:r>
              <a:rPr lang="en-US" altLang="ja-JP" dirty="0"/>
              <a:t>)</a:t>
            </a:r>
            <a:endParaRPr kumimoji="1" lang="ja-JP" altLang="en-US" dirty="0"/>
          </a:p>
        </p:txBody>
      </p:sp>
      <p:sp>
        <p:nvSpPr>
          <p:cNvPr id="4" name="テキスト プレースホルダー 1">
            <a:extLst>
              <a:ext uri="{FF2B5EF4-FFF2-40B4-BE49-F238E27FC236}">
                <a16:creationId xmlns:a16="http://schemas.microsoft.com/office/drawing/2014/main" id="{A087A0CD-F286-D347-2148-07F630C76B67}"/>
              </a:ext>
            </a:extLst>
          </p:cNvPr>
          <p:cNvSpPr txBox="1">
            <a:spLocks/>
          </p:cNvSpPr>
          <p:nvPr/>
        </p:nvSpPr>
        <p:spPr>
          <a:xfrm>
            <a:off x="814918" y="2459039"/>
            <a:ext cx="10562800" cy="3754436"/>
          </a:xfrm>
          <a:prstGeom prst="rect">
            <a:avLst/>
          </a:prstGeom>
        </p:spPr>
        <p:txBody>
          <a:bodyPr lIns="0" tIns="0" rIns="0" bIns="0">
            <a:noAutofit/>
          </a:bodyPr>
          <a:lstStyle>
            <a:lvl1pPr marL="176213" indent="-176213" algn="l" defTabSz="479968" rtl="0" eaLnBrk="1" latinLnBrk="0" hangingPunct="1">
              <a:lnSpc>
                <a:spcPct val="90000"/>
              </a:lnSpc>
              <a:spcBef>
                <a:spcPts val="600"/>
              </a:spcBef>
              <a:buFont typeface="Arial" panose="020B0604020202020204" pitchFamily="34" charset="0"/>
              <a:buChar char="•"/>
              <a:defRPr kumimoji="1" sz="2800" b="0" i="0" kern="1200">
                <a:solidFill>
                  <a:srgbClr val="013C85"/>
                </a:solidFill>
                <a:latin typeface="Yu Gothic Medium" panose="020B0400000000000000" pitchFamily="34" charset="-128"/>
                <a:ea typeface="Yu Gothic Medium" panose="020B0400000000000000" pitchFamily="34" charset="-128"/>
                <a:cs typeface="+mn-cs"/>
              </a:defRPr>
            </a:lvl1pPr>
            <a:lvl2pPr marL="442913" indent="-136525" algn="l" defTabSz="914400" rtl="0" eaLnBrk="1" latinLnBrk="0" hangingPunct="1">
              <a:lnSpc>
                <a:spcPct val="90000"/>
              </a:lnSpc>
              <a:spcBef>
                <a:spcPts val="600"/>
              </a:spcBef>
              <a:buFont typeface="Arial" panose="020B0604020202020204" pitchFamily="34" charset="0"/>
              <a:buChar char="•"/>
              <a:defRPr kumimoji="1" sz="2400" b="0" i="0" kern="1200">
                <a:solidFill>
                  <a:srgbClr val="013C85"/>
                </a:solidFill>
                <a:latin typeface="Yu Gothic Medium" panose="020B0400000000000000" pitchFamily="34" charset="-128"/>
                <a:ea typeface="Yu Gothic Medium" panose="020B0400000000000000" pitchFamily="34" charset="-128"/>
                <a:cs typeface="+mn-cs"/>
              </a:defRPr>
            </a:lvl2pPr>
            <a:lvl3pPr marL="720725" indent="-146050" algn="l" defTabSz="914400" rtl="0" eaLnBrk="1" latinLnBrk="0" hangingPunct="1">
              <a:lnSpc>
                <a:spcPct val="90000"/>
              </a:lnSpc>
              <a:spcBef>
                <a:spcPts val="600"/>
              </a:spcBef>
              <a:buFont typeface="Arial" panose="020B0604020202020204" pitchFamily="34" charset="0"/>
              <a:buChar char="•"/>
              <a:defRPr kumimoji="1" sz="2000" b="0" i="0" kern="1200">
                <a:solidFill>
                  <a:srgbClr val="013C85"/>
                </a:solidFill>
                <a:latin typeface="Yu Gothic Medium" panose="020B0400000000000000" pitchFamily="34" charset="-128"/>
                <a:ea typeface="Yu Gothic Medium" panose="020B0400000000000000" pitchFamily="34" charset="-128"/>
                <a:cs typeface="+mn-cs"/>
              </a:defRPr>
            </a:lvl3pPr>
            <a:lvl4pPr marL="989013" indent="-136525" algn="l" defTabSz="914400" rtl="0" eaLnBrk="1" latinLnBrk="0" hangingPunct="1">
              <a:lnSpc>
                <a:spcPct val="90000"/>
              </a:lnSpc>
              <a:spcBef>
                <a:spcPts val="600"/>
              </a:spcBef>
              <a:buFont typeface="Arial" panose="020B0604020202020204" pitchFamily="34" charset="0"/>
              <a:buChar char="•"/>
              <a:defRPr kumimoji="1" sz="1800" b="0" i="0" kern="1200">
                <a:solidFill>
                  <a:srgbClr val="013C85"/>
                </a:solidFill>
                <a:latin typeface="Yu Gothic Medium" panose="020B0400000000000000" pitchFamily="34" charset="-128"/>
                <a:ea typeface="Yu Gothic Medium" panose="020B0400000000000000" pitchFamily="34" charset="-128"/>
                <a:cs typeface="+mn-cs"/>
              </a:defRPr>
            </a:lvl4pPr>
            <a:lvl5pPr marL="1255713" indent="-136525" algn="l" defTabSz="914400" rtl="0" eaLnBrk="1" latinLnBrk="0" hangingPunct="1">
              <a:lnSpc>
                <a:spcPct val="90000"/>
              </a:lnSpc>
              <a:spcBef>
                <a:spcPts val="600"/>
              </a:spcBef>
              <a:buFont typeface="Arial" panose="020B0604020202020204" pitchFamily="34" charset="0"/>
              <a:buChar char="•"/>
              <a:defRPr kumimoji="1" sz="1800" b="0" i="0" kern="1200">
                <a:solidFill>
                  <a:srgbClr val="013C85"/>
                </a:solidFill>
                <a:latin typeface="Yu Gothic Medium" panose="020B0400000000000000" pitchFamily="34" charset="-128"/>
                <a:ea typeface="Yu Gothic Medium"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bg1"/>
                </a:solidFill>
                <a:latin typeface="Yu Gothic Medium" panose="020B0400000000000000" pitchFamily="34" charset="-128"/>
                <a:ea typeface="Yu Gothic Medium" panose="020B0400000000000000" pitchFamily="34" charset="-128"/>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bg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600" dirty="0"/>
              <a:t>・戦略・目的（経営層向け）：国内営業部の販売戦略、システム化の</a:t>
            </a:r>
            <a:r>
              <a:rPr lang="en-US" altLang="ja-JP" sz="1600" dirty="0"/>
              <a:t>KGI/KPI</a:t>
            </a:r>
          </a:p>
          <a:p>
            <a:pPr marL="0" indent="0">
              <a:buNone/>
            </a:pPr>
            <a:r>
              <a:rPr lang="ja-JP" altLang="en-US" sz="1600" dirty="0"/>
              <a:t>・業務実態（現場向け）：簡易見積の運用ルール、施工会社への発注・支払フロー、アナログ作業の実態</a:t>
            </a:r>
          </a:p>
          <a:p>
            <a:pPr marL="0" indent="0">
              <a:buNone/>
            </a:pPr>
            <a:r>
              <a:rPr lang="ja-JP" altLang="en-US" sz="1600" dirty="0"/>
              <a:t>・システム（</a:t>
            </a:r>
            <a:r>
              <a:rPr lang="en-US" altLang="ja-JP" sz="1600" dirty="0"/>
              <a:t>IT</a:t>
            </a:r>
            <a:r>
              <a:rPr lang="ja-JP" altLang="en-US" sz="1600" dirty="0"/>
              <a:t>向け）：既存システムの連携仕様、データ形式、セキュリティ要件</a:t>
            </a:r>
          </a:p>
        </p:txBody>
      </p:sp>
    </p:spTree>
    <p:extLst>
      <p:ext uri="{BB962C8B-B14F-4D97-AF65-F5344CB8AC3E}">
        <p14:creationId xmlns:p14="http://schemas.microsoft.com/office/powerpoint/2010/main" val="20953873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782A5F4-A5CA-73B6-E155-C305E95A66DD}"/>
            </a:ext>
          </a:extLst>
        </p:cNvPr>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BB101760-8E84-FA44-A165-7D684754B4A7}"/>
              </a:ext>
            </a:extLst>
          </p:cNvPr>
          <p:cNvSpPr>
            <a:spLocks noGrp="1"/>
          </p:cNvSpPr>
          <p:nvPr>
            <p:ph type="body" sz="quarter" idx="15"/>
          </p:nvPr>
        </p:nvSpPr>
        <p:spPr>
          <a:xfrm>
            <a:off x="814918" y="1270000"/>
            <a:ext cx="10562800" cy="558800"/>
          </a:xfrm>
        </p:spPr>
        <p:txBody>
          <a:bodyPr/>
          <a:lstStyle/>
          <a:p>
            <a:pPr marL="0" indent="0">
              <a:buNone/>
            </a:pPr>
            <a:r>
              <a:rPr lang="ja-JP" altLang="en-US" sz="1800" dirty="0"/>
              <a:t>各メンバーの「責任範囲」と「成果物」に加え、レビュー・承認のルールを定義し、品質と納期を担保するようにします。</a:t>
            </a:r>
            <a:endParaRPr kumimoji="1" lang="ja-JP" altLang="en-US" sz="1800" dirty="0"/>
          </a:p>
        </p:txBody>
      </p:sp>
      <p:sp>
        <p:nvSpPr>
          <p:cNvPr id="3" name="タイトル 2">
            <a:extLst>
              <a:ext uri="{FF2B5EF4-FFF2-40B4-BE49-F238E27FC236}">
                <a16:creationId xmlns:a16="http://schemas.microsoft.com/office/drawing/2014/main" id="{4FCE646A-8F80-87BC-8363-060ED31B32A7}"/>
              </a:ext>
            </a:extLst>
          </p:cNvPr>
          <p:cNvSpPr>
            <a:spLocks noGrp="1"/>
          </p:cNvSpPr>
          <p:nvPr>
            <p:ph type="title"/>
          </p:nvPr>
        </p:nvSpPr>
        <p:spPr/>
        <p:txBody>
          <a:bodyPr/>
          <a:lstStyle/>
          <a:p>
            <a:r>
              <a:rPr lang="ja-JP" altLang="en-US" dirty="0"/>
              <a:t>役割分担表</a:t>
            </a:r>
            <a:endParaRPr kumimoji="1" lang="ja-JP" altLang="en-US" dirty="0"/>
          </a:p>
        </p:txBody>
      </p:sp>
      <p:sp>
        <p:nvSpPr>
          <p:cNvPr id="4" name="テキスト プレースホルダー 1">
            <a:extLst>
              <a:ext uri="{FF2B5EF4-FFF2-40B4-BE49-F238E27FC236}">
                <a16:creationId xmlns:a16="http://schemas.microsoft.com/office/drawing/2014/main" id="{D7726C1E-A586-0436-BC9A-322CD0E7D141}"/>
              </a:ext>
            </a:extLst>
          </p:cNvPr>
          <p:cNvSpPr txBox="1">
            <a:spLocks/>
          </p:cNvSpPr>
          <p:nvPr/>
        </p:nvSpPr>
        <p:spPr>
          <a:xfrm>
            <a:off x="814918" y="2459039"/>
            <a:ext cx="10562800" cy="3754436"/>
          </a:xfrm>
          <a:prstGeom prst="rect">
            <a:avLst/>
          </a:prstGeom>
        </p:spPr>
        <p:txBody>
          <a:bodyPr lIns="0" tIns="0" rIns="0" bIns="0">
            <a:noAutofit/>
          </a:bodyPr>
          <a:lstStyle>
            <a:lvl1pPr marL="176213" indent="-176213" algn="l" defTabSz="479968" rtl="0" eaLnBrk="1" latinLnBrk="0" hangingPunct="1">
              <a:lnSpc>
                <a:spcPct val="90000"/>
              </a:lnSpc>
              <a:spcBef>
                <a:spcPts val="600"/>
              </a:spcBef>
              <a:buFont typeface="Arial" panose="020B0604020202020204" pitchFamily="34" charset="0"/>
              <a:buChar char="•"/>
              <a:defRPr kumimoji="1" sz="2800" b="0" i="0" kern="1200">
                <a:solidFill>
                  <a:srgbClr val="013C85"/>
                </a:solidFill>
                <a:latin typeface="Yu Gothic Medium" panose="020B0400000000000000" pitchFamily="34" charset="-128"/>
                <a:ea typeface="Yu Gothic Medium" panose="020B0400000000000000" pitchFamily="34" charset="-128"/>
                <a:cs typeface="+mn-cs"/>
              </a:defRPr>
            </a:lvl1pPr>
            <a:lvl2pPr marL="442913" indent="-136525" algn="l" defTabSz="914400" rtl="0" eaLnBrk="1" latinLnBrk="0" hangingPunct="1">
              <a:lnSpc>
                <a:spcPct val="90000"/>
              </a:lnSpc>
              <a:spcBef>
                <a:spcPts val="600"/>
              </a:spcBef>
              <a:buFont typeface="Arial" panose="020B0604020202020204" pitchFamily="34" charset="0"/>
              <a:buChar char="•"/>
              <a:defRPr kumimoji="1" sz="2400" b="0" i="0" kern="1200">
                <a:solidFill>
                  <a:srgbClr val="013C85"/>
                </a:solidFill>
                <a:latin typeface="Yu Gothic Medium" panose="020B0400000000000000" pitchFamily="34" charset="-128"/>
                <a:ea typeface="Yu Gothic Medium" panose="020B0400000000000000" pitchFamily="34" charset="-128"/>
                <a:cs typeface="+mn-cs"/>
              </a:defRPr>
            </a:lvl2pPr>
            <a:lvl3pPr marL="720725" indent="-146050" algn="l" defTabSz="914400" rtl="0" eaLnBrk="1" latinLnBrk="0" hangingPunct="1">
              <a:lnSpc>
                <a:spcPct val="90000"/>
              </a:lnSpc>
              <a:spcBef>
                <a:spcPts val="600"/>
              </a:spcBef>
              <a:buFont typeface="Arial" panose="020B0604020202020204" pitchFamily="34" charset="0"/>
              <a:buChar char="•"/>
              <a:defRPr kumimoji="1" sz="2000" b="0" i="0" kern="1200">
                <a:solidFill>
                  <a:srgbClr val="013C85"/>
                </a:solidFill>
                <a:latin typeface="Yu Gothic Medium" panose="020B0400000000000000" pitchFamily="34" charset="-128"/>
                <a:ea typeface="Yu Gothic Medium" panose="020B0400000000000000" pitchFamily="34" charset="-128"/>
                <a:cs typeface="+mn-cs"/>
              </a:defRPr>
            </a:lvl3pPr>
            <a:lvl4pPr marL="989013" indent="-136525" algn="l" defTabSz="914400" rtl="0" eaLnBrk="1" latinLnBrk="0" hangingPunct="1">
              <a:lnSpc>
                <a:spcPct val="90000"/>
              </a:lnSpc>
              <a:spcBef>
                <a:spcPts val="600"/>
              </a:spcBef>
              <a:buFont typeface="Arial" panose="020B0604020202020204" pitchFamily="34" charset="0"/>
              <a:buChar char="•"/>
              <a:defRPr kumimoji="1" sz="1800" b="0" i="0" kern="1200">
                <a:solidFill>
                  <a:srgbClr val="013C85"/>
                </a:solidFill>
                <a:latin typeface="Yu Gothic Medium" panose="020B0400000000000000" pitchFamily="34" charset="-128"/>
                <a:ea typeface="Yu Gothic Medium" panose="020B0400000000000000" pitchFamily="34" charset="-128"/>
                <a:cs typeface="+mn-cs"/>
              </a:defRPr>
            </a:lvl4pPr>
            <a:lvl5pPr marL="1255713" indent="-136525" algn="l" defTabSz="914400" rtl="0" eaLnBrk="1" latinLnBrk="0" hangingPunct="1">
              <a:lnSpc>
                <a:spcPct val="90000"/>
              </a:lnSpc>
              <a:spcBef>
                <a:spcPts val="600"/>
              </a:spcBef>
              <a:buFont typeface="Arial" panose="020B0604020202020204" pitchFamily="34" charset="0"/>
              <a:buChar char="•"/>
              <a:defRPr kumimoji="1" sz="1800" b="0" i="0" kern="1200">
                <a:solidFill>
                  <a:srgbClr val="013C85"/>
                </a:solidFill>
                <a:latin typeface="Yu Gothic Medium" panose="020B0400000000000000" pitchFamily="34" charset="-128"/>
                <a:ea typeface="Yu Gothic Medium"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bg1"/>
                </a:solidFill>
                <a:latin typeface="Yu Gothic Medium" panose="020B0400000000000000" pitchFamily="34" charset="-128"/>
                <a:ea typeface="Yu Gothic Medium" panose="020B0400000000000000" pitchFamily="34" charset="-128"/>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bg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600" dirty="0"/>
              <a:t>・</a:t>
            </a:r>
            <a:r>
              <a:rPr lang="en-US" altLang="ja-JP" sz="1600" dirty="0"/>
              <a:t>PM</a:t>
            </a:r>
            <a:r>
              <a:rPr lang="ja-JP" altLang="en-US" sz="1600" dirty="0"/>
              <a:t>（伊藤）：全体計画、顧客折衝、進捗管理</a:t>
            </a:r>
          </a:p>
          <a:p>
            <a:pPr marL="0" indent="0">
              <a:buNone/>
            </a:pPr>
            <a:r>
              <a:rPr lang="ja-JP" altLang="en-US" sz="1600" dirty="0"/>
              <a:t>・メンバー（鈴木）：課題解決案策定、資料作成、現場ヒアリング</a:t>
            </a:r>
          </a:p>
          <a:p>
            <a:pPr marL="0" indent="0">
              <a:buNone/>
            </a:pPr>
            <a:r>
              <a:rPr lang="ja-JP" altLang="en-US" sz="1600" dirty="0"/>
              <a:t>・</a:t>
            </a:r>
            <a:r>
              <a:rPr lang="en-US" altLang="ja-JP" sz="1600" dirty="0"/>
              <a:t>TMC</a:t>
            </a:r>
            <a:r>
              <a:rPr lang="ja-JP" altLang="en-US" sz="1600" dirty="0"/>
              <a:t>ご担当者様：既存資料提供、関係者アサイン、成果物のレビュー・承認</a:t>
            </a:r>
          </a:p>
          <a:p>
            <a:pPr marL="0" indent="0">
              <a:buNone/>
            </a:pPr>
            <a:r>
              <a:rPr lang="en-US" altLang="ja-JP" sz="1600" dirty="0"/>
              <a:t>【</a:t>
            </a:r>
            <a:r>
              <a:rPr lang="ja-JP" altLang="en-US" sz="1600" dirty="0"/>
              <a:t>合意事項</a:t>
            </a:r>
            <a:r>
              <a:rPr lang="en-US" altLang="ja-JP" sz="1600" dirty="0"/>
              <a:t>】</a:t>
            </a:r>
          </a:p>
          <a:p>
            <a:pPr marL="0" indent="0">
              <a:buNone/>
            </a:pPr>
            <a:r>
              <a:rPr lang="en-US" altLang="ja-JP" sz="1600" dirty="0"/>
              <a:t>    </a:t>
            </a:r>
            <a:r>
              <a:rPr lang="ja-JP" altLang="en-US" sz="1600" dirty="0"/>
              <a:t>・ヒアリング手法（対面</a:t>
            </a:r>
            <a:r>
              <a:rPr lang="en-US" altLang="ja-JP" sz="1600" dirty="0"/>
              <a:t>/Web/</a:t>
            </a:r>
            <a:r>
              <a:rPr lang="ja-JP" altLang="en-US" sz="1600" dirty="0"/>
              <a:t>アンケート）の決定権</a:t>
            </a:r>
          </a:p>
          <a:p>
            <a:pPr marL="0" indent="0">
              <a:buNone/>
            </a:pPr>
            <a:r>
              <a:rPr lang="ja-JP" altLang="en-US" sz="1600" dirty="0"/>
              <a:t>    ・お客様レビューのタイミングと対象物（何をどこまで見るか）</a:t>
            </a:r>
          </a:p>
          <a:p>
            <a:pPr marL="0" indent="0">
              <a:buNone/>
            </a:pPr>
            <a:r>
              <a:rPr lang="ja-JP" altLang="en-US" sz="1600" dirty="0"/>
              <a:t>    ・承認期限の厳守（遅延時のスケジュールインパクトの共有）</a:t>
            </a:r>
          </a:p>
        </p:txBody>
      </p:sp>
    </p:spTree>
    <p:extLst>
      <p:ext uri="{BB962C8B-B14F-4D97-AF65-F5344CB8AC3E}">
        <p14:creationId xmlns:p14="http://schemas.microsoft.com/office/powerpoint/2010/main" val="16404327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BAD6EE8D-5799-BC77-1FB2-1BC97426EA1E}"/>
              </a:ext>
            </a:extLst>
          </p:cNvPr>
          <p:cNvSpPr>
            <a:spLocks noGrp="1"/>
          </p:cNvSpPr>
          <p:nvPr>
            <p:ph type="body" sz="quarter" idx="15"/>
          </p:nvPr>
        </p:nvSpPr>
        <p:spPr>
          <a:xfrm>
            <a:off x="814918" y="1270000"/>
            <a:ext cx="10562800" cy="865186"/>
          </a:xfrm>
        </p:spPr>
        <p:txBody>
          <a:bodyPr/>
          <a:lstStyle/>
          <a:p>
            <a:pPr marL="0" indent="0">
              <a:buNone/>
            </a:pPr>
            <a:r>
              <a:rPr lang="ja-JP" altLang="en-US" sz="1800" dirty="0"/>
              <a:t>「現状分析」「業務設計」「システム構想」の</a:t>
            </a:r>
            <a:r>
              <a:rPr lang="en-US" altLang="ja-JP" sz="1800" dirty="0"/>
              <a:t>3</a:t>
            </a:r>
            <a:r>
              <a:rPr lang="ja-JP" altLang="en-US" sz="1800" dirty="0"/>
              <a:t>フェーズを実行し、次期開発に向けた要件定義と概算見積までを完了させます。</a:t>
            </a:r>
            <a:endParaRPr kumimoji="1" lang="ja-JP" altLang="en-US" sz="1800" dirty="0"/>
          </a:p>
        </p:txBody>
      </p:sp>
      <p:sp>
        <p:nvSpPr>
          <p:cNvPr id="3" name="タイトル 2">
            <a:extLst>
              <a:ext uri="{FF2B5EF4-FFF2-40B4-BE49-F238E27FC236}">
                <a16:creationId xmlns:a16="http://schemas.microsoft.com/office/drawing/2014/main" id="{9E57B7B8-7D96-0B98-7D92-032432B259CD}"/>
              </a:ext>
            </a:extLst>
          </p:cNvPr>
          <p:cNvSpPr>
            <a:spLocks noGrp="1"/>
          </p:cNvSpPr>
          <p:nvPr>
            <p:ph type="title"/>
          </p:nvPr>
        </p:nvSpPr>
        <p:spPr/>
        <p:txBody>
          <a:bodyPr/>
          <a:lstStyle/>
          <a:p>
            <a:r>
              <a:rPr lang="ja-JP" altLang="en-US" dirty="0"/>
              <a:t>プロジェクトスコープ</a:t>
            </a:r>
            <a:endParaRPr kumimoji="1" lang="ja-JP" altLang="en-US" dirty="0"/>
          </a:p>
        </p:txBody>
      </p:sp>
      <p:sp>
        <p:nvSpPr>
          <p:cNvPr id="4" name="テキスト プレースホルダー 1">
            <a:extLst>
              <a:ext uri="{FF2B5EF4-FFF2-40B4-BE49-F238E27FC236}">
                <a16:creationId xmlns:a16="http://schemas.microsoft.com/office/drawing/2014/main" id="{50BCEE0D-E368-AA6C-E870-1B97EE163D51}"/>
              </a:ext>
            </a:extLst>
          </p:cNvPr>
          <p:cNvSpPr txBox="1">
            <a:spLocks/>
          </p:cNvSpPr>
          <p:nvPr/>
        </p:nvSpPr>
        <p:spPr>
          <a:xfrm>
            <a:off x="814918" y="2459039"/>
            <a:ext cx="10562800" cy="3754436"/>
          </a:xfrm>
          <a:prstGeom prst="rect">
            <a:avLst/>
          </a:prstGeom>
        </p:spPr>
        <p:txBody>
          <a:bodyPr lIns="0" tIns="0" rIns="0" bIns="0">
            <a:noAutofit/>
          </a:bodyPr>
          <a:lstStyle>
            <a:lvl1pPr marL="176213" indent="-176213" algn="l" defTabSz="479968" rtl="0" eaLnBrk="1" latinLnBrk="0" hangingPunct="1">
              <a:lnSpc>
                <a:spcPct val="90000"/>
              </a:lnSpc>
              <a:spcBef>
                <a:spcPts val="600"/>
              </a:spcBef>
              <a:buFont typeface="Arial" panose="020B0604020202020204" pitchFamily="34" charset="0"/>
              <a:buChar char="•"/>
              <a:defRPr kumimoji="1" sz="2800" b="0" i="0" kern="1200">
                <a:solidFill>
                  <a:srgbClr val="013C85"/>
                </a:solidFill>
                <a:latin typeface="Yu Gothic Medium" panose="020B0400000000000000" pitchFamily="34" charset="-128"/>
                <a:ea typeface="Yu Gothic Medium" panose="020B0400000000000000" pitchFamily="34" charset="-128"/>
                <a:cs typeface="+mn-cs"/>
              </a:defRPr>
            </a:lvl1pPr>
            <a:lvl2pPr marL="442913" indent="-136525" algn="l" defTabSz="914400" rtl="0" eaLnBrk="1" latinLnBrk="0" hangingPunct="1">
              <a:lnSpc>
                <a:spcPct val="90000"/>
              </a:lnSpc>
              <a:spcBef>
                <a:spcPts val="600"/>
              </a:spcBef>
              <a:buFont typeface="Arial" panose="020B0604020202020204" pitchFamily="34" charset="0"/>
              <a:buChar char="•"/>
              <a:defRPr kumimoji="1" sz="2400" b="0" i="0" kern="1200">
                <a:solidFill>
                  <a:srgbClr val="013C85"/>
                </a:solidFill>
                <a:latin typeface="Yu Gothic Medium" panose="020B0400000000000000" pitchFamily="34" charset="-128"/>
                <a:ea typeface="Yu Gothic Medium" panose="020B0400000000000000" pitchFamily="34" charset="-128"/>
                <a:cs typeface="+mn-cs"/>
              </a:defRPr>
            </a:lvl2pPr>
            <a:lvl3pPr marL="720725" indent="-146050" algn="l" defTabSz="914400" rtl="0" eaLnBrk="1" latinLnBrk="0" hangingPunct="1">
              <a:lnSpc>
                <a:spcPct val="90000"/>
              </a:lnSpc>
              <a:spcBef>
                <a:spcPts val="600"/>
              </a:spcBef>
              <a:buFont typeface="Arial" panose="020B0604020202020204" pitchFamily="34" charset="0"/>
              <a:buChar char="•"/>
              <a:defRPr kumimoji="1" sz="2000" b="0" i="0" kern="1200">
                <a:solidFill>
                  <a:srgbClr val="013C85"/>
                </a:solidFill>
                <a:latin typeface="Yu Gothic Medium" panose="020B0400000000000000" pitchFamily="34" charset="-128"/>
                <a:ea typeface="Yu Gothic Medium" panose="020B0400000000000000" pitchFamily="34" charset="-128"/>
                <a:cs typeface="+mn-cs"/>
              </a:defRPr>
            </a:lvl3pPr>
            <a:lvl4pPr marL="989013" indent="-136525" algn="l" defTabSz="914400" rtl="0" eaLnBrk="1" latinLnBrk="0" hangingPunct="1">
              <a:lnSpc>
                <a:spcPct val="90000"/>
              </a:lnSpc>
              <a:spcBef>
                <a:spcPts val="600"/>
              </a:spcBef>
              <a:buFont typeface="Arial" panose="020B0604020202020204" pitchFamily="34" charset="0"/>
              <a:buChar char="•"/>
              <a:defRPr kumimoji="1" sz="1800" b="0" i="0" kern="1200">
                <a:solidFill>
                  <a:srgbClr val="013C85"/>
                </a:solidFill>
                <a:latin typeface="Yu Gothic Medium" panose="020B0400000000000000" pitchFamily="34" charset="-128"/>
                <a:ea typeface="Yu Gothic Medium" panose="020B0400000000000000" pitchFamily="34" charset="-128"/>
                <a:cs typeface="+mn-cs"/>
              </a:defRPr>
            </a:lvl4pPr>
            <a:lvl5pPr marL="1255713" indent="-136525" algn="l" defTabSz="914400" rtl="0" eaLnBrk="1" latinLnBrk="0" hangingPunct="1">
              <a:lnSpc>
                <a:spcPct val="90000"/>
              </a:lnSpc>
              <a:spcBef>
                <a:spcPts val="600"/>
              </a:spcBef>
              <a:buFont typeface="Arial" panose="020B0604020202020204" pitchFamily="34" charset="0"/>
              <a:buChar char="•"/>
              <a:defRPr kumimoji="1" sz="1800" b="0" i="0" kern="1200">
                <a:solidFill>
                  <a:srgbClr val="013C85"/>
                </a:solidFill>
                <a:latin typeface="Yu Gothic Medium" panose="020B0400000000000000" pitchFamily="34" charset="-128"/>
                <a:ea typeface="Yu Gothic Medium"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bg1"/>
                </a:solidFill>
                <a:latin typeface="Yu Gothic Medium" panose="020B0400000000000000" pitchFamily="34" charset="-128"/>
                <a:ea typeface="Yu Gothic Medium" panose="020B0400000000000000" pitchFamily="34" charset="-128"/>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bg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600" dirty="0"/>
              <a:t>・</a:t>
            </a:r>
            <a:r>
              <a:rPr lang="en-US" altLang="ja-JP" sz="1600" dirty="0"/>
              <a:t>Phase1</a:t>
            </a:r>
            <a:r>
              <a:rPr lang="ja-JP" altLang="en-US" sz="1600" dirty="0"/>
              <a:t>：現状分析（</a:t>
            </a:r>
            <a:r>
              <a:rPr lang="en-US" altLang="ja-JP" sz="1600" dirty="0"/>
              <a:t>As-Is</a:t>
            </a:r>
            <a:r>
              <a:rPr lang="ja-JP" altLang="en-US" sz="1600" dirty="0"/>
              <a:t>調査、プラットフォーム選定・比較検討）</a:t>
            </a:r>
          </a:p>
          <a:p>
            <a:pPr marL="0" indent="0">
              <a:buNone/>
            </a:pPr>
            <a:r>
              <a:rPr lang="ja-JP" altLang="en-US" sz="1600" dirty="0"/>
              <a:t>・</a:t>
            </a:r>
            <a:r>
              <a:rPr lang="en-US" altLang="ja-JP" sz="1600" dirty="0"/>
              <a:t>Phase2</a:t>
            </a:r>
            <a:r>
              <a:rPr lang="ja-JP" altLang="en-US" sz="1600" dirty="0"/>
              <a:t>：業務設計（</a:t>
            </a:r>
            <a:r>
              <a:rPr lang="en-US" altLang="ja-JP" sz="1600" dirty="0"/>
              <a:t>To-Be</a:t>
            </a:r>
            <a:r>
              <a:rPr lang="ja-JP" altLang="en-US" sz="1600" dirty="0"/>
              <a:t>フロー、機能要件、</a:t>
            </a:r>
            <a:r>
              <a:rPr lang="en-US" altLang="ja-JP" sz="1600" dirty="0"/>
              <a:t>UI/UX</a:t>
            </a:r>
            <a:r>
              <a:rPr lang="ja-JP" altLang="en-US" sz="1600" dirty="0"/>
              <a:t>設計）</a:t>
            </a:r>
          </a:p>
          <a:p>
            <a:pPr marL="0" indent="0">
              <a:buNone/>
            </a:pPr>
            <a:r>
              <a:rPr lang="ja-JP" altLang="en-US" sz="1600" dirty="0"/>
              <a:t>・</a:t>
            </a:r>
            <a:r>
              <a:rPr lang="en-US" altLang="ja-JP" sz="1600" dirty="0"/>
              <a:t>Phase3</a:t>
            </a:r>
            <a:r>
              <a:rPr lang="ja-JP" altLang="en-US" sz="1600" dirty="0"/>
              <a:t>：システム構想（アーキテクチャ、データモデル、開発計画）</a:t>
            </a:r>
          </a:p>
          <a:p>
            <a:pPr marL="0" indent="0">
              <a:buNone/>
            </a:pPr>
            <a:endParaRPr lang="ja-JP" altLang="en-US" sz="1600" dirty="0"/>
          </a:p>
          <a:p>
            <a:pPr marL="0" indent="0">
              <a:buNone/>
            </a:pPr>
            <a:r>
              <a:rPr lang="en-US" altLang="ja-JP" sz="1600" dirty="0"/>
              <a:t>【</a:t>
            </a:r>
            <a:r>
              <a:rPr lang="ja-JP" altLang="en-US" sz="1600" dirty="0"/>
              <a:t>留意事項</a:t>
            </a:r>
            <a:r>
              <a:rPr lang="en-US" altLang="ja-JP" sz="1600" dirty="0"/>
              <a:t>】</a:t>
            </a:r>
          </a:p>
          <a:p>
            <a:pPr marL="0" indent="0">
              <a:buNone/>
            </a:pPr>
            <a:r>
              <a:rPr lang="ja-JP" altLang="en-US" sz="1600" dirty="0"/>
              <a:t>・</a:t>
            </a:r>
            <a:r>
              <a:rPr lang="en-US" altLang="ja-JP" sz="1600" dirty="0"/>
              <a:t>As-Is</a:t>
            </a:r>
            <a:r>
              <a:rPr lang="ja-JP" altLang="en-US" sz="1600" dirty="0"/>
              <a:t>調査の結果により、</a:t>
            </a:r>
            <a:r>
              <a:rPr lang="en-US" altLang="ja-JP" sz="1600" dirty="0"/>
              <a:t>Phase2</a:t>
            </a:r>
            <a:r>
              <a:rPr lang="ja-JP" altLang="en-US" sz="1600" dirty="0"/>
              <a:t>以降の検討内容や優先順位が変動する可能性があります。</a:t>
            </a:r>
          </a:p>
          <a:p>
            <a:pPr marL="0" indent="0">
              <a:buNone/>
            </a:pPr>
            <a:r>
              <a:rPr lang="ja-JP" altLang="en-US" sz="1600" dirty="0"/>
              <a:t>・</a:t>
            </a:r>
            <a:r>
              <a:rPr lang="en-US" altLang="ja-JP" sz="1600" dirty="0"/>
              <a:t>3</a:t>
            </a:r>
            <a:r>
              <a:rPr lang="ja-JP" altLang="en-US" sz="1600" dirty="0"/>
              <a:t>月末の納期厳守を目指しますが、追加要件の発生状況によってはスケジュール調整が必要になる可能性がある点を予めご了承ください。</a:t>
            </a:r>
          </a:p>
        </p:txBody>
      </p:sp>
      <p:sp>
        <p:nvSpPr>
          <p:cNvPr id="5" name="正方形/長方形 4">
            <a:extLst>
              <a:ext uri="{FF2B5EF4-FFF2-40B4-BE49-F238E27FC236}">
                <a16:creationId xmlns:a16="http://schemas.microsoft.com/office/drawing/2014/main" id="{C4E72ECF-CF8D-77D3-3786-552B149D6B97}"/>
              </a:ext>
            </a:extLst>
          </p:cNvPr>
          <p:cNvSpPr/>
          <p:nvPr/>
        </p:nvSpPr>
        <p:spPr>
          <a:xfrm>
            <a:off x="3120324" y="-1816673"/>
            <a:ext cx="4277534" cy="167381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以前の提案資料の４～５ページをそのまま入れてもいいのかと思ったのですがいかがでしょうか？</a:t>
            </a:r>
          </a:p>
        </p:txBody>
      </p:sp>
    </p:spTree>
    <p:extLst>
      <p:ext uri="{BB962C8B-B14F-4D97-AF65-F5344CB8AC3E}">
        <p14:creationId xmlns:p14="http://schemas.microsoft.com/office/powerpoint/2010/main" val="42621600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2BD6EF0-2A81-5605-899D-B3D53582735D}"/>
            </a:ext>
          </a:extLst>
        </p:cNvPr>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BC1E8E02-410B-FB3E-7184-8520BE2C03AD}"/>
              </a:ext>
            </a:extLst>
          </p:cNvPr>
          <p:cNvSpPr>
            <a:spLocks noGrp="1"/>
          </p:cNvSpPr>
          <p:nvPr>
            <p:ph type="body" sz="quarter" idx="15"/>
          </p:nvPr>
        </p:nvSpPr>
        <p:spPr>
          <a:xfrm>
            <a:off x="814918" y="1270000"/>
            <a:ext cx="10562800" cy="865186"/>
          </a:xfrm>
        </p:spPr>
        <p:txBody>
          <a:bodyPr/>
          <a:lstStyle/>
          <a:p>
            <a:pPr marL="0" indent="0">
              <a:buNone/>
            </a:pPr>
            <a:r>
              <a:rPr lang="en-US" altLang="ja-JP" sz="1800" dirty="0"/>
              <a:t>1</a:t>
            </a:r>
            <a:r>
              <a:rPr lang="ja-JP" altLang="en-US" sz="1800" dirty="0"/>
              <a:t>月第</a:t>
            </a:r>
            <a:r>
              <a:rPr lang="en-US" altLang="ja-JP" sz="1800" dirty="0"/>
              <a:t>5</a:t>
            </a:r>
            <a:r>
              <a:rPr lang="ja-JP" altLang="en-US" sz="1800" dirty="0"/>
              <a:t>週よりプロジェクトを開始し、</a:t>
            </a:r>
            <a:r>
              <a:rPr lang="en-US" altLang="ja-JP" sz="1800" dirty="0"/>
              <a:t>3</a:t>
            </a:r>
            <a:r>
              <a:rPr lang="ja-JP" altLang="en-US" sz="1800" dirty="0"/>
              <a:t>月第</a:t>
            </a:r>
            <a:r>
              <a:rPr lang="en-US" altLang="ja-JP" sz="1800" dirty="0"/>
              <a:t>3</a:t>
            </a:r>
            <a:r>
              <a:rPr lang="ja-JP" altLang="en-US" sz="1800" dirty="0"/>
              <a:t>週の最終報告を目指す。ただし、</a:t>
            </a:r>
            <a:r>
              <a:rPr lang="en-US" altLang="ja-JP" sz="1800" dirty="0"/>
              <a:t>9</a:t>
            </a:r>
            <a:r>
              <a:rPr lang="ja-JP" altLang="en-US" sz="1800" dirty="0"/>
              <a:t>月リリースに向けた「システム化構想」については、ヒアリングによる要件精査を優先し、</a:t>
            </a:r>
            <a:r>
              <a:rPr lang="en-US" altLang="ja-JP" sz="1800" dirty="0"/>
              <a:t>4</a:t>
            </a:r>
            <a:r>
              <a:rPr lang="ja-JP" altLang="en-US" sz="1800" dirty="0"/>
              <a:t>月への延伸も柔軟に検討する。</a:t>
            </a:r>
            <a:endParaRPr kumimoji="1" lang="ja-JP" altLang="en-US" sz="1800" dirty="0"/>
          </a:p>
        </p:txBody>
      </p:sp>
      <p:sp>
        <p:nvSpPr>
          <p:cNvPr id="3" name="タイトル 2">
            <a:extLst>
              <a:ext uri="{FF2B5EF4-FFF2-40B4-BE49-F238E27FC236}">
                <a16:creationId xmlns:a16="http://schemas.microsoft.com/office/drawing/2014/main" id="{011FF1FC-E91D-508F-3E15-F462B48B25EC}"/>
              </a:ext>
            </a:extLst>
          </p:cNvPr>
          <p:cNvSpPr>
            <a:spLocks noGrp="1"/>
          </p:cNvSpPr>
          <p:nvPr>
            <p:ph type="title"/>
          </p:nvPr>
        </p:nvSpPr>
        <p:spPr/>
        <p:txBody>
          <a:bodyPr/>
          <a:lstStyle/>
          <a:p>
            <a:r>
              <a:rPr lang="ja-JP" altLang="en-US" dirty="0"/>
              <a:t>全体スケジュール・</a:t>
            </a:r>
            <a:r>
              <a:rPr lang="en-US" altLang="ja-JP" dirty="0"/>
              <a:t>WBS</a:t>
            </a:r>
            <a:endParaRPr kumimoji="1" lang="ja-JP" altLang="en-US" dirty="0"/>
          </a:p>
        </p:txBody>
      </p:sp>
      <p:sp>
        <p:nvSpPr>
          <p:cNvPr id="4" name="テキスト プレースホルダー 1">
            <a:extLst>
              <a:ext uri="{FF2B5EF4-FFF2-40B4-BE49-F238E27FC236}">
                <a16:creationId xmlns:a16="http://schemas.microsoft.com/office/drawing/2014/main" id="{9B888A3B-D1ED-4175-04A0-F89DF850F687}"/>
              </a:ext>
            </a:extLst>
          </p:cNvPr>
          <p:cNvSpPr txBox="1">
            <a:spLocks/>
          </p:cNvSpPr>
          <p:nvPr/>
        </p:nvSpPr>
        <p:spPr>
          <a:xfrm>
            <a:off x="814918" y="2459039"/>
            <a:ext cx="10562800" cy="3754436"/>
          </a:xfrm>
          <a:prstGeom prst="rect">
            <a:avLst/>
          </a:prstGeom>
        </p:spPr>
        <p:txBody>
          <a:bodyPr lIns="0" tIns="0" rIns="0" bIns="0">
            <a:noAutofit/>
          </a:bodyPr>
          <a:lstStyle>
            <a:lvl1pPr marL="176213" indent="-176213" algn="l" defTabSz="479968" rtl="0" eaLnBrk="1" latinLnBrk="0" hangingPunct="1">
              <a:lnSpc>
                <a:spcPct val="90000"/>
              </a:lnSpc>
              <a:spcBef>
                <a:spcPts val="600"/>
              </a:spcBef>
              <a:buFont typeface="Arial" panose="020B0604020202020204" pitchFamily="34" charset="0"/>
              <a:buChar char="•"/>
              <a:defRPr kumimoji="1" sz="2800" b="0" i="0" kern="1200">
                <a:solidFill>
                  <a:srgbClr val="013C85"/>
                </a:solidFill>
                <a:latin typeface="Yu Gothic Medium" panose="020B0400000000000000" pitchFamily="34" charset="-128"/>
                <a:ea typeface="Yu Gothic Medium" panose="020B0400000000000000" pitchFamily="34" charset="-128"/>
                <a:cs typeface="+mn-cs"/>
              </a:defRPr>
            </a:lvl1pPr>
            <a:lvl2pPr marL="442913" indent="-136525" algn="l" defTabSz="914400" rtl="0" eaLnBrk="1" latinLnBrk="0" hangingPunct="1">
              <a:lnSpc>
                <a:spcPct val="90000"/>
              </a:lnSpc>
              <a:spcBef>
                <a:spcPts val="600"/>
              </a:spcBef>
              <a:buFont typeface="Arial" panose="020B0604020202020204" pitchFamily="34" charset="0"/>
              <a:buChar char="•"/>
              <a:defRPr kumimoji="1" sz="2400" b="0" i="0" kern="1200">
                <a:solidFill>
                  <a:srgbClr val="013C85"/>
                </a:solidFill>
                <a:latin typeface="Yu Gothic Medium" panose="020B0400000000000000" pitchFamily="34" charset="-128"/>
                <a:ea typeface="Yu Gothic Medium" panose="020B0400000000000000" pitchFamily="34" charset="-128"/>
                <a:cs typeface="+mn-cs"/>
              </a:defRPr>
            </a:lvl2pPr>
            <a:lvl3pPr marL="720725" indent="-146050" algn="l" defTabSz="914400" rtl="0" eaLnBrk="1" latinLnBrk="0" hangingPunct="1">
              <a:lnSpc>
                <a:spcPct val="90000"/>
              </a:lnSpc>
              <a:spcBef>
                <a:spcPts val="600"/>
              </a:spcBef>
              <a:buFont typeface="Arial" panose="020B0604020202020204" pitchFamily="34" charset="0"/>
              <a:buChar char="•"/>
              <a:defRPr kumimoji="1" sz="2000" b="0" i="0" kern="1200">
                <a:solidFill>
                  <a:srgbClr val="013C85"/>
                </a:solidFill>
                <a:latin typeface="Yu Gothic Medium" panose="020B0400000000000000" pitchFamily="34" charset="-128"/>
                <a:ea typeface="Yu Gothic Medium" panose="020B0400000000000000" pitchFamily="34" charset="-128"/>
                <a:cs typeface="+mn-cs"/>
              </a:defRPr>
            </a:lvl3pPr>
            <a:lvl4pPr marL="989013" indent="-136525" algn="l" defTabSz="914400" rtl="0" eaLnBrk="1" latinLnBrk="0" hangingPunct="1">
              <a:lnSpc>
                <a:spcPct val="90000"/>
              </a:lnSpc>
              <a:spcBef>
                <a:spcPts val="600"/>
              </a:spcBef>
              <a:buFont typeface="Arial" panose="020B0604020202020204" pitchFamily="34" charset="0"/>
              <a:buChar char="•"/>
              <a:defRPr kumimoji="1" sz="1800" b="0" i="0" kern="1200">
                <a:solidFill>
                  <a:srgbClr val="013C85"/>
                </a:solidFill>
                <a:latin typeface="Yu Gothic Medium" panose="020B0400000000000000" pitchFamily="34" charset="-128"/>
                <a:ea typeface="Yu Gothic Medium" panose="020B0400000000000000" pitchFamily="34" charset="-128"/>
                <a:cs typeface="+mn-cs"/>
              </a:defRPr>
            </a:lvl4pPr>
            <a:lvl5pPr marL="1255713" indent="-136525" algn="l" defTabSz="914400" rtl="0" eaLnBrk="1" latinLnBrk="0" hangingPunct="1">
              <a:lnSpc>
                <a:spcPct val="90000"/>
              </a:lnSpc>
              <a:spcBef>
                <a:spcPts val="600"/>
              </a:spcBef>
              <a:buFont typeface="Arial" panose="020B0604020202020204" pitchFamily="34" charset="0"/>
              <a:buChar char="•"/>
              <a:defRPr kumimoji="1" sz="1800" b="0" i="0" kern="1200">
                <a:solidFill>
                  <a:srgbClr val="013C85"/>
                </a:solidFill>
                <a:latin typeface="Yu Gothic Medium" panose="020B0400000000000000" pitchFamily="34" charset="-128"/>
                <a:ea typeface="Yu Gothic Medium"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bg1"/>
                </a:solidFill>
                <a:latin typeface="Yu Gothic Medium" panose="020B0400000000000000" pitchFamily="34" charset="-128"/>
                <a:ea typeface="Yu Gothic Medium" panose="020B0400000000000000" pitchFamily="34" charset="-128"/>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bg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600" dirty="0"/>
              <a:t>■ 主要マイルストーンと進行方針</a:t>
            </a:r>
          </a:p>
          <a:p>
            <a:r>
              <a:rPr lang="ja-JP" altLang="en-US" sz="1600" dirty="0"/>
              <a:t>キックオフ </a:t>
            </a:r>
            <a:r>
              <a:rPr lang="en-US" altLang="ja-JP" sz="1600" dirty="0"/>
              <a:t>1</a:t>
            </a:r>
            <a:r>
              <a:rPr lang="ja-JP" altLang="en-US" sz="1600" dirty="0"/>
              <a:t>月第</a:t>
            </a:r>
            <a:r>
              <a:rPr lang="en-US" altLang="ja-JP" sz="1600" dirty="0"/>
              <a:t>5</a:t>
            </a:r>
            <a:r>
              <a:rPr lang="ja-JP" altLang="en-US" sz="1600" dirty="0"/>
              <a:t>週</a:t>
            </a:r>
          </a:p>
          <a:p>
            <a:r>
              <a:rPr lang="ja-JP" altLang="en-US" sz="1600" dirty="0"/>
              <a:t>最終報告 </a:t>
            </a:r>
            <a:r>
              <a:rPr lang="en-US" altLang="ja-JP" sz="1600" dirty="0"/>
              <a:t>: 3</a:t>
            </a:r>
            <a:r>
              <a:rPr lang="ja-JP" altLang="en-US" sz="1600" dirty="0"/>
              <a:t>月第</a:t>
            </a:r>
            <a:r>
              <a:rPr lang="en-US" altLang="ja-JP" sz="1600" dirty="0"/>
              <a:t>16</a:t>
            </a:r>
            <a:r>
              <a:rPr lang="ja-JP" altLang="en-US" sz="1600" dirty="0"/>
              <a:t>週（現状分析～方針策定の結果報告）</a:t>
            </a:r>
          </a:p>
          <a:p>
            <a:r>
              <a:rPr lang="ja-JP" altLang="en-US" sz="1600" dirty="0"/>
              <a:t>システム化構想の扱いに</a:t>
            </a:r>
            <a:r>
              <a:rPr lang="en-US" altLang="ja-JP" sz="1600" dirty="0"/>
              <a:t>:</a:t>
            </a:r>
          </a:p>
          <a:p>
            <a:pPr lvl="1"/>
            <a:r>
              <a:rPr lang="ja-JP" altLang="en-US" sz="1600" dirty="0"/>
              <a:t>目標</a:t>
            </a:r>
            <a:r>
              <a:rPr lang="en-US" altLang="ja-JP" sz="1600" dirty="0"/>
              <a:t>: 9</a:t>
            </a:r>
            <a:r>
              <a:rPr lang="ja-JP" altLang="en-US" sz="1600" dirty="0"/>
              <a:t>月のシステムリリースを見据え、当初計画では</a:t>
            </a:r>
            <a:r>
              <a:rPr lang="en-US" altLang="ja-JP" sz="1600" dirty="0"/>
              <a:t>3</a:t>
            </a:r>
            <a:r>
              <a:rPr lang="ja-JP" altLang="en-US" sz="1600" dirty="0"/>
              <a:t>月末つでの構想完了を予定。</a:t>
            </a:r>
          </a:p>
          <a:p>
            <a:pPr lvl="1"/>
            <a:r>
              <a:rPr lang="ja-JP" altLang="en-US" sz="1600" dirty="0"/>
              <a:t>リスク対策</a:t>
            </a:r>
            <a:r>
              <a:rPr lang="en-US" altLang="ja-JP" sz="1600" dirty="0"/>
              <a:t>: </a:t>
            </a:r>
            <a:r>
              <a:rPr lang="ja-JP" altLang="en-US" sz="1600" dirty="0"/>
              <a:t>本プロジェクトは短期間での遂行となりますが、リリースの手戻りを防ぐため、現場ヒアリング（現状分析）の深掘りを最優先事項とします。</a:t>
            </a:r>
          </a:p>
          <a:p>
            <a:pPr lvl="1"/>
            <a:r>
              <a:rPr lang="ja-JP" altLang="en-US" sz="1600" dirty="0"/>
              <a:t>合意事項</a:t>
            </a:r>
            <a:r>
              <a:rPr lang="en-US" altLang="ja-JP" sz="1600" dirty="0"/>
              <a:t>: </a:t>
            </a:r>
            <a:r>
              <a:rPr lang="ja-JP" altLang="en-US" sz="1600" dirty="0"/>
              <a:t>ヒアリングにより複雑な要件や課題が判明した場合、無理に</a:t>
            </a:r>
            <a:r>
              <a:rPr lang="en-US" altLang="ja-JP" sz="1600" dirty="0"/>
              <a:t>3</a:t>
            </a:r>
            <a:r>
              <a:rPr lang="ja-JP" altLang="en-US" sz="1600" dirty="0"/>
              <a:t>月中に構想を締め切らず、</a:t>
            </a:r>
            <a:r>
              <a:rPr lang="en-US" altLang="ja-JP" sz="1600" dirty="0"/>
              <a:t>4</a:t>
            </a:r>
            <a:r>
              <a:rPr lang="ja-JP" altLang="en-US" sz="1600" dirty="0"/>
              <a:t>月へ検討期間を確保（スライド）する可能性をあらかじめ視野に入れて進行します。</a:t>
            </a:r>
          </a:p>
        </p:txBody>
      </p:sp>
      <p:sp>
        <p:nvSpPr>
          <p:cNvPr id="5" name="正方形/長方形 4">
            <a:extLst>
              <a:ext uri="{FF2B5EF4-FFF2-40B4-BE49-F238E27FC236}">
                <a16:creationId xmlns:a16="http://schemas.microsoft.com/office/drawing/2014/main" id="{4851590D-C571-0558-0167-079F837DADA4}"/>
              </a:ext>
            </a:extLst>
          </p:cNvPr>
          <p:cNvSpPr/>
          <p:nvPr/>
        </p:nvSpPr>
        <p:spPr>
          <a:xfrm>
            <a:off x="11379200" y="4530614"/>
            <a:ext cx="3937989" cy="14413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言い方は太田さんと相談</a:t>
            </a:r>
            <a:endParaRPr kumimoji="1" lang="en-US" altLang="ja-JP" dirty="0"/>
          </a:p>
        </p:txBody>
      </p:sp>
      <p:sp>
        <p:nvSpPr>
          <p:cNvPr id="6" name="正方形/長方形 5">
            <a:extLst>
              <a:ext uri="{FF2B5EF4-FFF2-40B4-BE49-F238E27FC236}">
                <a16:creationId xmlns:a16="http://schemas.microsoft.com/office/drawing/2014/main" id="{D748EC4E-8EF2-D847-DE93-8F0CD211850E}"/>
              </a:ext>
            </a:extLst>
          </p:cNvPr>
          <p:cNvSpPr/>
          <p:nvPr/>
        </p:nvSpPr>
        <p:spPr>
          <a:xfrm>
            <a:off x="814919" y="6830180"/>
            <a:ext cx="6086692" cy="14413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言い方は太田さんと相談</a:t>
            </a:r>
            <a:endParaRPr kumimoji="1" lang="en-US" altLang="ja-JP" dirty="0"/>
          </a:p>
        </p:txBody>
      </p:sp>
    </p:spTree>
    <p:extLst>
      <p:ext uri="{BB962C8B-B14F-4D97-AF65-F5344CB8AC3E}">
        <p14:creationId xmlns:p14="http://schemas.microsoft.com/office/powerpoint/2010/main" val="2752381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96" descr="CS1_p3C">
            <a:extLst>
              <a:ext uri="{FF2B5EF4-FFF2-40B4-BE49-F238E27FC236}">
                <a16:creationId xmlns:a16="http://schemas.microsoft.com/office/drawing/2014/main" id="{B7742B5C-659C-44C4-AEF5-2B9543BA4C4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27748" y="2996952"/>
            <a:ext cx="4253459" cy="1139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76304321"/>
      </p:ext>
    </p:extLst>
  </p:cSld>
  <p:clrMapOvr>
    <a:masterClrMapping/>
  </p:clrMapOvr>
</p:sld>
</file>

<file path=ppt/theme/theme1.xml><?xml version="1.0" encoding="utf-8"?>
<a:theme xmlns:a="http://schemas.openxmlformats.org/drawingml/2006/main" name="2025_White_ver.1">
  <a:themeElements>
    <a:clrScheme name="ユーザー定義 59">
      <a:dk1>
        <a:srgbClr val="003D86"/>
      </a:dk1>
      <a:lt1>
        <a:srgbClr val="FFFFFF"/>
      </a:lt1>
      <a:dk2>
        <a:srgbClr val="003D86"/>
      </a:dk2>
      <a:lt2>
        <a:srgbClr val="000000"/>
      </a:lt2>
      <a:accent1>
        <a:srgbClr val="005CCA"/>
      </a:accent1>
      <a:accent2>
        <a:srgbClr val="01B1C9"/>
      </a:accent2>
      <a:accent3>
        <a:srgbClr val="009244"/>
      </a:accent3>
      <a:accent4>
        <a:srgbClr val="FFFF00"/>
      </a:accent4>
      <a:accent5>
        <a:srgbClr val="E80000"/>
      </a:accent5>
      <a:accent6>
        <a:srgbClr val="000000"/>
      </a:accent6>
      <a:hlink>
        <a:srgbClr val="4C8DDA"/>
      </a:hlink>
      <a:folHlink>
        <a:srgbClr val="98BEE9"/>
      </a:folHlink>
    </a:clrScheme>
    <a:fontScheme name="ユーザー定義 1">
      <a:majorFont>
        <a:latin typeface="游ゴシック Medium"/>
        <a:ea typeface="游ゴシック Medium"/>
        <a:cs typeface=""/>
      </a:majorFont>
      <a:minorFont>
        <a:latin typeface="游ゴシック Medium"/>
        <a:ea typeface="游ゴシック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kumimoji="1" dirty="0" smtClean="0"/>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tx2"/>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025_BusinessPromise_ver.1">
  <a:themeElements>
    <a:clrScheme name="ユーザー定義 23">
      <a:dk1>
        <a:srgbClr val="003D86"/>
      </a:dk1>
      <a:lt1>
        <a:srgbClr val="FFFFFF"/>
      </a:lt1>
      <a:dk2>
        <a:srgbClr val="003D86"/>
      </a:dk2>
      <a:lt2>
        <a:srgbClr val="FFFFFF"/>
      </a:lt2>
      <a:accent1>
        <a:srgbClr val="005CCA"/>
      </a:accent1>
      <a:accent2>
        <a:srgbClr val="43AF86"/>
      </a:accent2>
      <a:accent3>
        <a:srgbClr val="E39A49"/>
      </a:accent3>
      <a:accent4>
        <a:srgbClr val="A961BF"/>
      </a:accent4>
      <a:accent5>
        <a:srgbClr val="C2C2C2"/>
      </a:accent5>
      <a:accent6>
        <a:srgbClr val="EE5454"/>
      </a:accent6>
      <a:hlink>
        <a:srgbClr val="4C8DDA"/>
      </a:hlink>
      <a:folHlink>
        <a:srgbClr val="99BEEA"/>
      </a:folHlink>
    </a:clrScheme>
    <a:fontScheme name="ユーザー定義 1">
      <a:majorFont>
        <a:latin typeface="游ゴシック Medium"/>
        <a:ea typeface="游ゴシック Medium"/>
        <a:cs typeface=""/>
      </a:majorFont>
      <a:minorFont>
        <a:latin typeface="游ゴシック Medium"/>
        <a:ea typeface="游ゴシック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kumimoji="1" dirty="0">
            <a:latin typeface="游ゴシック" panose="020B0400000000000000" pitchFamily="50" charset="-128"/>
            <a:ea typeface="游ゴシック" panose="020B0400000000000000" pitchFamily="50" charset="-128"/>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kumimoji="1" dirty="0" smtClean="0">
            <a:solidFill>
              <a:schemeClr val="bg1"/>
            </a:solidFill>
            <a:latin typeface="游ゴシック" panose="020B0400000000000000" pitchFamily="50" charset="-128"/>
            <a:ea typeface="游ゴシック" panose="020B0400000000000000" pitchFamily="50"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5d54735c-8563-480c-aa17-13e507c6fcf6" xsi:nil="true"/>
    <lcf76f155ced4ddcb4097134ff3c332f xmlns="768ecba8-f556-413e-93cf-a669b10e85e2">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CAA98F3332D97A45A4456E8DA039AEBC" ma:contentTypeVersion="12" ma:contentTypeDescription="新しいドキュメントを作成します。" ma:contentTypeScope="" ma:versionID="3dc0a0df5570a37c5752652cd0607706">
  <xsd:schema xmlns:xsd="http://www.w3.org/2001/XMLSchema" xmlns:xs="http://www.w3.org/2001/XMLSchema" xmlns:p="http://schemas.microsoft.com/office/2006/metadata/properties" xmlns:ns2="768ecba8-f556-413e-93cf-a669b10e85e2" xmlns:ns3="5d54735c-8563-480c-aa17-13e507c6fcf6" targetNamespace="http://schemas.microsoft.com/office/2006/metadata/properties" ma:root="true" ma:fieldsID="5f1a1c0fd865a19a72e4cf3288e2496f" ns2:_="" ns3:_="">
    <xsd:import namespace="768ecba8-f556-413e-93cf-a669b10e85e2"/>
    <xsd:import namespace="5d54735c-8563-480c-aa17-13e507c6fcf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68ecba8-f556-413e-93cf-a669b10e85e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6bc6290a-8cd6-4a27-9e67-61465016fcd5"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5d54735c-8563-480c-aa17-13e507c6fcf6"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da389499-0d15-4af5-a8f8-3328c899a89d}" ma:internalName="TaxCatchAll" ma:showField="CatchAllData" ma:web="5d54735c-8563-480c-aa17-13e507c6fcf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FFB5523-FEB7-4908-9109-C2FCB7452423}">
  <ds:schemaRefs>
    <ds:schemaRef ds:uri="http://purl.org/dc/terms/"/>
    <ds:schemaRef ds:uri="http://schemas.microsoft.com/office/2006/documentManagement/types"/>
    <ds:schemaRef ds:uri="http://schemas.microsoft.com/office/infopath/2007/PartnerControls"/>
    <ds:schemaRef ds:uri="http://purl.org/dc/elements/1.1/"/>
    <ds:schemaRef ds:uri="5d54735c-8563-480c-aa17-13e507c6fcf6"/>
    <ds:schemaRef ds:uri="http://schemas.openxmlformats.org/package/2006/metadata/core-properties"/>
    <ds:schemaRef ds:uri="http://www.w3.org/XML/1998/namespace"/>
    <ds:schemaRef ds:uri="768ecba8-f556-413e-93cf-a669b10e85e2"/>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458AE83B-8FBF-46E4-95C5-6FC34C176263}">
  <ds:schemaRefs>
    <ds:schemaRef ds:uri="http://schemas.microsoft.com/sharepoint/v3/contenttype/forms"/>
  </ds:schemaRefs>
</ds:datastoreItem>
</file>

<file path=customXml/itemProps3.xml><?xml version="1.0" encoding="utf-8"?>
<ds:datastoreItem xmlns:ds="http://schemas.openxmlformats.org/officeDocument/2006/customXml" ds:itemID="{0A37D949-F58B-46E7-A735-9E9A7DB1175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68ecba8-f556-413e-93cf-a669b10e85e2"/>
    <ds:schemaRef ds:uri="5d54735c-8563-480c-aa17-13e507c6fcf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194081354</TotalTime>
  <Words>5118</Words>
  <Application>Microsoft Office PowerPoint</Application>
  <PresentationFormat>ワイド画面</PresentationFormat>
  <Paragraphs>689</Paragraphs>
  <Slides>22</Slides>
  <Notes>19</Notes>
  <HiddenSlides>6</HiddenSlides>
  <MMClips>0</MMClips>
  <ScaleCrop>false</ScaleCrop>
  <HeadingPairs>
    <vt:vector size="6" baseType="variant">
      <vt:variant>
        <vt:lpstr>使用されているフォント</vt:lpstr>
      </vt:variant>
      <vt:variant>
        <vt:i4>11</vt:i4>
      </vt:variant>
      <vt:variant>
        <vt:lpstr>テーマ</vt:lpstr>
      </vt:variant>
      <vt:variant>
        <vt:i4>2</vt:i4>
      </vt:variant>
      <vt:variant>
        <vt:lpstr>スライド タイトル</vt:lpstr>
      </vt:variant>
      <vt:variant>
        <vt:i4>22</vt:i4>
      </vt:variant>
    </vt:vector>
  </HeadingPairs>
  <TitlesOfParts>
    <vt:vector size="35" baseType="lpstr">
      <vt:lpstr>(日本語用のフォントを使用)</vt:lpstr>
      <vt:lpstr>Meiryo UI</vt:lpstr>
      <vt:lpstr>ＭＳ Ｐゴシック</vt:lpstr>
      <vt:lpstr>Yu Gothic UI</vt:lpstr>
      <vt:lpstr>游ゴシック</vt:lpstr>
      <vt:lpstr>游ゴシック</vt:lpstr>
      <vt:lpstr>游ゴシック Medium</vt:lpstr>
      <vt:lpstr>游ゴシック Medium</vt:lpstr>
      <vt:lpstr>Arial</vt:lpstr>
      <vt:lpstr>Times New Roman</vt:lpstr>
      <vt:lpstr>Wingdings</vt:lpstr>
      <vt:lpstr>2025_White_ver.1</vt:lpstr>
      <vt:lpstr>2025_BusinessPromise_ver.1</vt:lpstr>
      <vt:lpstr>充電器販売・施工 システム開発プロジェクト　</vt:lpstr>
      <vt:lpstr>本日のアジェンダ</vt:lpstr>
      <vt:lpstr>1.背景と目的 : EV自動車を取り巻く市場動向 </vt:lpstr>
      <vt:lpstr>2.ロードマップ(1/2) </vt:lpstr>
      <vt:lpstr>2.ロードマップ(2/2)</vt:lpstr>
      <vt:lpstr>全体スケジュール・WBS</vt:lpstr>
      <vt:lpstr>フェーズ別の作成物と役割分担(1/2)</vt:lpstr>
      <vt:lpstr>フェーズ別の作成物と役割分担(2/2)</vt:lpstr>
      <vt:lpstr>現状分析の目的</vt:lpstr>
      <vt:lpstr>直近4週間の進め方</vt:lpstr>
      <vt:lpstr>推進体制</vt:lpstr>
      <vt:lpstr>会議体・コミュニケーションライン（ステコミ含む）(1/2) </vt:lpstr>
      <vt:lpstr>会議体・コミュニケーションライン（ステコミ含む）(2/2)</vt:lpstr>
      <vt:lpstr>今後のアクション・依頼事項</vt:lpstr>
      <vt:lpstr>Appendix：ヒアリング項目（要点）</vt:lpstr>
      <vt:lpstr>Appendix：ヒアリング項目（要点）</vt:lpstr>
      <vt:lpstr>Appendix：ヒアリングシート（詳細版・別紙）</vt:lpstr>
      <vt:lpstr>ヒアリングシート (調査項目一覧)</vt:lpstr>
      <vt:lpstr>役割分担表</vt:lpstr>
      <vt:lpstr>プロジェクトスコープ</vt:lpstr>
      <vt:lpstr>全体スケジュール・WBS</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Yuma Mitsui</dc:creator>
  <cp:lastModifiedBy>鈴木　晴勝</cp:lastModifiedBy>
  <cp:revision>261</cp:revision>
  <dcterms:created xsi:type="dcterms:W3CDTF">2025-02-21T11:36:23Z</dcterms:created>
  <dcterms:modified xsi:type="dcterms:W3CDTF">2026-01-08T00:04:42Z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0x010100CAA98F3332D97A45A4456E8DA039AEBC</vt:lpwstr>
  </property>
  <property fmtid="{D5CDD505-2E9C-101B-9397-08002B2CF9AE}" pid="4" name="MSIP_Label_babb27ca-7868-470c-8d5b-74df37759162_Enabled">
    <vt:lpwstr>true</vt:lpwstr>
  </property>
  <property fmtid="{D5CDD505-2E9C-101B-9397-08002B2CF9AE}" pid="5" name="MSIP_Label_babb27ca-7868-470c-8d5b-74df37759162_SetDate">
    <vt:lpwstr>2026-01-08T00:04:42Z</vt:lpwstr>
  </property>
  <property fmtid="{D5CDD505-2E9C-101B-9397-08002B2CF9AE}" pid="6" name="MSIP_Label_babb27ca-7868-470c-8d5b-74df37759162_Method">
    <vt:lpwstr>Privileged</vt:lpwstr>
  </property>
  <property fmtid="{D5CDD505-2E9C-101B-9397-08002B2CF9AE}" pid="7" name="MSIP_Label_babb27ca-7868-470c-8d5b-74df37759162_Name">
    <vt:lpwstr>babb27ca-7868-470c-8d5b-74df37759162</vt:lpwstr>
  </property>
  <property fmtid="{D5CDD505-2E9C-101B-9397-08002B2CF9AE}" pid="8" name="MSIP_Label_babb27ca-7868-470c-8d5b-74df37759162_SiteId">
    <vt:lpwstr>bdda4ca5-4ffd-4f47-9e0d-ce56ad194b37</vt:lpwstr>
  </property>
  <property fmtid="{D5CDD505-2E9C-101B-9397-08002B2CF9AE}" pid="9" name="MSIP_Label_babb27ca-7868-470c-8d5b-74df37759162_ActionId">
    <vt:lpwstr>fe014e4c-a512-4d7c-ada9-d56fc07d8f55</vt:lpwstr>
  </property>
  <property fmtid="{D5CDD505-2E9C-101B-9397-08002B2CF9AE}" pid="10" name="MSIP_Label_babb27ca-7868-470c-8d5b-74df37759162_ContentBits">
    <vt:lpwstr>0</vt:lpwstr>
  </property>
  <property fmtid="{D5CDD505-2E9C-101B-9397-08002B2CF9AE}" pid="11" name="MSIP_Label_babb27ca-7868-470c-8d5b-74df37759162_Tag">
    <vt:lpwstr>10, 0, 1, 1</vt:lpwstr>
  </property>
</Properties>
</file>