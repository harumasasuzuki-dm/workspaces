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14"/>
  </p:notesMasterIdLst>
  <p:sldIdLst>
    <p:sldId id="2147483068" r:id="rId5"/>
    <p:sldId id="2147483064" r:id="rId6"/>
    <p:sldId id="2147483041" r:id="rId7"/>
    <p:sldId id="2147483070" r:id="rId8"/>
    <p:sldId id="2147483066" r:id="rId9"/>
    <p:sldId id="2147483067" r:id="rId10"/>
    <p:sldId id="2147483071" r:id="rId11"/>
    <p:sldId id="2147483072" r:id="rId12"/>
    <p:sldId id="2147483069" r:id="rId13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本紙" id="{43B807D3-8321-43D4-BEFA-D3581596916D}">
          <p14:sldIdLst>
            <p14:sldId id="2147483068"/>
            <p14:sldId id="2147483064"/>
            <p14:sldId id="2147483041"/>
            <p14:sldId id="2147483070"/>
            <p14:sldId id="2147483066"/>
            <p14:sldId id="2147483067"/>
            <p14:sldId id="2147483071"/>
            <p14:sldId id="2147483072"/>
            <p14:sldId id="2147483069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FF5FD"/>
    <a:srgbClr val="CCFFFF"/>
    <a:srgbClr val="3333FF"/>
    <a:srgbClr val="FFCCCC"/>
    <a:srgbClr val="EFF5FB"/>
    <a:srgbClr val="C5E0B4"/>
    <a:srgbClr val="000000"/>
    <a:srgbClr val="F8CBAD"/>
    <a:srgbClr val="FFF0EF"/>
    <a:srgbClr val="FC9F6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41804CE-A77D-4D93-A19D-B962DBF6C0E6}" v="171" dt="2026-01-21T04:25:40.006"/>
    <p1510:client id="{B1E90E2F-ECDE-4C90-B222-D23A802CE5C2}" v="453" dt="2026-01-21T04:13:36.005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間スタイル 2 - アクセント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スタイルなし、表のグリッド線あり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7604" autoAdjust="0"/>
    <p:restoredTop sz="94725" autoAdjust="0"/>
  </p:normalViewPr>
  <p:slideViewPr>
    <p:cSldViewPr snapToGrid="0">
      <p:cViewPr varScale="1">
        <p:scale>
          <a:sx n="102" d="100"/>
          <a:sy n="102" d="100"/>
        </p:scale>
        <p:origin x="1374" y="31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tableStyles" Target="tableStyle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viewProps" Target="viewProps.xml"/><Relationship Id="rId20" Type="http://schemas.microsoft.com/office/2015/10/relationships/revisionInfo" Target="revisionInfo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presProps" Target="presProps.xml"/><Relationship Id="rId10" Type="http://schemas.openxmlformats.org/officeDocument/2006/relationships/slide" Target="slides/slide6.xml"/><Relationship Id="rId19" Type="http://schemas.microsoft.com/office/2016/11/relationships/changesInfo" Target="changesInfos/changesInfo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notesMaster" Target="notesMasters/notesMaster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Hata, Hiroshi/秦 裕史" userId="e4fcce08-021f-420b-8f35-ea2e31fc53f3" providerId="ADAL" clId="{341804CE-A77D-4D93-A19D-B962DBF6C0E6}"/>
    <pc:docChg chg="undo custSel addSld delSld modSld modSection">
      <pc:chgData name="Hata, Hiroshi/秦 裕史" userId="e4fcce08-021f-420b-8f35-ea2e31fc53f3" providerId="ADAL" clId="{341804CE-A77D-4D93-A19D-B962DBF6C0E6}" dt="2026-01-21T04:25:40.006" v="170" actId="208"/>
      <pc:docMkLst>
        <pc:docMk/>
      </pc:docMkLst>
      <pc:sldChg chg="addSp modSp mod">
        <pc:chgData name="Hata, Hiroshi/秦 裕史" userId="e4fcce08-021f-420b-8f35-ea2e31fc53f3" providerId="ADAL" clId="{341804CE-A77D-4D93-A19D-B962DBF6C0E6}" dt="2026-01-21T04:25:40.006" v="170" actId="208"/>
        <pc:sldMkLst>
          <pc:docMk/>
          <pc:sldMk cId="2273336244" sldId="2147483041"/>
        </pc:sldMkLst>
        <pc:spChg chg="add mod">
          <ac:chgData name="Hata, Hiroshi/秦 裕史" userId="e4fcce08-021f-420b-8f35-ea2e31fc53f3" providerId="ADAL" clId="{341804CE-A77D-4D93-A19D-B962DBF6C0E6}" dt="2026-01-21T04:25:40.006" v="170" actId="208"/>
          <ac:spMkLst>
            <pc:docMk/>
            <pc:sldMk cId="2273336244" sldId="2147483041"/>
            <ac:spMk id="3" creationId="{9790573E-2245-B314-5013-F754155C0B68}"/>
          </ac:spMkLst>
        </pc:spChg>
      </pc:sldChg>
      <pc:sldChg chg="del">
        <pc:chgData name="Hata, Hiroshi/秦 裕史" userId="e4fcce08-021f-420b-8f35-ea2e31fc53f3" providerId="ADAL" clId="{341804CE-A77D-4D93-A19D-B962DBF6C0E6}" dt="2026-01-21T00:36:40.284" v="0" actId="47"/>
        <pc:sldMkLst>
          <pc:docMk/>
          <pc:sldMk cId="2358095732" sldId="2147483042"/>
        </pc:sldMkLst>
      </pc:sldChg>
      <pc:sldChg chg="addSp delSp modSp add mod">
        <pc:chgData name="Hata, Hiroshi/秦 裕史" userId="e4fcce08-021f-420b-8f35-ea2e31fc53f3" providerId="ADAL" clId="{341804CE-A77D-4D93-A19D-B962DBF6C0E6}" dt="2026-01-21T00:55:01.466" v="59"/>
        <pc:sldMkLst>
          <pc:docMk/>
          <pc:sldMk cId="2491550923" sldId="2147483071"/>
        </pc:sldMkLst>
        <pc:spChg chg="del">
          <ac:chgData name="Hata, Hiroshi/秦 裕史" userId="e4fcce08-021f-420b-8f35-ea2e31fc53f3" providerId="ADAL" clId="{341804CE-A77D-4D93-A19D-B962DBF6C0E6}" dt="2026-01-21T00:54:41.111" v="58" actId="478"/>
          <ac:spMkLst>
            <pc:docMk/>
            <pc:sldMk cId="2491550923" sldId="2147483071"/>
            <ac:spMk id="3" creationId="{4AA4B478-F9A9-B5E9-010D-1C52774B07CC}"/>
          </ac:spMkLst>
        </pc:spChg>
        <pc:spChg chg="mod">
          <ac:chgData name="Hata, Hiroshi/秦 裕史" userId="e4fcce08-021f-420b-8f35-ea2e31fc53f3" providerId="ADAL" clId="{341804CE-A77D-4D93-A19D-B962DBF6C0E6}" dt="2026-01-21T00:54:38.215" v="57" actId="20577"/>
          <ac:spMkLst>
            <pc:docMk/>
            <pc:sldMk cId="2491550923" sldId="2147483071"/>
            <ac:spMk id="7" creationId="{EF62E14C-623A-964E-A893-2BA6879A3C37}"/>
          </ac:spMkLst>
        </pc:spChg>
        <pc:spChg chg="del">
          <ac:chgData name="Hata, Hiroshi/秦 裕史" userId="e4fcce08-021f-420b-8f35-ea2e31fc53f3" providerId="ADAL" clId="{341804CE-A77D-4D93-A19D-B962DBF6C0E6}" dt="2026-01-21T00:54:41.111" v="58" actId="478"/>
          <ac:spMkLst>
            <pc:docMk/>
            <pc:sldMk cId="2491550923" sldId="2147483071"/>
            <ac:spMk id="8" creationId="{6693BD34-E8EF-1BCF-DDEE-3DD2F16C577C}"/>
          </ac:spMkLst>
        </pc:spChg>
        <pc:spChg chg="del">
          <ac:chgData name="Hata, Hiroshi/秦 裕史" userId="e4fcce08-021f-420b-8f35-ea2e31fc53f3" providerId="ADAL" clId="{341804CE-A77D-4D93-A19D-B962DBF6C0E6}" dt="2026-01-21T00:54:41.111" v="58" actId="478"/>
          <ac:spMkLst>
            <pc:docMk/>
            <pc:sldMk cId="2491550923" sldId="2147483071"/>
            <ac:spMk id="25" creationId="{FFEF6575-A328-6F24-3646-43BAC0D286B8}"/>
          </ac:spMkLst>
        </pc:spChg>
        <pc:spChg chg="del">
          <ac:chgData name="Hata, Hiroshi/秦 裕史" userId="e4fcce08-021f-420b-8f35-ea2e31fc53f3" providerId="ADAL" clId="{341804CE-A77D-4D93-A19D-B962DBF6C0E6}" dt="2026-01-21T00:54:41.111" v="58" actId="478"/>
          <ac:spMkLst>
            <pc:docMk/>
            <pc:sldMk cId="2491550923" sldId="2147483071"/>
            <ac:spMk id="26" creationId="{92A12053-4B24-456F-ADBB-E98EAFDEE94E}"/>
          </ac:spMkLst>
        </pc:spChg>
        <pc:spChg chg="del">
          <ac:chgData name="Hata, Hiroshi/秦 裕史" userId="e4fcce08-021f-420b-8f35-ea2e31fc53f3" providerId="ADAL" clId="{341804CE-A77D-4D93-A19D-B962DBF6C0E6}" dt="2026-01-21T00:54:41.111" v="58" actId="478"/>
          <ac:spMkLst>
            <pc:docMk/>
            <pc:sldMk cId="2491550923" sldId="2147483071"/>
            <ac:spMk id="27" creationId="{0B47E09D-DCBE-3AFE-2207-A5793B153A70}"/>
          </ac:spMkLst>
        </pc:spChg>
        <pc:spChg chg="del">
          <ac:chgData name="Hata, Hiroshi/秦 裕史" userId="e4fcce08-021f-420b-8f35-ea2e31fc53f3" providerId="ADAL" clId="{341804CE-A77D-4D93-A19D-B962DBF6C0E6}" dt="2026-01-21T00:54:41.111" v="58" actId="478"/>
          <ac:spMkLst>
            <pc:docMk/>
            <pc:sldMk cId="2491550923" sldId="2147483071"/>
            <ac:spMk id="28" creationId="{03AE8A13-F3FF-55C9-1E56-6C470089D52E}"/>
          </ac:spMkLst>
        </pc:spChg>
        <pc:spChg chg="del">
          <ac:chgData name="Hata, Hiroshi/秦 裕史" userId="e4fcce08-021f-420b-8f35-ea2e31fc53f3" providerId="ADAL" clId="{341804CE-A77D-4D93-A19D-B962DBF6C0E6}" dt="2026-01-21T00:54:41.111" v="58" actId="478"/>
          <ac:spMkLst>
            <pc:docMk/>
            <pc:sldMk cId="2491550923" sldId="2147483071"/>
            <ac:spMk id="37" creationId="{A2CA4FDA-D90B-4A36-AC55-68F48158DC72}"/>
          </ac:spMkLst>
        </pc:spChg>
        <pc:spChg chg="del">
          <ac:chgData name="Hata, Hiroshi/秦 裕史" userId="e4fcce08-021f-420b-8f35-ea2e31fc53f3" providerId="ADAL" clId="{341804CE-A77D-4D93-A19D-B962DBF6C0E6}" dt="2026-01-21T00:54:41.111" v="58" actId="478"/>
          <ac:spMkLst>
            <pc:docMk/>
            <pc:sldMk cId="2491550923" sldId="2147483071"/>
            <ac:spMk id="38" creationId="{056BD71F-82C9-CB75-752F-DCD22D684ADE}"/>
          </ac:spMkLst>
        </pc:spChg>
        <pc:spChg chg="del">
          <ac:chgData name="Hata, Hiroshi/秦 裕史" userId="e4fcce08-021f-420b-8f35-ea2e31fc53f3" providerId="ADAL" clId="{341804CE-A77D-4D93-A19D-B962DBF6C0E6}" dt="2026-01-21T00:54:41.111" v="58" actId="478"/>
          <ac:spMkLst>
            <pc:docMk/>
            <pc:sldMk cId="2491550923" sldId="2147483071"/>
            <ac:spMk id="45" creationId="{91C37D09-F188-66DA-E9C2-8812B5499B7C}"/>
          </ac:spMkLst>
        </pc:spChg>
        <pc:spChg chg="del">
          <ac:chgData name="Hata, Hiroshi/秦 裕史" userId="e4fcce08-021f-420b-8f35-ea2e31fc53f3" providerId="ADAL" clId="{341804CE-A77D-4D93-A19D-B962DBF6C0E6}" dt="2026-01-21T00:54:41.111" v="58" actId="478"/>
          <ac:spMkLst>
            <pc:docMk/>
            <pc:sldMk cId="2491550923" sldId="2147483071"/>
            <ac:spMk id="47" creationId="{58D7E870-1AEC-32FB-79C8-0F3839D4E022}"/>
          </ac:spMkLst>
        </pc:spChg>
        <pc:picChg chg="add mod">
          <ac:chgData name="Hata, Hiroshi/秦 裕史" userId="e4fcce08-021f-420b-8f35-ea2e31fc53f3" providerId="ADAL" clId="{341804CE-A77D-4D93-A19D-B962DBF6C0E6}" dt="2026-01-21T00:55:01.466" v="59"/>
          <ac:picMkLst>
            <pc:docMk/>
            <pc:sldMk cId="2491550923" sldId="2147483071"/>
            <ac:picMk id="4" creationId="{C1E827B0-1C02-EE70-4EB3-7419F2FE25F7}"/>
          </ac:picMkLst>
        </pc:picChg>
      </pc:sldChg>
      <pc:sldChg chg="addSp delSp modSp add mod">
        <pc:chgData name="Hata, Hiroshi/秦 裕史" userId="e4fcce08-021f-420b-8f35-ea2e31fc53f3" providerId="ADAL" clId="{341804CE-A77D-4D93-A19D-B962DBF6C0E6}" dt="2026-01-21T00:59:55.351" v="114" actId="1076"/>
        <pc:sldMkLst>
          <pc:docMk/>
          <pc:sldMk cId="984194754" sldId="2147483072"/>
        </pc:sldMkLst>
        <pc:picChg chg="add mod">
          <ac:chgData name="Hata, Hiroshi/秦 裕史" userId="e4fcce08-021f-420b-8f35-ea2e31fc53f3" providerId="ADAL" clId="{341804CE-A77D-4D93-A19D-B962DBF6C0E6}" dt="2026-01-21T00:59:38.798" v="109" actId="1076"/>
          <ac:picMkLst>
            <pc:docMk/>
            <pc:sldMk cId="984194754" sldId="2147483072"/>
            <ac:picMk id="3" creationId="{1CE741C6-6683-E7FF-6528-7ABCA4FE4712}"/>
          </ac:picMkLst>
        </pc:picChg>
        <pc:picChg chg="del">
          <ac:chgData name="Hata, Hiroshi/秦 裕史" userId="e4fcce08-021f-420b-8f35-ea2e31fc53f3" providerId="ADAL" clId="{341804CE-A77D-4D93-A19D-B962DBF6C0E6}" dt="2026-01-21T00:55:16.952" v="61" actId="478"/>
          <ac:picMkLst>
            <pc:docMk/>
            <pc:sldMk cId="984194754" sldId="2147483072"/>
            <ac:picMk id="4" creationId="{C1E827B0-1C02-EE70-4EB3-7419F2FE25F7}"/>
          </ac:picMkLst>
        </pc:picChg>
        <pc:picChg chg="add mod">
          <ac:chgData name="Hata, Hiroshi/秦 裕史" userId="e4fcce08-021f-420b-8f35-ea2e31fc53f3" providerId="ADAL" clId="{341804CE-A77D-4D93-A19D-B962DBF6C0E6}" dt="2026-01-21T00:59:55.351" v="114" actId="1076"/>
          <ac:picMkLst>
            <pc:docMk/>
            <pc:sldMk cId="984194754" sldId="2147483072"/>
            <ac:picMk id="6" creationId="{C50510B4-F948-665B-A1D7-031A7F3903E9}"/>
          </ac:picMkLst>
        </pc:picChg>
        <pc:picChg chg="add mod">
          <ac:chgData name="Hata, Hiroshi/秦 裕史" userId="e4fcce08-021f-420b-8f35-ea2e31fc53f3" providerId="ADAL" clId="{341804CE-A77D-4D93-A19D-B962DBF6C0E6}" dt="2026-01-21T00:59:55.351" v="114" actId="1076"/>
          <ac:picMkLst>
            <pc:docMk/>
            <pc:sldMk cId="984194754" sldId="2147483072"/>
            <ac:picMk id="9" creationId="{6DC27F52-7630-E3E6-C738-975CD610228B}"/>
          </ac:picMkLst>
        </pc:picChg>
        <pc:picChg chg="add mod">
          <ac:chgData name="Hata, Hiroshi/秦 裕史" userId="e4fcce08-021f-420b-8f35-ea2e31fc53f3" providerId="ADAL" clId="{341804CE-A77D-4D93-A19D-B962DBF6C0E6}" dt="2026-01-21T00:59:35.725" v="108" actId="1076"/>
          <ac:picMkLst>
            <pc:docMk/>
            <pc:sldMk cId="984194754" sldId="2147483072"/>
            <ac:picMk id="11" creationId="{90379F68-79AA-7C9C-3303-D3C82F95FA89}"/>
          </ac:picMkLst>
        </pc:picChg>
      </pc:sldChg>
    </pc:docChg>
  </pc:docChgLst>
  <pc:docChgLst>
    <pc:chgData name="Muramatsu, Takayuki/村松 隆行" userId="5673437b-dcc4-4f5b-962d-77f986a91cf6" providerId="ADAL" clId="{B1E90E2F-ECDE-4C90-B222-D23A802CE5C2}"/>
    <pc:docChg chg="undo redo custSel addSld modSld">
      <pc:chgData name="Muramatsu, Takayuki/村松 隆行" userId="5673437b-dcc4-4f5b-962d-77f986a91cf6" providerId="ADAL" clId="{B1E90E2F-ECDE-4C90-B222-D23A802CE5C2}" dt="2026-01-21T04:13:36.006" v="452" actId="11529"/>
      <pc:docMkLst>
        <pc:docMk/>
      </pc:docMkLst>
      <pc:sldChg chg="addSp modSp mod">
        <pc:chgData name="Muramatsu, Takayuki/村松 隆行" userId="5673437b-dcc4-4f5b-962d-77f986a91cf6" providerId="ADAL" clId="{B1E90E2F-ECDE-4C90-B222-D23A802CE5C2}" dt="2026-01-21T04:13:36.006" v="452" actId="11529"/>
        <pc:sldMkLst>
          <pc:docMk/>
          <pc:sldMk cId="2273336244" sldId="2147483041"/>
        </pc:sldMkLst>
        <pc:spChg chg="add">
          <ac:chgData name="Muramatsu, Takayuki/村松 隆行" userId="5673437b-dcc4-4f5b-962d-77f986a91cf6" providerId="ADAL" clId="{B1E90E2F-ECDE-4C90-B222-D23A802CE5C2}" dt="2026-01-21T04:13:36.006" v="452" actId="11529"/>
          <ac:spMkLst>
            <pc:docMk/>
            <pc:sldMk cId="2273336244" sldId="2147483041"/>
            <ac:spMk id="2" creationId="{A704C818-DC0A-A811-999F-88D16A7D55CE}"/>
          </ac:spMkLst>
        </pc:spChg>
        <pc:picChg chg="mod">
          <ac:chgData name="Muramatsu, Takayuki/村松 隆行" userId="5673437b-dcc4-4f5b-962d-77f986a91cf6" providerId="ADAL" clId="{B1E90E2F-ECDE-4C90-B222-D23A802CE5C2}" dt="2026-01-21T04:13:06.529" v="451" actId="1076"/>
          <ac:picMkLst>
            <pc:docMk/>
            <pc:sldMk cId="2273336244" sldId="2147483041"/>
            <ac:picMk id="9" creationId="{3E2017EB-A922-6EF5-9FAA-5DAB52E27A12}"/>
          </ac:picMkLst>
        </pc:picChg>
      </pc:sldChg>
      <pc:sldChg chg="modSp mod">
        <pc:chgData name="Muramatsu, Takayuki/村松 隆行" userId="5673437b-dcc4-4f5b-962d-77f986a91cf6" providerId="ADAL" clId="{B1E90E2F-ECDE-4C90-B222-D23A802CE5C2}" dt="2026-01-21T03:15:46.477" v="450" actId="1076"/>
        <pc:sldMkLst>
          <pc:docMk/>
          <pc:sldMk cId="1062957897" sldId="2147483066"/>
        </pc:sldMkLst>
        <pc:spChg chg="mod">
          <ac:chgData name="Muramatsu, Takayuki/村松 隆行" userId="5673437b-dcc4-4f5b-962d-77f986a91cf6" providerId="ADAL" clId="{B1E90E2F-ECDE-4C90-B222-D23A802CE5C2}" dt="2026-01-21T03:12:32.472" v="334" actId="207"/>
          <ac:spMkLst>
            <pc:docMk/>
            <pc:sldMk cId="1062957897" sldId="2147483066"/>
            <ac:spMk id="2" creationId="{F4A7A7F6-8257-3D74-4140-558BCC30411B}"/>
          </ac:spMkLst>
        </pc:spChg>
        <pc:spChg chg="mod">
          <ac:chgData name="Muramatsu, Takayuki/村松 隆行" userId="5673437b-dcc4-4f5b-962d-77f986a91cf6" providerId="ADAL" clId="{B1E90E2F-ECDE-4C90-B222-D23A802CE5C2}" dt="2026-01-21T03:13:43.371" v="338" actId="692"/>
          <ac:spMkLst>
            <pc:docMk/>
            <pc:sldMk cId="1062957897" sldId="2147483066"/>
            <ac:spMk id="3" creationId="{4AA4B478-F9A9-B5E9-010D-1C52774B07CC}"/>
          </ac:spMkLst>
        </pc:spChg>
        <pc:spChg chg="mod">
          <ac:chgData name="Muramatsu, Takayuki/村松 隆行" userId="5673437b-dcc4-4f5b-962d-77f986a91cf6" providerId="ADAL" clId="{B1E90E2F-ECDE-4C90-B222-D23A802CE5C2}" dt="2026-01-21T03:12:32.472" v="334" actId="207"/>
          <ac:spMkLst>
            <pc:docMk/>
            <pc:sldMk cId="1062957897" sldId="2147483066"/>
            <ac:spMk id="25" creationId="{FFEF6575-A328-6F24-3646-43BAC0D286B8}"/>
          </ac:spMkLst>
        </pc:spChg>
        <pc:spChg chg="mod">
          <ac:chgData name="Muramatsu, Takayuki/村松 隆行" userId="5673437b-dcc4-4f5b-962d-77f986a91cf6" providerId="ADAL" clId="{B1E90E2F-ECDE-4C90-B222-D23A802CE5C2}" dt="2026-01-21T03:12:32.472" v="334" actId="207"/>
          <ac:spMkLst>
            <pc:docMk/>
            <pc:sldMk cId="1062957897" sldId="2147483066"/>
            <ac:spMk id="26" creationId="{92A12053-4B24-456F-ADBB-E98EAFDEE94E}"/>
          </ac:spMkLst>
        </pc:spChg>
        <pc:spChg chg="mod">
          <ac:chgData name="Muramatsu, Takayuki/村松 隆行" userId="5673437b-dcc4-4f5b-962d-77f986a91cf6" providerId="ADAL" clId="{B1E90E2F-ECDE-4C90-B222-D23A802CE5C2}" dt="2026-01-21T03:12:32.472" v="334" actId="207"/>
          <ac:spMkLst>
            <pc:docMk/>
            <pc:sldMk cId="1062957897" sldId="2147483066"/>
            <ac:spMk id="27" creationId="{0B47E09D-DCBE-3AFE-2207-A5793B153A70}"/>
          </ac:spMkLst>
        </pc:spChg>
        <pc:spChg chg="mod">
          <ac:chgData name="Muramatsu, Takayuki/村松 隆行" userId="5673437b-dcc4-4f5b-962d-77f986a91cf6" providerId="ADAL" clId="{B1E90E2F-ECDE-4C90-B222-D23A802CE5C2}" dt="2026-01-21T03:12:32.472" v="334" actId="207"/>
          <ac:spMkLst>
            <pc:docMk/>
            <pc:sldMk cId="1062957897" sldId="2147483066"/>
            <ac:spMk id="28" creationId="{03AE8A13-F3FF-55C9-1E56-6C470089D52E}"/>
          </ac:spMkLst>
        </pc:spChg>
        <pc:spChg chg="mod">
          <ac:chgData name="Muramatsu, Takayuki/村松 隆行" userId="5673437b-dcc4-4f5b-962d-77f986a91cf6" providerId="ADAL" clId="{B1E90E2F-ECDE-4C90-B222-D23A802CE5C2}" dt="2026-01-21T03:13:18.858" v="336" actId="1076"/>
          <ac:spMkLst>
            <pc:docMk/>
            <pc:sldMk cId="1062957897" sldId="2147483066"/>
            <ac:spMk id="40" creationId="{00CEAD4D-47AA-2B15-7405-BC6495A59E1E}"/>
          </ac:spMkLst>
        </pc:spChg>
        <pc:spChg chg="mod">
          <ac:chgData name="Muramatsu, Takayuki/村松 隆行" userId="5673437b-dcc4-4f5b-962d-77f986a91cf6" providerId="ADAL" clId="{B1E90E2F-ECDE-4C90-B222-D23A802CE5C2}" dt="2026-01-21T03:12:32.472" v="334" actId="207"/>
          <ac:spMkLst>
            <pc:docMk/>
            <pc:sldMk cId="1062957897" sldId="2147483066"/>
            <ac:spMk id="41" creationId="{BA1C0E16-6EE4-DF37-123D-0A879DFCDBC1}"/>
          </ac:spMkLst>
        </pc:spChg>
        <pc:spChg chg="mod">
          <ac:chgData name="Muramatsu, Takayuki/村松 隆行" userId="5673437b-dcc4-4f5b-962d-77f986a91cf6" providerId="ADAL" clId="{B1E90E2F-ECDE-4C90-B222-D23A802CE5C2}" dt="2026-01-21T03:12:32.472" v="334" actId="207"/>
          <ac:spMkLst>
            <pc:docMk/>
            <pc:sldMk cId="1062957897" sldId="2147483066"/>
            <ac:spMk id="42" creationId="{E7DAD46B-DB83-A358-F192-127B7F168A45}"/>
          </ac:spMkLst>
        </pc:spChg>
        <pc:spChg chg="mod">
          <ac:chgData name="Muramatsu, Takayuki/村松 隆行" userId="5673437b-dcc4-4f5b-962d-77f986a91cf6" providerId="ADAL" clId="{B1E90E2F-ECDE-4C90-B222-D23A802CE5C2}" dt="2026-01-21T03:15:46.477" v="450" actId="1076"/>
          <ac:spMkLst>
            <pc:docMk/>
            <pc:sldMk cId="1062957897" sldId="2147483066"/>
            <ac:spMk id="43" creationId="{ABCF8ECC-4BB1-FEC1-C01C-0E8126326AF2}"/>
          </ac:spMkLst>
        </pc:spChg>
        <pc:spChg chg="mod">
          <ac:chgData name="Muramatsu, Takayuki/村松 隆行" userId="5673437b-dcc4-4f5b-962d-77f986a91cf6" providerId="ADAL" clId="{B1E90E2F-ECDE-4C90-B222-D23A802CE5C2}" dt="2026-01-21T03:12:32.472" v="334" actId="207"/>
          <ac:spMkLst>
            <pc:docMk/>
            <pc:sldMk cId="1062957897" sldId="2147483066"/>
            <ac:spMk id="44" creationId="{D5729F66-5768-0E3B-4F7E-AF82F2E0749F}"/>
          </ac:spMkLst>
        </pc:spChg>
        <pc:spChg chg="mod">
          <ac:chgData name="Muramatsu, Takayuki/村松 隆行" userId="5673437b-dcc4-4f5b-962d-77f986a91cf6" providerId="ADAL" clId="{B1E90E2F-ECDE-4C90-B222-D23A802CE5C2}" dt="2026-01-21T03:12:32.472" v="334" actId="207"/>
          <ac:spMkLst>
            <pc:docMk/>
            <pc:sldMk cId="1062957897" sldId="2147483066"/>
            <ac:spMk id="45" creationId="{91C37D09-F188-66DA-E9C2-8812B5499B7C}"/>
          </ac:spMkLst>
        </pc:spChg>
      </pc:sldChg>
      <pc:sldChg chg="modSp mod">
        <pc:chgData name="Muramatsu, Takayuki/村松 隆行" userId="5673437b-dcc4-4f5b-962d-77f986a91cf6" providerId="ADAL" clId="{B1E90E2F-ECDE-4C90-B222-D23A802CE5C2}" dt="2026-01-21T03:12:55.097" v="335" actId="207"/>
        <pc:sldMkLst>
          <pc:docMk/>
          <pc:sldMk cId="2997034287" sldId="2147483067"/>
        </pc:sldMkLst>
        <pc:spChg chg="mod">
          <ac:chgData name="Muramatsu, Takayuki/村松 隆行" userId="5673437b-dcc4-4f5b-962d-77f986a91cf6" providerId="ADAL" clId="{B1E90E2F-ECDE-4C90-B222-D23A802CE5C2}" dt="2026-01-21T03:12:55.097" v="335" actId="207"/>
          <ac:spMkLst>
            <pc:docMk/>
            <pc:sldMk cId="2997034287" sldId="2147483067"/>
            <ac:spMk id="2" creationId="{F4A7A7F6-8257-3D74-4140-558BCC30411B}"/>
          </ac:spMkLst>
        </pc:spChg>
        <pc:spChg chg="mod">
          <ac:chgData name="Muramatsu, Takayuki/村松 隆行" userId="5673437b-dcc4-4f5b-962d-77f986a91cf6" providerId="ADAL" clId="{B1E90E2F-ECDE-4C90-B222-D23A802CE5C2}" dt="2026-01-21T03:12:55.097" v="335" actId="207"/>
          <ac:spMkLst>
            <pc:docMk/>
            <pc:sldMk cId="2997034287" sldId="2147483067"/>
            <ac:spMk id="3" creationId="{4AA4B478-F9A9-B5E9-010D-1C52774B07CC}"/>
          </ac:spMkLst>
        </pc:spChg>
        <pc:spChg chg="mod">
          <ac:chgData name="Muramatsu, Takayuki/村松 隆行" userId="5673437b-dcc4-4f5b-962d-77f986a91cf6" providerId="ADAL" clId="{B1E90E2F-ECDE-4C90-B222-D23A802CE5C2}" dt="2026-01-21T03:12:55.097" v="335" actId="207"/>
          <ac:spMkLst>
            <pc:docMk/>
            <pc:sldMk cId="2997034287" sldId="2147483067"/>
            <ac:spMk id="25" creationId="{FFEF6575-A328-6F24-3646-43BAC0D286B8}"/>
          </ac:spMkLst>
        </pc:spChg>
        <pc:spChg chg="mod">
          <ac:chgData name="Muramatsu, Takayuki/村松 隆行" userId="5673437b-dcc4-4f5b-962d-77f986a91cf6" providerId="ADAL" clId="{B1E90E2F-ECDE-4C90-B222-D23A802CE5C2}" dt="2026-01-21T03:12:55.097" v="335" actId="207"/>
          <ac:spMkLst>
            <pc:docMk/>
            <pc:sldMk cId="2997034287" sldId="2147483067"/>
            <ac:spMk id="27" creationId="{0B47E09D-DCBE-3AFE-2207-A5793B153A70}"/>
          </ac:spMkLst>
        </pc:spChg>
        <pc:spChg chg="mod">
          <ac:chgData name="Muramatsu, Takayuki/村松 隆行" userId="5673437b-dcc4-4f5b-962d-77f986a91cf6" providerId="ADAL" clId="{B1E90E2F-ECDE-4C90-B222-D23A802CE5C2}" dt="2026-01-21T03:12:55.097" v="335" actId="207"/>
          <ac:spMkLst>
            <pc:docMk/>
            <pc:sldMk cId="2997034287" sldId="2147483067"/>
            <ac:spMk id="28" creationId="{03AE8A13-F3FF-55C9-1E56-6C470089D52E}"/>
          </ac:spMkLst>
        </pc:spChg>
        <pc:spChg chg="mod">
          <ac:chgData name="Muramatsu, Takayuki/村松 隆行" userId="5673437b-dcc4-4f5b-962d-77f986a91cf6" providerId="ADAL" clId="{B1E90E2F-ECDE-4C90-B222-D23A802CE5C2}" dt="2026-01-21T03:12:55.097" v="335" actId="207"/>
          <ac:spMkLst>
            <pc:docMk/>
            <pc:sldMk cId="2997034287" sldId="2147483067"/>
            <ac:spMk id="40" creationId="{00CEAD4D-47AA-2B15-7405-BC6495A59E1E}"/>
          </ac:spMkLst>
        </pc:spChg>
        <pc:spChg chg="mod">
          <ac:chgData name="Muramatsu, Takayuki/村松 隆行" userId="5673437b-dcc4-4f5b-962d-77f986a91cf6" providerId="ADAL" clId="{B1E90E2F-ECDE-4C90-B222-D23A802CE5C2}" dt="2026-01-21T03:12:55.097" v="335" actId="207"/>
          <ac:spMkLst>
            <pc:docMk/>
            <pc:sldMk cId="2997034287" sldId="2147483067"/>
            <ac:spMk id="41" creationId="{BA1C0E16-6EE4-DF37-123D-0A879DFCDBC1}"/>
          </ac:spMkLst>
        </pc:spChg>
        <pc:spChg chg="mod">
          <ac:chgData name="Muramatsu, Takayuki/村松 隆行" userId="5673437b-dcc4-4f5b-962d-77f986a91cf6" providerId="ADAL" clId="{B1E90E2F-ECDE-4C90-B222-D23A802CE5C2}" dt="2026-01-21T03:12:55.097" v="335" actId="207"/>
          <ac:spMkLst>
            <pc:docMk/>
            <pc:sldMk cId="2997034287" sldId="2147483067"/>
            <ac:spMk id="42" creationId="{E7DAD46B-DB83-A358-F192-127B7F168A45}"/>
          </ac:spMkLst>
        </pc:spChg>
        <pc:spChg chg="mod">
          <ac:chgData name="Muramatsu, Takayuki/村松 隆行" userId="5673437b-dcc4-4f5b-962d-77f986a91cf6" providerId="ADAL" clId="{B1E90E2F-ECDE-4C90-B222-D23A802CE5C2}" dt="2026-01-21T03:12:55.097" v="335" actId="207"/>
          <ac:spMkLst>
            <pc:docMk/>
            <pc:sldMk cId="2997034287" sldId="2147483067"/>
            <ac:spMk id="45" creationId="{91C37D09-F188-66DA-E9C2-8812B5499B7C}"/>
          </ac:spMkLst>
        </pc:spChg>
        <pc:spChg chg="mod">
          <ac:chgData name="Muramatsu, Takayuki/村松 隆行" userId="5673437b-dcc4-4f5b-962d-77f986a91cf6" providerId="ADAL" clId="{B1E90E2F-ECDE-4C90-B222-D23A802CE5C2}" dt="2026-01-21T03:12:55.097" v="335" actId="207"/>
          <ac:spMkLst>
            <pc:docMk/>
            <pc:sldMk cId="2997034287" sldId="2147483067"/>
            <ac:spMk id="47" creationId="{58D7E870-1AEC-32FB-79C8-0F3839D4E022}"/>
          </ac:spMkLst>
        </pc:spChg>
      </pc:sldChg>
      <pc:sldChg chg="addSp delSp modSp add mod">
        <pc:chgData name="Muramatsu, Takayuki/村松 隆行" userId="5673437b-dcc4-4f5b-962d-77f986a91cf6" providerId="ADAL" clId="{B1E90E2F-ECDE-4C90-B222-D23A802CE5C2}" dt="2026-01-21T03:07:25.593" v="333" actId="207"/>
        <pc:sldMkLst>
          <pc:docMk/>
          <pc:sldMk cId="935616879" sldId="2147483070"/>
        </pc:sldMkLst>
        <pc:spChg chg="add mod">
          <ac:chgData name="Muramatsu, Takayuki/村松 隆行" userId="5673437b-dcc4-4f5b-962d-77f986a91cf6" providerId="ADAL" clId="{B1E90E2F-ECDE-4C90-B222-D23A802CE5C2}" dt="2026-01-21T02:50:46.666" v="210" actId="14100"/>
          <ac:spMkLst>
            <pc:docMk/>
            <pc:sldMk cId="935616879" sldId="2147483070"/>
            <ac:spMk id="2" creationId="{2BA7DA4E-2217-7128-32CD-F7ECE58AF524}"/>
          </ac:spMkLst>
        </pc:spChg>
        <pc:spChg chg="mod">
          <ac:chgData name="Muramatsu, Takayuki/村松 隆行" userId="5673437b-dcc4-4f5b-962d-77f986a91cf6" providerId="ADAL" clId="{B1E90E2F-ECDE-4C90-B222-D23A802CE5C2}" dt="2026-01-21T00:32:44.133" v="1" actId="20577"/>
          <ac:spMkLst>
            <pc:docMk/>
            <pc:sldMk cId="935616879" sldId="2147483070"/>
            <ac:spMk id="7" creationId="{EF62E14C-623A-964E-A893-2BA6879A3C37}"/>
          </ac:spMkLst>
        </pc:spChg>
        <pc:spChg chg="del mod">
          <ac:chgData name="Muramatsu, Takayuki/村松 隆行" userId="5673437b-dcc4-4f5b-962d-77f986a91cf6" providerId="ADAL" clId="{B1E90E2F-ECDE-4C90-B222-D23A802CE5C2}" dt="2026-01-21T00:35:14.115" v="3" actId="478"/>
          <ac:spMkLst>
            <pc:docMk/>
            <pc:sldMk cId="935616879" sldId="2147483070"/>
            <ac:spMk id="8" creationId="{DE7FA290-802A-D1ED-D81B-2EA5D87B7A4D}"/>
          </ac:spMkLst>
        </pc:spChg>
        <pc:spChg chg="add mod">
          <ac:chgData name="Muramatsu, Takayuki/村松 隆行" userId="5673437b-dcc4-4f5b-962d-77f986a91cf6" providerId="ADAL" clId="{B1E90E2F-ECDE-4C90-B222-D23A802CE5C2}" dt="2026-01-21T03:02:13.511" v="220" actId="1037"/>
          <ac:spMkLst>
            <pc:docMk/>
            <pc:sldMk cId="935616879" sldId="2147483070"/>
            <ac:spMk id="10" creationId="{E83E76C3-AE56-0110-504B-F2E26E1EEC9D}"/>
          </ac:spMkLst>
        </pc:spChg>
        <pc:spChg chg="add mod">
          <ac:chgData name="Muramatsu, Takayuki/村松 隆行" userId="5673437b-dcc4-4f5b-962d-77f986a91cf6" providerId="ADAL" clId="{B1E90E2F-ECDE-4C90-B222-D23A802CE5C2}" dt="2026-01-21T03:02:29.803" v="222" actId="14100"/>
          <ac:spMkLst>
            <pc:docMk/>
            <pc:sldMk cId="935616879" sldId="2147483070"/>
            <ac:spMk id="11" creationId="{ED463B03-4059-8292-B693-EDE0BAB1B50E}"/>
          </ac:spMkLst>
        </pc:spChg>
        <pc:spChg chg="add mod">
          <ac:chgData name="Muramatsu, Takayuki/村松 隆行" userId="5673437b-dcc4-4f5b-962d-77f986a91cf6" providerId="ADAL" clId="{B1E90E2F-ECDE-4C90-B222-D23A802CE5C2}" dt="2026-01-21T03:07:25.593" v="333" actId="207"/>
          <ac:spMkLst>
            <pc:docMk/>
            <pc:sldMk cId="935616879" sldId="2147483070"/>
            <ac:spMk id="12" creationId="{BE26014C-8281-A874-45D7-491F4288090E}"/>
          </ac:spMkLst>
        </pc:spChg>
        <pc:spChg chg="add mod">
          <ac:chgData name="Muramatsu, Takayuki/村松 隆行" userId="5673437b-dcc4-4f5b-962d-77f986a91cf6" providerId="ADAL" clId="{B1E90E2F-ECDE-4C90-B222-D23A802CE5C2}" dt="2026-01-21T03:07:25.593" v="333" actId="207"/>
          <ac:spMkLst>
            <pc:docMk/>
            <pc:sldMk cId="935616879" sldId="2147483070"/>
            <ac:spMk id="13" creationId="{14BD9B99-1DE7-27FD-A1A1-2D649A1095BD}"/>
          </ac:spMkLst>
        </pc:spChg>
        <pc:spChg chg="add mod">
          <ac:chgData name="Muramatsu, Takayuki/村松 隆行" userId="5673437b-dcc4-4f5b-962d-77f986a91cf6" providerId="ADAL" clId="{B1E90E2F-ECDE-4C90-B222-D23A802CE5C2}" dt="2026-01-21T03:05:23.525" v="294" actId="1076"/>
          <ac:spMkLst>
            <pc:docMk/>
            <pc:sldMk cId="935616879" sldId="2147483070"/>
            <ac:spMk id="17" creationId="{65E6D187-B195-4B7A-2D0B-C1A1E94FA138}"/>
          </ac:spMkLst>
        </pc:spChg>
        <pc:spChg chg="add mod">
          <ac:chgData name="Muramatsu, Takayuki/村松 隆行" userId="5673437b-dcc4-4f5b-962d-77f986a91cf6" providerId="ADAL" clId="{B1E90E2F-ECDE-4C90-B222-D23A802CE5C2}" dt="2026-01-21T03:05:23.525" v="294" actId="1076"/>
          <ac:spMkLst>
            <pc:docMk/>
            <pc:sldMk cId="935616879" sldId="2147483070"/>
            <ac:spMk id="18" creationId="{1E6A80A2-4A6B-A351-B028-DD378348E5D7}"/>
          </ac:spMkLst>
        </pc:spChg>
        <pc:spChg chg="add mod">
          <ac:chgData name="Muramatsu, Takayuki/村松 隆行" userId="5673437b-dcc4-4f5b-962d-77f986a91cf6" providerId="ADAL" clId="{B1E90E2F-ECDE-4C90-B222-D23A802CE5C2}" dt="2026-01-21T03:07:14.134" v="332" actId="207"/>
          <ac:spMkLst>
            <pc:docMk/>
            <pc:sldMk cId="935616879" sldId="2147483070"/>
            <ac:spMk id="25" creationId="{9A383E71-4AC3-25C7-8942-E542F66F21BF}"/>
          </ac:spMkLst>
        </pc:spChg>
        <pc:spChg chg="del">
          <ac:chgData name="Muramatsu, Takayuki/村松 隆行" userId="5673437b-dcc4-4f5b-962d-77f986a91cf6" providerId="ADAL" clId="{B1E90E2F-ECDE-4C90-B222-D23A802CE5C2}" dt="2026-01-21T02:46:11.494" v="11" actId="478"/>
          <ac:spMkLst>
            <pc:docMk/>
            <pc:sldMk cId="935616879" sldId="2147483070"/>
            <ac:spMk id="44" creationId="{460C2CCC-FFE3-3EFF-2F16-2E425EE29BA4}"/>
          </ac:spMkLst>
        </pc:spChg>
        <pc:spChg chg="del">
          <ac:chgData name="Muramatsu, Takayuki/村松 隆行" userId="5673437b-dcc4-4f5b-962d-77f986a91cf6" providerId="ADAL" clId="{B1E90E2F-ECDE-4C90-B222-D23A802CE5C2}" dt="2026-01-21T02:46:11.494" v="11" actId="478"/>
          <ac:spMkLst>
            <pc:docMk/>
            <pc:sldMk cId="935616879" sldId="2147483070"/>
            <ac:spMk id="47" creationId="{2AD397E2-E767-6F20-9A24-BCABF659B4AE}"/>
          </ac:spMkLst>
        </pc:spChg>
        <pc:spChg chg="del">
          <ac:chgData name="Muramatsu, Takayuki/村松 隆行" userId="5673437b-dcc4-4f5b-962d-77f986a91cf6" providerId="ADAL" clId="{B1E90E2F-ECDE-4C90-B222-D23A802CE5C2}" dt="2026-01-21T02:46:11.494" v="11" actId="478"/>
          <ac:spMkLst>
            <pc:docMk/>
            <pc:sldMk cId="935616879" sldId="2147483070"/>
            <ac:spMk id="48" creationId="{26B8BD52-01CF-B2E8-E92D-C8B874300915}"/>
          </ac:spMkLst>
        </pc:spChg>
        <pc:spChg chg="add">
          <ac:chgData name="Muramatsu, Takayuki/村松 隆行" userId="5673437b-dcc4-4f5b-962d-77f986a91cf6" providerId="ADAL" clId="{B1E90E2F-ECDE-4C90-B222-D23A802CE5C2}" dt="2026-01-21T02:46:08.300" v="10" actId="478"/>
          <ac:spMkLst>
            <pc:docMk/>
            <pc:sldMk cId="935616879" sldId="2147483070"/>
            <ac:spMk id="52" creationId="{AA81C44E-5CA8-921D-CF00-05DCA2308170}"/>
          </ac:spMkLst>
        </pc:spChg>
        <pc:spChg chg="del">
          <ac:chgData name="Muramatsu, Takayuki/村松 隆行" userId="5673437b-dcc4-4f5b-962d-77f986a91cf6" providerId="ADAL" clId="{B1E90E2F-ECDE-4C90-B222-D23A802CE5C2}" dt="2026-01-21T02:46:11.494" v="11" actId="478"/>
          <ac:spMkLst>
            <pc:docMk/>
            <pc:sldMk cId="935616879" sldId="2147483070"/>
            <ac:spMk id="54" creationId="{B6E7B2B6-FDF7-16F1-C2BB-21F22454F143}"/>
          </ac:spMkLst>
        </pc:spChg>
        <pc:spChg chg="add">
          <ac:chgData name="Muramatsu, Takayuki/村松 隆行" userId="5673437b-dcc4-4f5b-962d-77f986a91cf6" providerId="ADAL" clId="{B1E90E2F-ECDE-4C90-B222-D23A802CE5C2}" dt="2026-01-21T02:46:08.300" v="10" actId="478"/>
          <ac:spMkLst>
            <pc:docMk/>
            <pc:sldMk cId="935616879" sldId="2147483070"/>
            <ac:spMk id="55" creationId="{FB57B011-683E-6A78-2A1C-E63415CAB566}"/>
          </ac:spMkLst>
        </pc:spChg>
        <pc:spChg chg="add">
          <ac:chgData name="Muramatsu, Takayuki/村松 隆行" userId="5673437b-dcc4-4f5b-962d-77f986a91cf6" providerId="ADAL" clId="{B1E90E2F-ECDE-4C90-B222-D23A802CE5C2}" dt="2026-01-21T02:46:08.300" v="10" actId="478"/>
          <ac:spMkLst>
            <pc:docMk/>
            <pc:sldMk cId="935616879" sldId="2147483070"/>
            <ac:spMk id="60" creationId="{923A1560-CC7D-1151-BD87-3CDC94DC7C02}"/>
          </ac:spMkLst>
        </pc:spChg>
        <pc:spChg chg="del">
          <ac:chgData name="Muramatsu, Takayuki/村松 隆行" userId="5673437b-dcc4-4f5b-962d-77f986a91cf6" providerId="ADAL" clId="{B1E90E2F-ECDE-4C90-B222-D23A802CE5C2}" dt="2026-01-21T02:46:11.494" v="11" actId="478"/>
          <ac:spMkLst>
            <pc:docMk/>
            <pc:sldMk cId="935616879" sldId="2147483070"/>
            <ac:spMk id="61" creationId="{B67630DF-AD35-C1F3-D13E-058796BD618B}"/>
          </ac:spMkLst>
        </pc:spChg>
        <pc:spChg chg="del">
          <ac:chgData name="Muramatsu, Takayuki/村松 隆行" userId="5673437b-dcc4-4f5b-962d-77f986a91cf6" providerId="ADAL" clId="{B1E90E2F-ECDE-4C90-B222-D23A802CE5C2}" dt="2026-01-21T02:46:11.494" v="11" actId="478"/>
          <ac:spMkLst>
            <pc:docMk/>
            <pc:sldMk cId="935616879" sldId="2147483070"/>
            <ac:spMk id="62" creationId="{05A236F2-AA89-AB72-D0A2-01FE5394AF8B}"/>
          </ac:spMkLst>
        </pc:spChg>
        <pc:spChg chg="del">
          <ac:chgData name="Muramatsu, Takayuki/村松 隆行" userId="5673437b-dcc4-4f5b-962d-77f986a91cf6" providerId="ADAL" clId="{B1E90E2F-ECDE-4C90-B222-D23A802CE5C2}" dt="2026-01-21T02:46:11.494" v="11" actId="478"/>
          <ac:spMkLst>
            <pc:docMk/>
            <pc:sldMk cId="935616879" sldId="2147483070"/>
            <ac:spMk id="64" creationId="{46C43FA8-86ED-5FE5-29C8-4879733BD197}"/>
          </ac:spMkLst>
        </pc:spChg>
        <pc:spChg chg="add">
          <ac:chgData name="Muramatsu, Takayuki/村松 隆行" userId="5673437b-dcc4-4f5b-962d-77f986a91cf6" providerId="ADAL" clId="{B1E90E2F-ECDE-4C90-B222-D23A802CE5C2}" dt="2026-01-21T02:46:08.300" v="10" actId="478"/>
          <ac:spMkLst>
            <pc:docMk/>
            <pc:sldMk cId="935616879" sldId="2147483070"/>
            <ac:spMk id="65" creationId="{619FB5ED-3428-6FFB-0EAF-97AD89447708}"/>
          </ac:spMkLst>
        </pc:spChg>
        <pc:spChg chg="add">
          <ac:chgData name="Muramatsu, Takayuki/村松 隆行" userId="5673437b-dcc4-4f5b-962d-77f986a91cf6" providerId="ADAL" clId="{B1E90E2F-ECDE-4C90-B222-D23A802CE5C2}" dt="2026-01-21T02:46:08.300" v="10" actId="478"/>
          <ac:spMkLst>
            <pc:docMk/>
            <pc:sldMk cId="935616879" sldId="2147483070"/>
            <ac:spMk id="70" creationId="{372E905A-7148-D9F9-B378-82AEE484AD3F}"/>
          </ac:spMkLst>
        </pc:spChg>
        <pc:spChg chg="del">
          <ac:chgData name="Muramatsu, Takayuki/村松 隆行" userId="5673437b-dcc4-4f5b-962d-77f986a91cf6" providerId="ADAL" clId="{B1E90E2F-ECDE-4C90-B222-D23A802CE5C2}" dt="2026-01-21T02:46:11.494" v="11" actId="478"/>
          <ac:spMkLst>
            <pc:docMk/>
            <pc:sldMk cId="935616879" sldId="2147483070"/>
            <ac:spMk id="72" creationId="{AD88B594-DCBF-D47A-19A3-0D2C4AFB346C}"/>
          </ac:spMkLst>
        </pc:spChg>
        <pc:spChg chg="del">
          <ac:chgData name="Muramatsu, Takayuki/村松 隆行" userId="5673437b-dcc4-4f5b-962d-77f986a91cf6" providerId="ADAL" clId="{B1E90E2F-ECDE-4C90-B222-D23A802CE5C2}" dt="2026-01-21T02:46:11.494" v="11" actId="478"/>
          <ac:spMkLst>
            <pc:docMk/>
            <pc:sldMk cId="935616879" sldId="2147483070"/>
            <ac:spMk id="80" creationId="{AA28DFB6-D2CF-40FB-6634-170E0739AEA1}"/>
          </ac:spMkLst>
        </pc:spChg>
        <pc:spChg chg="add">
          <ac:chgData name="Muramatsu, Takayuki/村松 隆行" userId="5673437b-dcc4-4f5b-962d-77f986a91cf6" providerId="ADAL" clId="{B1E90E2F-ECDE-4C90-B222-D23A802CE5C2}" dt="2026-01-21T02:46:08.300" v="10" actId="478"/>
          <ac:spMkLst>
            <pc:docMk/>
            <pc:sldMk cId="935616879" sldId="2147483070"/>
            <ac:spMk id="85" creationId="{FFE3C191-B51F-FCBE-317B-1270B6443BBA}"/>
          </ac:spMkLst>
        </pc:spChg>
        <pc:spChg chg="add">
          <ac:chgData name="Muramatsu, Takayuki/村松 隆行" userId="5673437b-dcc4-4f5b-962d-77f986a91cf6" providerId="ADAL" clId="{B1E90E2F-ECDE-4C90-B222-D23A802CE5C2}" dt="2026-01-21T02:46:08.300" v="10" actId="478"/>
          <ac:spMkLst>
            <pc:docMk/>
            <pc:sldMk cId="935616879" sldId="2147483070"/>
            <ac:spMk id="87" creationId="{AE55F71B-FA49-7F8D-3B50-B20D0AD87970}"/>
          </ac:spMkLst>
        </pc:spChg>
        <pc:spChg chg="del">
          <ac:chgData name="Muramatsu, Takayuki/村松 隆行" userId="5673437b-dcc4-4f5b-962d-77f986a91cf6" providerId="ADAL" clId="{B1E90E2F-ECDE-4C90-B222-D23A802CE5C2}" dt="2026-01-21T02:46:11.494" v="11" actId="478"/>
          <ac:spMkLst>
            <pc:docMk/>
            <pc:sldMk cId="935616879" sldId="2147483070"/>
            <ac:spMk id="92" creationId="{DAE93030-1406-AA3D-5938-A248718AF897}"/>
          </ac:spMkLst>
        </pc:spChg>
        <pc:spChg chg="add">
          <ac:chgData name="Muramatsu, Takayuki/村松 隆行" userId="5673437b-dcc4-4f5b-962d-77f986a91cf6" providerId="ADAL" clId="{B1E90E2F-ECDE-4C90-B222-D23A802CE5C2}" dt="2026-01-21T02:46:08.300" v="10" actId="478"/>
          <ac:spMkLst>
            <pc:docMk/>
            <pc:sldMk cId="935616879" sldId="2147483070"/>
            <ac:spMk id="96" creationId="{711BCD72-2425-E41B-3274-388199479EF8}"/>
          </ac:spMkLst>
        </pc:spChg>
        <pc:spChg chg="add">
          <ac:chgData name="Muramatsu, Takayuki/村松 隆行" userId="5673437b-dcc4-4f5b-962d-77f986a91cf6" providerId="ADAL" clId="{B1E90E2F-ECDE-4C90-B222-D23A802CE5C2}" dt="2026-01-21T02:46:08.300" v="10" actId="478"/>
          <ac:spMkLst>
            <pc:docMk/>
            <pc:sldMk cId="935616879" sldId="2147483070"/>
            <ac:spMk id="97" creationId="{B530B873-F566-B10A-CE57-039053EBDD54}"/>
          </ac:spMkLst>
        </pc:spChg>
        <pc:spChg chg="add">
          <ac:chgData name="Muramatsu, Takayuki/村松 隆行" userId="5673437b-dcc4-4f5b-962d-77f986a91cf6" providerId="ADAL" clId="{B1E90E2F-ECDE-4C90-B222-D23A802CE5C2}" dt="2026-01-21T02:46:08.300" v="10" actId="478"/>
          <ac:spMkLst>
            <pc:docMk/>
            <pc:sldMk cId="935616879" sldId="2147483070"/>
            <ac:spMk id="99" creationId="{30576CA2-94C9-D636-FC2E-99AE647CB853}"/>
          </ac:spMkLst>
        </pc:spChg>
        <pc:picChg chg="add mod modCrop">
          <ac:chgData name="Muramatsu, Takayuki/村松 隆行" userId="5673437b-dcc4-4f5b-962d-77f986a91cf6" providerId="ADAL" clId="{B1E90E2F-ECDE-4C90-B222-D23A802CE5C2}" dt="2026-01-21T03:03:08.501" v="272" actId="1076"/>
          <ac:picMkLst>
            <pc:docMk/>
            <pc:sldMk cId="935616879" sldId="2147483070"/>
            <ac:picMk id="9" creationId="{57D05599-ED15-A0EB-4443-78565F1FB7D9}"/>
          </ac:picMkLst>
        </pc:picChg>
        <pc:cxnChg chg="add mod">
          <ac:chgData name="Muramatsu, Takayuki/村松 隆行" userId="5673437b-dcc4-4f5b-962d-77f986a91cf6" providerId="ADAL" clId="{B1E90E2F-ECDE-4C90-B222-D23A802CE5C2}" dt="2026-01-21T03:05:30.673" v="295" actId="14100"/>
          <ac:cxnSpMkLst>
            <pc:docMk/>
            <pc:sldMk cId="935616879" sldId="2147483070"/>
            <ac:cxnSpMk id="14" creationId="{0B037051-90C1-61A1-066C-DC0A2A25DCDD}"/>
          </ac:cxnSpMkLst>
        </pc:cxnChg>
        <pc:cxnChg chg="add mod">
          <ac:chgData name="Muramatsu, Takayuki/村松 隆行" userId="5673437b-dcc4-4f5b-962d-77f986a91cf6" providerId="ADAL" clId="{B1E90E2F-ECDE-4C90-B222-D23A802CE5C2}" dt="2026-01-21T03:05:34.728" v="296" actId="14100"/>
          <ac:cxnSpMkLst>
            <pc:docMk/>
            <pc:sldMk cId="935616879" sldId="2147483070"/>
            <ac:cxnSpMk id="16" creationId="{B737D2BB-456A-4275-FCC3-C26990A7C910}"/>
          </ac:cxnSpMkLst>
        </pc:cxnChg>
        <pc:cxnChg chg="add mod">
          <ac:chgData name="Muramatsu, Takayuki/村松 隆行" userId="5673437b-dcc4-4f5b-962d-77f986a91cf6" providerId="ADAL" clId="{B1E90E2F-ECDE-4C90-B222-D23A802CE5C2}" dt="2026-01-21T03:05:44.239" v="297" actId="692"/>
          <ac:cxnSpMkLst>
            <pc:docMk/>
            <pc:sldMk cId="935616879" sldId="2147483070"/>
            <ac:cxnSpMk id="20" creationId="{BBE31976-1F8A-FA07-121B-D2AEEA0D24DD}"/>
          </ac:cxnSpMkLst>
        </pc:cxn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4E584F5-6254-4331-8D5D-DF18DB44FD90}" type="datetimeFigureOut">
              <a:rPr kumimoji="1" lang="ja-JP" altLang="en-US" smtClean="0"/>
              <a:t>2026/1/26</a:t>
            </a:fld>
            <a:endParaRPr kumimoji="1" lang="ja-JP" altLang="en-US"/>
          </a:p>
        </p:txBody>
      </p:sp>
      <p:sp>
        <p:nvSpPr>
          <p:cNvPr id="4" name="スライド イメージ プレースホルダー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ja-JP" altLang="en-US"/>
          </a:p>
        </p:txBody>
      </p:sp>
      <p:sp>
        <p:nvSpPr>
          <p:cNvPr id="5" name="ノー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1356902-4443-48C9-8EC3-BCC06545843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36646373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400701CE-916A-F1B7-9DB0-2F75219040D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632D75B7-19E6-8839-DA29-B3A59A94A7B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BAD12C01-469D-C805-6CA3-7613A452A4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AE6815-4391-4DC9-ACC7-3F71C70D82B1}" type="datetimeFigureOut">
              <a:rPr kumimoji="1" lang="ja-JP" altLang="en-US" smtClean="0"/>
              <a:t>2026/1/26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8B7C698F-BF28-961A-848A-9479F5828B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3E211C84-64A4-FD81-F583-E033209B51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B84DF9-DB7A-43C7-9210-DCBF132BE1E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57859757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2F606BD2-AD6A-0960-801F-7963EDBC91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A4042DB6-6A16-B95B-18A6-3474D9149B4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3D6E09A5-CD61-85F7-20FE-23A3D8FD26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AE6815-4391-4DC9-ACC7-3F71C70D82B1}" type="datetimeFigureOut">
              <a:rPr kumimoji="1" lang="ja-JP" altLang="en-US" smtClean="0"/>
              <a:t>2026/1/26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E9F98FC8-BFAD-7405-D641-2914965671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8EE8F54A-4296-6CD4-619A-1E39C11373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B84DF9-DB7A-43C7-9210-DCBF132BE1EC}" type="slidenum">
              <a:rPr kumimoji="1" lang="ja-JP" altLang="en-US" smtClean="0"/>
              <a:t>‹#›</a:t>
            </a:fld>
            <a:endParaRPr kumimoji="1" lang="ja-JP" altLang="en-US"/>
          </a:p>
        </p:txBody>
      </p:sp>
      <p:cxnSp>
        <p:nvCxnSpPr>
          <p:cNvPr id="7" name="直線コネクタ 6">
            <a:extLst>
              <a:ext uri="{FF2B5EF4-FFF2-40B4-BE49-F238E27FC236}">
                <a16:creationId xmlns:a16="http://schemas.microsoft.com/office/drawing/2014/main" id="{0EE5D7C4-A6D8-F68E-DDBF-CE3E6BB7C547}"/>
              </a:ext>
            </a:extLst>
          </p:cNvPr>
          <p:cNvCxnSpPr/>
          <p:nvPr userDrawn="1"/>
        </p:nvCxnSpPr>
        <p:spPr>
          <a:xfrm>
            <a:off x="0" y="630621"/>
            <a:ext cx="12192000" cy="0"/>
          </a:xfrm>
          <a:prstGeom prst="line">
            <a:avLst/>
          </a:prstGeom>
          <a:ln w="317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7817528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0172961B-AAF6-694D-4751-83CFC12583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4419E109-1907-F070-1A05-06BB35BC7AC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F7176D97-191E-4E75-C749-F6E5F6CA5F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AE6815-4391-4DC9-ACC7-3F71C70D82B1}" type="datetimeFigureOut">
              <a:rPr kumimoji="1" lang="ja-JP" altLang="en-US" smtClean="0"/>
              <a:t>2026/1/26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7E40F68E-24DA-3D28-F0E7-04719BB667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0E0A1948-2E96-7EDB-998C-DF99DFED12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B84DF9-DB7A-43C7-9210-DCBF132BE1E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18297819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D6715BEF-59DA-B41D-4910-6988AD8E7F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A7C38B74-532D-539E-63EF-F956561E382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45CC37FA-2DB9-B53E-6895-253CA95066A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DEC42E82-A997-C773-1AB6-F0C488BCBB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AE6815-4391-4DC9-ACC7-3F71C70D82B1}" type="datetimeFigureOut">
              <a:rPr kumimoji="1" lang="ja-JP" altLang="en-US" smtClean="0"/>
              <a:t>2026/1/26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E820E143-262F-D15B-ACA4-A13B21B98C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FCAF403D-20D0-9C8A-33D1-301D7087B8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B84DF9-DB7A-43C7-9210-DCBF132BE1E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57528705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458FEB25-B7C0-596A-B0C1-3A9443E020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07829581-FCB5-F1DF-1F83-9326635E178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FD2E1D50-9288-E903-FB5D-4A00EC1AAE3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B31079A6-C228-D9CE-DA18-F3AAAB36859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C72BD653-AEDC-9C45-B11B-33B3E9BA939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CF3348CB-B89D-B5F4-656D-33DB9D1F4D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AE6815-4391-4DC9-ACC7-3F71C70D82B1}" type="datetimeFigureOut">
              <a:rPr kumimoji="1" lang="ja-JP" altLang="en-US" smtClean="0"/>
              <a:t>2026/1/26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57671EA0-FC31-2146-47D5-8C3AE21374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49463B58-95DE-7C1F-B42C-EEF6652A73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B84DF9-DB7A-43C7-9210-DCBF132BE1E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17541795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DA5E183-F1C5-B2D0-735A-F40BAFBE8A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EC9A34E3-C531-1CEF-28DB-B7100FD00A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AE6815-4391-4DC9-ACC7-3F71C70D82B1}" type="datetimeFigureOut">
              <a:rPr kumimoji="1" lang="ja-JP" altLang="en-US" smtClean="0"/>
              <a:t>2026/1/26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F070D1F0-238C-4F63-94CE-7C61421B63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7F185F7F-9C25-6BED-CAA6-C1EDBAB6EE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B84DF9-DB7A-43C7-9210-DCBF132BE1E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93547150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0A4F5C8F-BC27-625D-93FB-07B0220F99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AE6815-4391-4DC9-ACC7-3F71C70D82B1}" type="datetimeFigureOut">
              <a:rPr kumimoji="1" lang="ja-JP" altLang="en-US" smtClean="0"/>
              <a:t>2026/1/26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EB453243-C58A-F2D4-EA69-5666D227C1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824F1369-F06E-52D4-484B-1B9C1429FA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B84DF9-DB7A-43C7-9210-DCBF132BE1E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8027768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1B2BC525-21AD-3F7A-C692-5CBF11E681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7B057FAC-193D-013D-6335-DF265C4FF15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90A69C3F-003A-4A8D-398C-D1859D953EE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81E6B83B-A437-10B6-DA54-A4965B9934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AE6815-4391-4DC9-ACC7-3F71C70D82B1}" type="datetimeFigureOut">
              <a:rPr kumimoji="1" lang="ja-JP" altLang="en-US" smtClean="0"/>
              <a:t>2026/1/26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BC6E502C-1A44-C3FA-8BA7-AAD87B7F66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5A9DE41F-F276-347E-8CF3-AD10F6452F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B84DF9-DB7A-43C7-9210-DCBF132BE1E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10479110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0EA2F402-8847-1748-217C-B8F666BCBE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9F9C0B27-FB19-8E3B-D31A-082E49DE567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FE098A6B-3831-50A5-3754-F4D9B85D19F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D8744E88-552B-562B-A6BB-E114073772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AE6815-4391-4DC9-ACC7-3F71C70D82B1}" type="datetimeFigureOut">
              <a:rPr kumimoji="1" lang="ja-JP" altLang="en-US" smtClean="0"/>
              <a:t>2026/1/26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9B545AF2-EC6B-74D0-9746-ADA6E1CCD7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CF9FD471-1EA0-C0FC-C77F-F8A6EC0DEB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B84DF9-DB7A-43C7-9210-DCBF132BE1E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79439699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4AB3BDB2-E1E5-72BD-C0AE-1E005790EC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24CA5B6E-0154-69EE-BCB0-A4A807F8233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52CF11D7-5995-89D4-08CD-DF854F3CB3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AE6815-4391-4DC9-ACC7-3F71C70D82B1}" type="datetimeFigureOut">
              <a:rPr kumimoji="1" lang="ja-JP" altLang="en-US" smtClean="0"/>
              <a:t>2026/1/26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47824568-8702-1A43-14F1-958DB4F9E1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AEFE8ABC-8A48-0F55-F572-03F5849C88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B84DF9-DB7A-43C7-9210-DCBF132BE1E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77171780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7EBE0AE2-839C-652A-6EDD-D24DD8BB0C9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9E36CD29-4001-448F-8441-6F5DAFAD2AD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440B6E89-B0D2-CD31-1629-0341D51C9F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AE6815-4391-4DC9-ACC7-3F71C70D82B1}" type="datetimeFigureOut">
              <a:rPr kumimoji="1" lang="ja-JP" altLang="en-US" smtClean="0"/>
              <a:t>2026/1/26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3EF3DDC3-46AB-C4A5-4DD5-9FA920AB69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5D4743C2-1196-132E-42F2-1FA75D91AD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B84DF9-DB7A-43C7-9210-DCBF132BE1E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63816142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1E200EBB-60D6-24EE-C0FD-B8CB12435A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D59D4321-C180-6B5B-FB0D-593189E0D4F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B1A2720B-4FAB-6F60-E084-7BD233BDAB5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9AE6815-4391-4DC9-ACC7-3F71C70D82B1}" type="datetimeFigureOut">
              <a:rPr kumimoji="1" lang="ja-JP" altLang="en-US" smtClean="0"/>
              <a:t>2026/1/26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1ADF993C-3552-C998-824C-AF005D5FE8C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A89680ED-2BE7-A937-9656-436F9D9B6AB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FB84DF9-DB7A-43C7-9210-DCBF132BE1EC}" type="slidenum">
              <a:rPr kumimoji="1" lang="ja-JP" altLang="en-US" smtClean="0"/>
              <a:t>‹#›</a:t>
            </a:fld>
            <a:endParaRPr kumimoji="1" lang="ja-JP" altLang="en-US"/>
          </a:p>
        </p:txBody>
      </p:sp>
      <p:sp>
        <p:nvSpPr>
          <p:cNvPr id="7" name="Rectangle 8">
            <a:extLst>
              <a:ext uri="{FF2B5EF4-FFF2-40B4-BE49-F238E27FC236}">
                <a16:creationId xmlns:a16="http://schemas.microsoft.com/office/drawing/2014/main" id="{D98EBE8C-3D4B-452B-6E7D-8387478E6491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11707583" y="132258"/>
            <a:ext cx="360000" cy="3600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none" lIns="36000" tIns="36000" rIns="36000" bIns="36000" anchor="ctr" anchorCtr="1"/>
          <a:lstStyle>
            <a:lvl1pPr eaLnBrk="0" hangingPunct="0">
              <a:defRPr kumimoji="1"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0AED2E0-4940-4CC5-9223-6ADD8EC6DCDD}" type="slidenum">
              <a:rPr kumimoji="1" lang="en-US" altLang="ja-JP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eiryo UI" panose="020B0604030504040204" pitchFamily="50" charset="-128"/>
                <a:ea typeface="Meiryo UI" panose="020B0604030504040204" pitchFamily="50" charset="-128"/>
              </a:rPr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1" lang="en-US" altLang="ja-JP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pic>
        <p:nvPicPr>
          <p:cNvPr id="8" name="図 7">
            <a:extLst>
              <a:ext uri="{FF2B5EF4-FFF2-40B4-BE49-F238E27FC236}">
                <a16:creationId xmlns:a16="http://schemas.microsoft.com/office/drawing/2014/main" id="{58439500-571F-4CCD-6678-840BF4628130}"/>
              </a:ext>
            </a:extLst>
          </p:cNvPr>
          <p:cNvPicPr>
            <a:picLocks noChangeAspect="1"/>
          </p:cNvPicPr>
          <p:nvPr userDrawn="1"/>
        </p:nvPicPr>
        <p:blipFill>
          <a:blip r:embed="rId13"/>
          <a:stretch>
            <a:fillRect/>
          </a:stretch>
        </p:blipFill>
        <p:spPr>
          <a:xfrm>
            <a:off x="11000471" y="148695"/>
            <a:ext cx="531895" cy="330864"/>
          </a:xfrm>
          <a:prstGeom prst="rect">
            <a:avLst/>
          </a:prstGeom>
          <a:ln w="9525">
            <a:solidFill>
              <a:schemeClr val="tx1">
                <a:lumMod val="75000"/>
                <a:lumOff val="2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84003853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4.png"/><Relationship Id="rId7" Type="http://schemas.microsoft.com/office/2007/relationships/hdphoto" Target="../media/hdphoto1.wdp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11" Type="http://schemas.openxmlformats.org/officeDocument/2006/relationships/image" Target="../media/image10.png"/><Relationship Id="rId5" Type="http://schemas.openxmlformats.org/officeDocument/2006/relationships/image" Target="../media/image6.png"/><Relationship Id="rId10" Type="http://schemas.microsoft.com/office/2007/relationships/hdphoto" Target="../media/hdphoto2.wdp"/><Relationship Id="rId4" Type="http://schemas.openxmlformats.org/officeDocument/2006/relationships/image" Target="../media/image5.png"/><Relationship Id="rId9" Type="http://schemas.openxmlformats.org/officeDocument/2006/relationships/image" Target="../media/image9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A7D2197C-2052-FD30-D062-E0F13E94A1AD}"/>
              </a:ext>
            </a:extLst>
          </p:cNvPr>
          <p:cNvSpPr txBox="1"/>
          <p:nvPr/>
        </p:nvSpPr>
        <p:spPr>
          <a:xfrm>
            <a:off x="0" y="2854225"/>
            <a:ext cx="12192000" cy="574775"/>
          </a:xfrm>
          <a:prstGeom prst="rect">
            <a:avLst/>
          </a:prstGeom>
          <a:noFill/>
        </p:spPr>
        <p:txBody>
          <a:bodyPr wrap="square" lIns="10288" tIns="10288" rIns="10288" bIns="10288" rtlCol="0">
            <a:spAutoFit/>
          </a:bodyPr>
          <a:lstStyle/>
          <a:p>
            <a:pPr algn="ctr"/>
            <a:r>
              <a:rPr kumimoji="1" lang="ja-JP" altLang="en-US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システム開発に関するご相談</a:t>
            </a:r>
            <a:endParaRPr kumimoji="1" lang="en-US" altLang="ja-JP" sz="36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420165F4-07B6-AC09-8D26-04790169337C}"/>
              </a:ext>
            </a:extLst>
          </p:cNvPr>
          <p:cNvSpPr txBox="1"/>
          <p:nvPr/>
        </p:nvSpPr>
        <p:spPr>
          <a:xfrm>
            <a:off x="9885152" y="5537056"/>
            <a:ext cx="2095445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ja-JP" dirty="0">
                <a:solidFill>
                  <a:prstClr val="black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2026</a:t>
            </a:r>
            <a:r>
              <a:rPr lang="ja-JP" altLang="en-US" dirty="0">
                <a:solidFill>
                  <a:prstClr val="black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年</a:t>
            </a:r>
            <a:r>
              <a:rPr lang="en-US" altLang="ja-JP" dirty="0">
                <a:solidFill>
                  <a:prstClr val="black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1</a:t>
            </a:r>
            <a:r>
              <a:rPr lang="ja-JP" altLang="en-US" dirty="0">
                <a:solidFill>
                  <a:prstClr val="black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月</a:t>
            </a:r>
            <a:r>
              <a:rPr lang="en-US" altLang="ja-JP" dirty="0">
                <a:solidFill>
                  <a:prstClr val="black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21</a:t>
            </a:r>
            <a:r>
              <a:rPr lang="ja-JP" altLang="en-US" dirty="0">
                <a:solidFill>
                  <a:prstClr val="black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日</a:t>
            </a:r>
            <a:endParaRPr lang="en-US" altLang="ja-JP" dirty="0">
              <a:solidFill>
                <a:prstClr val="black"/>
              </a:solidFill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  <a:p>
            <a:pPr algn="r">
              <a:defRPr/>
            </a:pPr>
            <a:r>
              <a:rPr kumimoji="1" lang="ja-JP" altLang="en-US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IZ UDPゴシック" panose="020B0400000000000000" pitchFamily="50" charset="-128"/>
                <a:ea typeface="BIZ UDPゴシック" panose="020B0400000000000000" pitchFamily="50" charset="-128"/>
                <a:cs typeface="+mn-cs"/>
              </a:rPr>
              <a:t>トヨタ自動車</a:t>
            </a:r>
            <a:r>
              <a:rPr kumimoji="1" lang="en-US" altLang="ja-JP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IZ UDPゴシック" panose="020B0400000000000000" pitchFamily="50" charset="-128"/>
                <a:ea typeface="BIZ UDPゴシック" panose="020B0400000000000000" pitchFamily="50" charset="-128"/>
                <a:cs typeface="+mn-cs"/>
              </a:rPr>
              <a:t>(</a:t>
            </a:r>
            <a:r>
              <a:rPr kumimoji="1" lang="ja-JP" altLang="en-US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IZ UDPゴシック" panose="020B0400000000000000" pitchFamily="50" charset="-128"/>
                <a:ea typeface="BIZ UDPゴシック" panose="020B0400000000000000" pitchFamily="50" charset="-128"/>
                <a:cs typeface="+mn-cs"/>
              </a:rPr>
              <a:t>株</a:t>
            </a:r>
            <a:r>
              <a:rPr kumimoji="1" lang="en-US" altLang="ja-JP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IZ UDPゴシック" panose="020B0400000000000000" pitchFamily="50" charset="-128"/>
                <a:ea typeface="BIZ UDPゴシック" panose="020B0400000000000000" pitchFamily="50" charset="-128"/>
                <a:cs typeface="+mn-cs"/>
              </a:rPr>
              <a:t>)</a:t>
            </a:r>
          </a:p>
          <a:p>
            <a:pPr algn="r">
              <a:defRPr/>
            </a:pPr>
            <a:r>
              <a:rPr lang="en-US" altLang="ja-JP" dirty="0">
                <a:solidFill>
                  <a:prstClr val="black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CN</a:t>
            </a:r>
            <a:r>
              <a:rPr lang="ja-JP" altLang="en-US" dirty="0">
                <a:solidFill>
                  <a:prstClr val="black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システム開発部</a:t>
            </a:r>
            <a:endParaRPr kumimoji="1" lang="en-US" altLang="ja-JP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BIZ UDPゴシック" panose="020B0400000000000000" pitchFamily="50" charset="-128"/>
              <a:ea typeface="BIZ UDPゴシック" panose="020B0400000000000000" pitchFamily="50" charset="-128"/>
              <a:cs typeface="+mn-cs"/>
            </a:endParaRPr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CCBDF77-575D-5BC2-BD20-5E19CDF9E269}"/>
              </a:ext>
            </a:extLst>
          </p:cNvPr>
          <p:cNvSpPr txBox="1"/>
          <p:nvPr/>
        </p:nvSpPr>
        <p:spPr>
          <a:xfrm>
            <a:off x="0" y="859279"/>
            <a:ext cx="12192000" cy="390109"/>
          </a:xfrm>
          <a:prstGeom prst="rect">
            <a:avLst/>
          </a:prstGeom>
          <a:noFill/>
        </p:spPr>
        <p:txBody>
          <a:bodyPr wrap="square" lIns="10288" tIns="10288" rIns="10288" bIns="10288" rtlCol="0">
            <a:spAutoFit/>
          </a:bodyPr>
          <a:lstStyle/>
          <a:p>
            <a:r>
              <a:rPr kumimoji="1" lang="en-US" altLang="ja-JP" sz="24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	</a:t>
            </a:r>
            <a:r>
              <a:rPr kumimoji="1" lang="ja-JP" altLang="en-US" sz="24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伊藤忠テクノソリューションズ株式会社</a:t>
            </a:r>
            <a:endParaRPr kumimoji="1" lang="en-US" altLang="ja-JP" sz="2400" dirty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82520631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1AF17BB9-0BB0-F0FD-5D55-B19032CB1B20}"/>
              </a:ext>
            </a:extLst>
          </p:cNvPr>
          <p:cNvSpPr txBox="1"/>
          <p:nvPr/>
        </p:nvSpPr>
        <p:spPr>
          <a:xfrm>
            <a:off x="-3368" y="5568"/>
            <a:ext cx="3673616" cy="626701"/>
          </a:xfrm>
          <a:prstGeom prst="rect">
            <a:avLst/>
          </a:prstGeom>
          <a:noFill/>
        </p:spPr>
        <p:txBody>
          <a:bodyPr wrap="none" lIns="72000" tIns="36000" rIns="72000" bIns="36000" rtlCol="0" anchor="ctr">
            <a:spAutoFit/>
          </a:bodyPr>
          <a:lstStyle/>
          <a:p>
            <a:r>
              <a:rPr lang="ja-JP" altLang="en-US" sz="3600" dirty="0">
                <a:latin typeface="Meiryo UI" panose="020B0604030504040204" pitchFamily="50" charset="-128"/>
                <a:ea typeface="Meiryo UI" panose="020B0604030504040204" pitchFamily="50" charset="-128"/>
              </a:rPr>
              <a:t>本日議論したいこと</a:t>
            </a:r>
            <a:endParaRPr kumimoji="1" lang="en-US" altLang="ja-JP" sz="36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pic>
        <p:nvPicPr>
          <p:cNvPr id="9" name="図 8">
            <a:extLst>
              <a:ext uri="{FF2B5EF4-FFF2-40B4-BE49-F238E27FC236}">
                <a16:creationId xmlns:a16="http://schemas.microsoft.com/office/drawing/2014/main" id="{9DF1215B-3E6F-EA2F-3A71-65042C156B4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13669" y="1014292"/>
            <a:ext cx="9764661" cy="5465836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10" name="正方形/長方形 9">
            <a:extLst>
              <a:ext uri="{FF2B5EF4-FFF2-40B4-BE49-F238E27FC236}">
                <a16:creationId xmlns:a16="http://schemas.microsoft.com/office/drawing/2014/main" id="{9E227921-F5E6-6407-A378-55104DEC51C0}"/>
              </a:ext>
            </a:extLst>
          </p:cNvPr>
          <p:cNvSpPr/>
          <p:nvPr/>
        </p:nvSpPr>
        <p:spPr>
          <a:xfrm>
            <a:off x="4579684" y="2335946"/>
            <a:ext cx="3035193" cy="1575227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1" name="テキスト ボックス 10">
            <a:extLst>
              <a:ext uri="{FF2B5EF4-FFF2-40B4-BE49-F238E27FC236}">
                <a16:creationId xmlns:a16="http://schemas.microsoft.com/office/drawing/2014/main" id="{F43726CD-F552-692C-184D-50695D876CAE}"/>
              </a:ext>
            </a:extLst>
          </p:cNvPr>
          <p:cNvSpPr txBox="1"/>
          <p:nvPr/>
        </p:nvSpPr>
        <p:spPr>
          <a:xfrm>
            <a:off x="4579684" y="1966614"/>
            <a:ext cx="380104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dirty="0">
                <a:solidFill>
                  <a:schemeClr val="accent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▼詳細をお話しさせていただきたい</a:t>
            </a:r>
          </a:p>
        </p:txBody>
      </p:sp>
    </p:spTree>
    <p:extLst>
      <p:ext uri="{BB962C8B-B14F-4D97-AF65-F5344CB8AC3E}">
        <p14:creationId xmlns:p14="http://schemas.microsoft.com/office/powerpoint/2010/main" val="223132130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EF62E14C-623A-964E-A893-2BA6879A3C37}"/>
              </a:ext>
            </a:extLst>
          </p:cNvPr>
          <p:cNvSpPr txBox="1"/>
          <p:nvPr/>
        </p:nvSpPr>
        <p:spPr>
          <a:xfrm>
            <a:off x="-3368" y="5568"/>
            <a:ext cx="10835833" cy="626701"/>
          </a:xfrm>
          <a:prstGeom prst="rect">
            <a:avLst/>
          </a:prstGeom>
          <a:noFill/>
        </p:spPr>
        <p:txBody>
          <a:bodyPr wrap="none" lIns="72000" tIns="36000" rIns="72000" bIns="36000" rtlCol="0" anchor="ctr">
            <a:spAutoFit/>
          </a:bodyPr>
          <a:lstStyle/>
          <a:p>
            <a:r>
              <a:rPr kumimoji="1" lang="ja-JP" altLang="en-US" sz="3600">
                <a:latin typeface="Meiryo UI" panose="020B0604030504040204" pitchFamily="50" charset="-128"/>
                <a:ea typeface="Meiryo UI" panose="020B0604030504040204" pitchFamily="50" charset="-128"/>
              </a:rPr>
              <a:t>現行業務の情報・運用ルール、セキュリティ、利用環境等</a:t>
            </a:r>
            <a:endParaRPr kumimoji="1" lang="en-US" altLang="ja-JP" sz="360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5C439E0B-DEF1-5A0E-B3E6-AB9415AA143B}"/>
              </a:ext>
            </a:extLst>
          </p:cNvPr>
          <p:cNvSpPr txBox="1"/>
          <p:nvPr/>
        </p:nvSpPr>
        <p:spPr>
          <a:xfrm>
            <a:off x="657225" y="1028700"/>
            <a:ext cx="636103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dirty="0">
                <a:solidFill>
                  <a:schemeClr val="accent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他社のシステム、オペレーションは弊社からはよくわからない。</a:t>
            </a:r>
          </a:p>
        </p:txBody>
      </p:sp>
      <p:pic>
        <p:nvPicPr>
          <p:cNvPr id="9" name="図 8">
            <a:extLst>
              <a:ext uri="{FF2B5EF4-FFF2-40B4-BE49-F238E27FC236}">
                <a16:creationId xmlns:a16="http://schemas.microsoft.com/office/drawing/2014/main" id="{3E2017EB-A922-6EF5-9FAA-5DAB52E27A1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66833" y="1773378"/>
            <a:ext cx="9511477" cy="3708566"/>
          </a:xfrm>
          <a:prstGeom prst="rect">
            <a:avLst/>
          </a:prstGeom>
        </p:spPr>
      </p:pic>
      <p:sp>
        <p:nvSpPr>
          <p:cNvPr id="10" name="テキスト ボックス 9">
            <a:extLst>
              <a:ext uri="{FF2B5EF4-FFF2-40B4-BE49-F238E27FC236}">
                <a16:creationId xmlns:a16="http://schemas.microsoft.com/office/drawing/2014/main" id="{B2FAD7BE-2B2D-32AA-DE80-B4138AF359FF}"/>
              </a:ext>
            </a:extLst>
          </p:cNvPr>
          <p:cNvSpPr txBox="1"/>
          <p:nvPr/>
        </p:nvSpPr>
        <p:spPr>
          <a:xfrm>
            <a:off x="4505910" y="5913703"/>
            <a:ext cx="1200970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ja-JP" altLang="en-US" sz="120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工事記録</a:t>
            </a:r>
            <a:endParaRPr kumimoji="1" lang="en-US" altLang="ja-JP" sz="120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  <a:p>
            <a:pPr algn="ctr"/>
            <a:r>
              <a:rPr lang="en-US" altLang="ja-JP" sz="100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(</a:t>
            </a:r>
            <a:r>
              <a:rPr lang="ja-JP" altLang="en-US" sz="100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お客様情報含む</a:t>
            </a:r>
            <a:r>
              <a:rPr lang="en-US" altLang="ja-JP" sz="100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)</a:t>
            </a:r>
            <a:endParaRPr kumimoji="1" lang="ja-JP" altLang="en-US" sz="100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pic>
        <p:nvPicPr>
          <p:cNvPr id="11" name="図 10">
            <a:extLst>
              <a:ext uri="{FF2B5EF4-FFF2-40B4-BE49-F238E27FC236}">
                <a16:creationId xmlns:a16="http://schemas.microsoft.com/office/drawing/2014/main" id="{A1175F65-FE44-CA50-D91D-D842285579D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03835" y="5954325"/>
            <a:ext cx="374616" cy="349642"/>
          </a:xfrm>
          <a:prstGeom prst="rect">
            <a:avLst/>
          </a:prstGeom>
        </p:spPr>
      </p:pic>
      <p:pic>
        <p:nvPicPr>
          <p:cNvPr id="12" name="図 11">
            <a:extLst>
              <a:ext uri="{FF2B5EF4-FFF2-40B4-BE49-F238E27FC236}">
                <a16:creationId xmlns:a16="http://schemas.microsoft.com/office/drawing/2014/main" id="{20F1D8BE-8500-FAFE-8700-7695FF62408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77659" y="4554493"/>
            <a:ext cx="358328" cy="353849"/>
          </a:xfrm>
          <a:prstGeom prst="rect">
            <a:avLst/>
          </a:prstGeom>
        </p:spPr>
      </p:pic>
      <p:pic>
        <p:nvPicPr>
          <p:cNvPr id="13" name="図 12">
            <a:extLst>
              <a:ext uri="{FF2B5EF4-FFF2-40B4-BE49-F238E27FC236}">
                <a16:creationId xmlns:a16="http://schemas.microsoft.com/office/drawing/2014/main" id="{BA8053AE-7CDF-C8C4-4850-B1D2FC16214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641564" y="4673713"/>
            <a:ext cx="514422" cy="543001"/>
          </a:xfrm>
          <a:prstGeom prst="rect">
            <a:avLst/>
          </a:prstGeom>
        </p:spPr>
      </p:pic>
      <p:sp>
        <p:nvSpPr>
          <p:cNvPr id="14" name="テキスト ボックス 13">
            <a:extLst>
              <a:ext uri="{FF2B5EF4-FFF2-40B4-BE49-F238E27FC236}">
                <a16:creationId xmlns:a16="http://schemas.microsoft.com/office/drawing/2014/main" id="{96FC2943-FF8D-E1E9-0D3B-0AC76081DFE1}"/>
              </a:ext>
            </a:extLst>
          </p:cNvPr>
          <p:cNvSpPr txBox="1"/>
          <p:nvPr/>
        </p:nvSpPr>
        <p:spPr>
          <a:xfrm>
            <a:off x="2327945" y="5061485"/>
            <a:ext cx="114165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ja-JP" altLang="en-US" sz="120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プロパ限</a:t>
            </a:r>
            <a:r>
              <a:rPr kumimoji="1" lang="en-US" altLang="ja-JP" sz="120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SPO</a:t>
            </a:r>
            <a:endParaRPr kumimoji="1" lang="ja-JP" altLang="en-US" sz="100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cxnSp>
        <p:nvCxnSpPr>
          <p:cNvPr id="15" name="直線矢印コネクタ 14">
            <a:extLst>
              <a:ext uri="{FF2B5EF4-FFF2-40B4-BE49-F238E27FC236}">
                <a16:creationId xmlns:a16="http://schemas.microsoft.com/office/drawing/2014/main" id="{53191200-4472-EB82-1009-C5CE76A8E3EE}"/>
              </a:ext>
            </a:extLst>
          </p:cNvPr>
          <p:cNvCxnSpPr/>
          <p:nvPr/>
        </p:nvCxnSpPr>
        <p:spPr>
          <a:xfrm flipH="1">
            <a:off x="3155986" y="4945213"/>
            <a:ext cx="445734" cy="0"/>
          </a:xfrm>
          <a:prstGeom prst="straightConnector1">
            <a:avLst/>
          </a:prstGeom>
          <a:ln w="12700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雲 15">
            <a:extLst>
              <a:ext uri="{FF2B5EF4-FFF2-40B4-BE49-F238E27FC236}">
                <a16:creationId xmlns:a16="http://schemas.microsoft.com/office/drawing/2014/main" id="{AAD09EB7-E8DD-8C78-DAB5-4533C0C46FF0}"/>
              </a:ext>
            </a:extLst>
          </p:cNvPr>
          <p:cNvSpPr/>
          <p:nvPr/>
        </p:nvSpPr>
        <p:spPr>
          <a:xfrm>
            <a:off x="3077795" y="6015533"/>
            <a:ext cx="1047849" cy="576867"/>
          </a:xfrm>
          <a:prstGeom prst="cloud">
            <a:avLst/>
          </a:prstGeom>
          <a:solidFill>
            <a:schemeClr val="bg1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pic>
        <p:nvPicPr>
          <p:cNvPr id="17" name="図 16">
            <a:extLst>
              <a:ext uri="{FF2B5EF4-FFF2-40B4-BE49-F238E27FC236}">
                <a16:creationId xmlns:a16="http://schemas.microsoft.com/office/drawing/2014/main" id="{4E063D75-C4F9-CC03-90FE-D97AA844333A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backgroundRemoval t="10000" b="90000" l="10000" r="90000">
                        <a14:foregroundMark x1="35185" y1="52632" x2="33333" y2="59649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3377659" y="5965549"/>
            <a:ext cx="491478" cy="518782"/>
          </a:xfrm>
          <a:prstGeom prst="rect">
            <a:avLst/>
          </a:prstGeom>
        </p:spPr>
      </p:pic>
      <p:pic>
        <p:nvPicPr>
          <p:cNvPr id="18" name="図 17">
            <a:extLst>
              <a:ext uri="{FF2B5EF4-FFF2-40B4-BE49-F238E27FC236}">
                <a16:creationId xmlns:a16="http://schemas.microsoft.com/office/drawing/2014/main" id="{D32CFF70-ECB9-54F2-1D96-5BEF4CCAB1D2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315448" y="6381765"/>
            <a:ext cx="285790" cy="271501"/>
          </a:xfrm>
          <a:prstGeom prst="rect">
            <a:avLst/>
          </a:prstGeom>
        </p:spPr>
      </p:pic>
      <p:pic>
        <p:nvPicPr>
          <p:cNvPr id="19" name="図 18">
            <a:extLst>
              <a:ext uri="{FF2B5EF4-FFF2-40B4-BE49-F238E27FC236}">
                <a16:creationId xmlns:a16="http://schemas.microsoft.com/office/drawing/2014/main" id="{B635E24D-CA1A-71DD-E365-E595D7A4824F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BEBA8EAE-BF5A-486C-A8C5-ECC9F3942E4B}">
                <a14:imgProps xmlns:a14="http://schemas.microsoft.com/office/drawing/2010/main">
                  <a14:imgLayer r:embed="rId10">
                    <a14:imgEffect>
                      <a14:backgroundRemoval t="10000" b="90000" l="10000" r="90000">
                        <a14:foregroundMark x1="27869" y1="21429" x2="27869" y2="21429"/>
                        <a14:foregroundMark x1="18033" y1="10714" x2="18033" y2="10714"/>
                        <a14:foregroundMark x1="85246" y1="23214" x2="85246" y2="23214"/>
                        <a14:foregroundMark x1="68852" y1="28571" x2="68852" y2="28571"/>
                        <a14:foregroundMark x1="54098" y1="73214" x2="54098" y2="73214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3641691" y="6381765"/>
            <a:ext cx="283889" cy="260619"/>
          </a:xfrm>
          <a:prstGeom prst="rect">
            <a:avLst/>
          </a:prstGeom>
        </p:spPr>
      </p:pic>
      <p:sp>
        <p:nvSpPr>
          <p:cNvPr id="20" name="フリーフォーム: 図形 19">
            <a:extLst>
              <a:ext uri="{FF2B5EF4-FFF2-40B4-BE49-F238E27FC236}">
                <a16:creationId xmlns:a16="http://schemas.microsoft.com/office/drawing/2014/main" id="{1758D560-60FA-290A-48D6-59EE160DD825}"/>
              </a:ext>
            </a:extLst>
          </p:cNvPr>
          <p:cNvSpPr/>
          <p:nvPr/>
        </p:nvSpPr>
        <p:spPr>
          <a:xfrm>
            <a:off x="2898775" y="5460254"/>
            <a:ext cx="4667250" cy="457200"/>
          </a:xfrm>
          <a:custGeom>
            <a:avLst/>
            <a:gdLst>
              <a:gd name="connsiteX0" fmla="*/ 4667250 w 4667250"/>
              <a:gd name="connsiteY0" fmla="*/ 0 h 457200"/>
              <a:gd name="connsiteX1" fmla="*/ 4667250 w 4667250"/>
              <a:gd name="connsiteY1" fmla="*/ 457200 h 457200"/>
              <a:gd name="connsiteX2" fmla="*/ 0 w 4667250"/>
              <a:gd name="connsiteY2" fmla="*/ 457200 h 457200"/>
              <a:gd name="connsiteX3" fmla="*/ 0 w 4667250"/>
              <a:gd name="connsiteY3" fmla="*/ 28575 h 457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667250" h="457200">
                <a:moveTo>
                  <a:pt x="4667250" y="0"/>
                </a:moveTo>
                <a:lnTo>
                  <a:pt x="4667250" y="457200"/>
                </a:lnTo>
                <a:lnTo>
                  <a:pt x="0" y="457200"/>
                </a:lnTo>
                <a:lnTo>
                  <a:pt x="0" y="28575"/>
                </a:lnTo>
              </a:path>
            </a:pathLst>
          </a:custGeom>
          <a:noFill/>
          <a:ln>
            <a:solidFill>
              <a:schemeClr val="accent1"/>
            </a:solidFill>
            <a:headEnd type="none" w="med" len="med"/>
            <a:tailEnd type="triangl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pic>
        <p:nvPicPr>
          <p:cNvPr id="21" name="図 20">
            <a:extLst>
              <a:ext uri="{FF2B5EF4-FFF2-40B4-BE49-F238E27FC236}">
                <a16:creationId xmlns:a16="http://schemas.microsoft.com/office/drawing/2014/main" id="{5B8FB7B2-44FF-E2B6-ADE9-27D28B5128CC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720584" y="5460254"/>
            <a:ext cx="1690881" cy="406741"/>
          </a:xfrm>
          <a:prstGeom prst="rect">
            <a:avLst/>
          </a:prstGeom>
        </p:spPr>
      </p:pic>
      <p:sp>
        <p:nvSpPr>
          <p:cNvPr id="22" name="テキスト ボックス 21">
            <a:extLst>
              <a:ext uri="{FF2B5EF4-FFF2-40B4-BE49-F238E27FC236}">
                <a16:creationId xmlns:a16="http://schemas.microsoft.com/office/drawing/2014/main" id="{9835B376-4F81-521D-59F2-F9E5E691C64E}"/>
              </a:ext>
            </a:extLst>
          </p:cNvPr>
          <p:cNvSpPr txBox="1"/>
          <p:nvPr/>
        </p:nvSpPr>
        <p:spPr>
          <a:xfrm>
            <a:off x="8160434" y="4643247"/>
            <a:ext cx="50206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❓</a:t>
            </a:r>
            <a:endParaRPr kumimoji="1" lang="ja-JP" altLang="en-US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23" name="テキスト ボックス 22">
            <a:extLst>
              <a:ext uri="{FF2B5EF4-FFF2-40B4-BE49-F238E27FC236}">
                <a16:creationId xmlns:a16="http://schemas.microsoft.com/office/drawing/2014/main" id="{E5F17095-B0AB-6D45-34E9-54B58A398D0E}"/>
              </a:ext>
            </a:extLst>
          </p:cNvPr>
          <p:cNvSpPr txBox="1"/>
          <p:nvPr/>
        </p:nvSpPr>
        <p:spPr>
          <a:xfrm>
            <a:off x="5364560" y="4643247"/>
            <a:ext cx="50206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❓</a:t>
            </a:r>
            <a:endParaRPr kumimoji="1" lang="ja-JP" altLang="en-US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24" name="テキスト ボックス 23">
            <a:extLst>
              <a:ext uri="{FF2B5EF4-FFF2-40B4-BE49-F238E27FC236}">
                <a16:creationId xmlns:a16="http://schemas.microsoft.com/office/drawing/2014/main" id="{9A22199D-51F4-D40A-F708-68BCE5B852CD}"/>
              </a:ext>
            </a:extLst>
          </p:cNvPr>
          <p:cNvSpPr txBox="1"/>
          <p:nvPr/>
        </p:nvSpPr>
        <p:spPr>
          <a:xfrm>
            <a:off x="170471" y="5530983"/>
            <a:ext cx="2572626" cy="5770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1050">
                <a:solidFill>
                  <a:schemeClr val="accent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✓セキュアな環境内で限られたメンバー</a:t>
            </a:r>
            <a:endParaRPr lang="en-US" altLang="ja-JP" sz="1050">
              <a:solidFill>
                <a:schemeClr val="accent1"/>
              </a:solidFill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  <a:p>
            <a:r>
              <a:rPr lang="ja-JP" altLang="en-US" sz="1050">
                <a:solidFill>
                  <a:schemeClr val="accent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　　のみ閲覧・編集可能</a:t>
            </a:r>
            <a:endParaRPr lang="en-US" altLang="ja-JP" sz="1050">
              <a:solidFill>
                <a:schemeClr val="accent1"/>
              </a:solidFill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  <a:p>
            <a:r>
              <a:rPr lang="ja-JP" altLang="en-US" sz="1050">
                <a:solidFill>
                  <a:schemeClr val="accent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✓</a:t>
            </a:r>
            <a:r>
              <a:rPr kumimoji="1" lang="ja-JP" altLang="en-US" sz="1050">
                <a:solidFill>
                  <a:schemeClr val="accent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流出防止観点でパスワードを付与</a:t>
            </a:r>
          </a:p>
        </p:txBody>
      </p:sp>
      <p:cxnSp>
        <p:nvCxnSpPr>
          <p:cNvPr id="26" name="直線コネクタ 25">
            <a:extLst>
              <a:ext uri="{FF2B5EF4-FFF2-40B4-BE49-F238E27FC236}">
                <a16:creationId xmlns:a16="http://schemas.microsoft.com/office/drawing/2014/main" id="{D53D9747-13F1-9C65-EC19-24BBA243FD28}"/>
              </a:ext>
            </a:extLst>
          </p:cNvPr>
          <p:cNvCxnSpPr/>
          <p:nvPr/>
        </p:nvCxnSpPr>
        <p:spPr>
          <a:xfrm flipH="1">
            <a:off x="508000" y="4945213"/>
            <a:ext cx="2133564" cy="52456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A704C818-DC0A-A811-999F-88D16A7D55CE}"/>
              </a:ext>
            </a:extLst>
          </p:cNvPr>
          <p:cNvSpPr/>
          <p:nvPr/>
        </p:nvSpPr>
        <p:spPr>
          <a:xfrm>
            <a:off x="6313714" y="3298371"/>
            <a:ext cx="2434772" cy="59508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9790573E-2245-B314-5013-F754155C0B68}"/>
              </a:ext>
            </a:extLst>
          </p:cNvPr>
          <p:cNvSpPr txBox="1"/>
          <p:nvPr/>
        </p:nvSpPr>
        <p:spPr>
          <a:xfrm>
            <a:off x="123863" y="3777908"/>
            <a:ext cx="1779654" cy="64633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ja-JP" altLang="en-US" dirty="0">
                <a:solidFill>
                  <a:schemeClr val="accent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アフター業務の</a:t>
            </a:r>
            <a:endParaRPr lang="en-US" altLang="ja-JP" dirty="0">
              <a:solidFill>
                <a:schemeClr val="accent1"/>
              </a:solidFill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  <a:p>
            <a:r>
              <a:rPr lang="ja-JP" altLang="en-US" dirty="0">
                <a:solidFill>
                  <a:schemeClr val="accent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関係者記載する</a:t>
            </a:r>
          </a:p>
        </p:txBody>
      </p:sp>
    </p:spTree>
    <p:extLst>
      <p:ext uri="{BB962C8B-B14F-4D97-AF65-F5344CB8AC3E}">
        <p14:creationId xmlns:p14="http://schemas.microsoft.com/office/powerpoint/2010/main" val="227333624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8">
            <a:extLst>
              <a:ext uri="{FF2B5EF4-FFF2-40B4-BE49-F238E27FC236}">
                <a16:creationId xmlns:a16="http://schemas.microsoft.com/office/drawing/2014/main" id="{45E9E4ED-A7BE-F7D6-7A33-728A42FBAC1C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11707583" y="132258"/>
            <a:ext cx="360000" cy="3600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none" lIns="36000" tIns="36000" rIns="36000" bIns="36000" anchor="ctr" anchorCtr="1"/>
          <a:lstStyle>
            <a:lvl1pPr eaLnBrk="0" hangingPunct="0">
              <a:defRPr kumimoji="1"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0AED2E0-4940-4CC5-9223-6ADD8EC6DCDD}" type="slidenum">
              <a:rPr kumimoji="1" lang="en-US" altLang="ja-JP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eiryo UI" panose="020B0604030504040204" pitchFamily="50" charset="-128"/>
                <a:ea typeface="Meiryo UI" panose="020B0604030504040204" pitchFamily="50" charset="-128"/>
                <a:cs typeface="+mn-cs"/>
              </a:rPr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1" lang="en-US" altLang="ja-JP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eiryo UI" panose="020B0604030504040204" pitchFamily="50" charset="-128"/>
              <a:ea typeface="Meiryo UI" panose="020B0604030504040204" pitchFamily="50" charset="-128"/>
              <a:cs typeface="+mn-cs"/>
            </a:endParaRPr>
          </a:p>
        </p:txBody>
      </p:sp>
      <p:cxnSp>
        <p:nvCxnSpPr>
          <p:cNvPr id="5" name="直線コネクタ 4">
            <a:extLst>
              <a:ext uri="{FF2B5EF4-FFF2-40B4-BE49-F238E27FC236}">
                <a16:creationId xmlns:a16="http://schemas.microsoft.com/office/drawing/2014/main" id="{5ECBDAD1-1481-8803-EFC5-96F8DDFB4AA3}"/>
              </a:ext>
            </a:extLst>
          </p:cNvPr>
          <p:cNvCxnSpPr/>
          <p:nvPr/>
        </p:nvCxnSpPr>
        <p:spPr>
          <a:xfrm>
            <a:off x="0" y="630621"/>
            <a:ext cx="12192000" cy="0"/>
          </a:xfrm>
          <a:prstGeom prst="line">
            <a:avLst/>
          </a:prstGeom>
          <a:ln w="317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図 5">
            <a:extLst>
              <a:ext uri="{FF2B5EF4-FFF2-40B4-BE49-F238E27FC236}">
                <a16:creationId xmlns:a16="http://schemas.microsoft.com/office/drawing/2014/main" id="{C88E9163-4358-C957-F83C-AB6002F714A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00471" y="148695"/>
            <a:ext cx="531895" cy="330864"/>
          </a:xfrm>
          <a:prstGeom prst="rect">
            <a:avLst/>
          </a:prstGeom>
          <a:ln w="9525">
            <a:solidFill>
              <a:schemeClr val="tx1">
                <a:lumMod val="75000"/>
                <a:lumOff val="25000"/>
              </a:schemeClr>
            </a:solidFill>
          </a:ln>
        </p:spPr>
      </p:pic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EF62E14C-623A-964E-A893-2BA6879A3C37}"/>
              </a:ext>
            </a:extLst>
          </p:cNvPr>
          <p:cNvSpPr txBox="1"/>
          <p:nvPr/>
        </p:nvSpPr>
        <p:spPr>
          <a:xfrm>
            <a:off x="-3368" y="5568"/>
            <a:ext cx="5965910" cy="626701"/>
          </a:xfrm>
          <a:prstGeom prst="rect">
            <a:avLst/>
          </a:prstGeom>
          <a:noFill/>
        </p:spPr>
        <p:txBody>
          <a:bodyPr wrap="none" lIns="72000" tIns="36000" rIns="72000" bIns="36000" rtlCol="0" anchor="ctr">
            <a:spAutoFit/>
          </a:bodyPr>
          <a:lstStyle/>
          <a:p>
            <a:r>
              <a:rPr kumimoji="1" lang="ja-JP" altLang="en-US" sz="3600">
                <a:latin typeface="Meiryo UI" panose="020B0604030504040204" pitchFamily="50" charset="-128"/>
                <a:ea typeface="Meiryo UI" panose="020B0604030504040204" pitchFamily="50" charset="-128"/>
              </a:rPr>
              <a:t>商談～工事に関する業務フロー</a:t>
            </a:r>
            <a:endParaRPr kumimoji="1" lang="en-US" altLang="ja-JP" sz="360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2BA7DA4E-2217-7128-32CD-F7ECE58AF524}"/>
              </a:ext>
            </a:extLst>
          </p:cNvPr>
          <p:cNvSpPr/>
          <p:nvPr/>
        </p:nvSpPr>
        <p:spPr>
          <a:xfrm>
            <a:off x="1" y="699137"/>
            <a:ext cx="12191999" cy="982133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ja-JP" alt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eiryo UI" panose="020B0604030504040204" pitchFamily="50" charset="-128"/>
                <a:ea typeface="Meiryo UI" panose="020B0604030504040204" pitchFamily="50" charset="-128"/>
                <a:cs typeface="+mn-cs"/>
              </a:rPr>
              <a:t>■充電器は「車両とセット」で商談、施工は「お客様</a:t>
            </a:r>
            <a:r>
              <a:rPr kumimoji="1" lang="en-US" altLang="ja-JP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eiryo UI" panose="020B0604030504040204" pitchFamily="50" charset="-128"/>
                <a:ea typeface="Meiryo UI" panose="020B0604030504040204" pitchFamily="50" charset="-128"/>
                <a:cs typeface="+mn-cs"/>
              </a:rPr>
              <a:t>×</a:t>
            </a:r>
            <a:r>
              <a:rPr lang="ja-JP" altLang="en-US" sz="2400">
                <a:solidFill>
                  <a:prstClr val="black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施工業者</a:t>
            </a:r>
            <a:r>
              <a:rPr lang="en-US" altLang="ja-JP" sz="1600">
                <a:solidFill>
                  <a:prstClr val="black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(</a:t>
            </a:r>
            <a:r>
              <a:rPr lang="ja-JP" altLang="en-US" sz="1600">
                <a:solidFill>
                  <a:prstClr val="black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販売店から紹介</a:t>
            </a:r>
            <a:r>
              <a:rPr lang="en-US" altLang="ja-JP" sz="1600">
                <a:solidFill>
                  <a:prstClr val="black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)</a:t>
            </a:r>
            <a:r>
              <a:rPr lang="ja-JP" altLang="en-US" sz="2400">
                <a:solidFill>
                  <a:prstClr val="black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」で契約</a:t>
            </a:r>
            <a:endParaRPr lang="en-US" altLang="ja-JP" sz="2400">
              <a:solidFill>
                <a:prstClr val="black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pic>
        <p:nvPicPr>
          <p:cNvPr id="9" name="図 8">
            <a:extLst>
              <a:ext uri="{FF2B5EF4-FFF2-40B4-BE49-F238E27FC236}">
                <a16:creationId xmlns:a16="http://schemas.microsoft.com/office/drawing/2014/main" id="{57D05599-ED15-A0EB-4443-78565F1FB7D9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4406"/>
          <a:stretch/>
        </p:blipFill>
        <p:spPr>
          <a:xfrm>
            <a:off x="522906" y="1748138"/>
            <a:ext cx="10834664" cy="4547887"/>
          </a:xfrm>
          <a:prstGeom prst="rect">
            <a:avLst/>
          </a:prstGeom>
        </p:spPr>
      </p:pic>
      <p:sp>
        <p:nvSpPr>
          <p:cNvPr id="10" name="四角形: 角を丸くする 9">
            <a:extLst>
              <a:ext uri="{FF2B5EF4-FFF2-40B4-BE49-F238E27FC236}">
                <a16:creationId xmlns:a16="http://schemas.microsoft.com/office/drawing/2014/main" id="{E83E76C3-AE56-0110-504B-F2E26E1EEC9D}"/>
              </a:ext>
            </a:extLst>
          </p:cNvPr>
          <p:cNvSpPr/>
          <p:nvPr/>
        </p:nvSpPr>
        <p:spPr>
          <a:xfrm>
            <a:off x="6257925" y="4267200"/>
            <a:ext cx="828675" cy="1323975"/>
          </a:xfrm>
          <a:prstGeom prst="roundRect">
            <a:avLst>
              <a:gd name="adj" fmla="val 7472"/>
            </a:avLst>
          </a:prstGeom>
          <a:noFill/>
          <a:ln w="28575"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1" name="四角形: 角を丸くする 10">
            <a:extLst>
              <a:ext uri="{FF2B5EF4-FFF2-40B4-BE49-F238E27FC236}">
                <a16:creationId xmlns:a16="http://schemas.microsoft.com/office/drawing/2014/main" id="{ED463B03-4059-8292-B693-EDE0BAB1B50E}"/>
              </a:ext>
            </a:extLst>
          </p:cNvPr>
          <p:cNvSpPr/>
          <p:nvPr/>
        </p:nvSpPr>
        <p:spPr>
          <a:xfrm>
            <a:off x="9858375" y="4267200"/>
            <a:ext cx="1499195" cy="1323975"/>
          </a:xfrm>
          <a:prstGeom prst="roundRect">
            <a:avLst>
              <a:gd name="adj" fmla="val 7472"/>
            </a:avLst>
          </a:prstGeom>
          <a:noFill/>
          <a:ln w="28575"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2" name="テキスト ボックス 11">
            <a:extLst>
              <a:ext uri="{FF2B5EF4-FFF2-40B4-BE49-F238E27FC236}">
                <a16:creationId xmlns:a16="http://schemas.microsoft.com/office/drawing/2014/main" id="{BE26014C-8281-A874-45D7-491F4288090E}"/>
              </a:ext>
            </a:extLst>
          </p:cNvPr>
          <p:cNvSpPr txBox="1"/>
          <p:nvPr/>
        </p:nvSpPr>
        <p:spPr>
          <a:xfrm>
            <a:off x="6002848" y="6433344"/>
            <a:ext cx="13388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工事計画書</a:t>
            </a:r>
            <a:endParaRPr kumimoji="1" lang="en-US" altLang="ja-JP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13" name="テキスト ボックス 12">
            <a:extLst>
              <a:ext uri="{FF2B5EF4-FFF2-40B4-BE49-F238E27FC236}">
                <a16:creationId xmlns:a16="http://schemas.microsoft.com/office/drawing/2014/main" id="{14BD9B99-1DE7-27FD-A1A1-2D649A1095BD}"/>
              </a:ext>
            </a:extLst>
          </p:cNvPr>
          <p:cNvSpPr txBox="1"/>
          <p:nvPr/>
        </p:nvSpPr>
        <p:spPr>
          <a:xfrm>
            <a:off x="9707725" y="6433344"/>
            <a:ext cx="180049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工事完了報告書</a:t>
            </a:r>
            <a:endParaRPr kumimoji="1" lang="en-US" altLang="ja-JP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cxnSp>
        <p:nvCxnSpPr>
          <p:cNvPr id="14" name="直線矢印コネクタ 13">
            <a:extLst>
              <a:ext uri="{FF2B5EF4-FFF2-40B4-BE49-F238E27FC236}">
                <a16:creationId xmlns:a16="http://schemas.microsoft.com/office/drawing/2014/main" id="{0B037051-90C1-61A1-066C-DC0A2A25DCDD}"/>
              </a:ext>
            </a:extLst>
          </p:cNvPr>
          <p:cNvCxnSpPr>
            <a:cxnSpLocks/>
          </p:cNvCxnSpPr>
          <p:nvPr/>
        </p:nvCxnSpPr>
        <p:spPr>
          <a:xfrm>
            <a:off x="6677617" y="5591175"/>
            <a:ext cx="0" cy="842169"/>
          </a:xfrm>
          <a:prstGeom prst="straightConnector1">
            <a:avLst/>
          </a:prstGeom>
          <a:ln w="28575">
            <a:solidFill>
              <a:srgbClr val="0070C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直線矢印コネクタ 15">
            <a:extLst>
              <a:ext uri="{FF2B5EF4-FFF2-40B4-BE49-F238E27FC236}">
                <a16:creationId xmlns:a16="http://schemas.microsoft.com/office/drawing/2014/main" id="{B737D2BB-456A-4275-FCC3-C26990A7C910}"/>
              </a:ext>
            </a:extLst>
          </p:cNvPr>
          <p:cNvCxnSpPr>
            <a:cxnSpLocks/>
          </p:cNvCxnSpPr>
          <p:nvPr/>
        </p:nvCxnSpPr>
        <p:spPr>
          <a:xfrm>
            <a:off x="10607971" y="5591175"/>
            <a:ext cx="0" cy="842169"/>
          </a:xfrm>
          <a:prstGeom prst="straightConnector1">
            <a:avLst/>
          </a:prstGeom>
          <a:ln w="28575">
            <a:solidFill>
              <a:srgbClr val="0070C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四角形: 角を丸くする 16">
            <a:extLst>
              <a:ext uri="{FF2B5EF4-FFF2-40B4-BE49-F238E27FC236}">
                <a16:creationId xmlns:a16="http://schemas.microsoft.com/office/drawing/2014/main" id="{65E6D187-B195-4B7A-2D0B-C1A1E94FA138}"/>
              </a:ext>
            </a:extLst>
          </p:cNvPr>
          <p:cNvSpPr/>
          <p:nvPr/>
        </p:nvSpPr>
        <p:spPr>
          <a:xfrm>
            <a:off x="5924551" y="6433344"/>
            <a:ext cx="1523999" cy="369332"/>
          </a:xfrm>
          <a:prstGeom prst="roundRect">
            <a:avLst>
              <a:gd name="adj" fmla="val 7472"/>
            </a:avLst>
          </a:prstGeom>
          <a:noFill/>
          <a:ln w="28575"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8" name="四角形: 角を丸くする 17">
            <a:extLst>
              <a:ext uri="{FF2B5EF4-FFF2-40B4-BE49-F238E27FC236}">
                <a16:creationId xmlns:a16="http://schemas.microsoft.com/office/drawing/2014/main" id="{1E6A80A2-4A6B-A351-B028-DD378348E5D7}"/>
              </a:ext>
            </a:extLst>
          </p:cNvPr>
          <p:cNvSpPr/>
          <p:nvPr/>
        </p:nvSpPr>
        <p:spPr>
          <a:xfrm>
            <a:off x="9617802" y="6433344"/>
            <a:ext cx="1914564" cy="369332"/>
          </a:xfrm>
          <a:prstGeom prst="roundRect">
            <a:avLst>
              <a:gd name="adj" fmla="val 7472"/>
            </a:avLst>
          </a:prstGeom>
          <a:noFill/>
          <a:ln w="28575"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20" name="直線コネクタ 19">
            <a:extLst>
              <a:ext uri="{FF2B5EF4-FFF2-40B4-BE49-F238E27FC236}">
                <a16:creationId xmlns:a16="http://schemas.microsoft.com/office/drawing/2014/main" id="{BBE31976-1F8A-FA07-121B-D2AEEA0D24DD}"/>
              </a:ext>
            </a:extLst>
          </p:cNvPr>
          <p:cNvCxnSpPr>
            <a:cxnSpLocks/>
          </p:cNvCxnSpPr>
          <p:nvPr/>
        </p:nvCxnSpPr>
        <p:spPr>
          <a:xfrm>
            <a:off x="676275" y="6227379"/>
            <a:ext cx="10831943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テキスト ボックス 24">
            <a:extLst>
              <a:ext uri="{FF2B5EF4-FFF2-40B4-BE49-F238E27FC236}">
                <a16:creationId xmlns:a16="http://schemas.microsoft.com/office/drawing/2014/main" id="{9A383E71-4AC3-25C7-8942-E542F66F21BF}"/>
              </a:ext>
            </a:extLst>
          </p:cNvPr>
          <p:cNvSpPr txBox="1"/>
          <p:nvPr/>
        </p:nvSpPr>
        <p:spPr>
          <a:xfrm>
            <a:off x="676275" y="6433344"/>
            <a:ext cx="1569660" cy="369332"/>
          </a:xfrm>
          <a:prstGeom prst="rect">
            <a:avLst/>
          </a:prstGeom>
          <a:solidFill>
            <a:srgbClr val="DFF5FD"/>
          </a:solidFill>
        </p:spPr>
        <p:txBody>
          <a:bodyPr wrap="none" rtlCol="0">
            <a:spAutoFit/>
          </a:bodyPr>
          <a:lstStyle/>
          <a:p>
            <a:r>
              <a:rPr kumimoji="1" lang="ja-JP" altLang="en-US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工事記録書類</a:t>
            </a:r>
            <a:endParaRPr kumimoji="1" lang="en-US" altLang="ja-JP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93561687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EF62E14C-623A-964E-A893-2BA6879A3C37}"/>
              </a:ext>
            </a:extLst>
          </p:cNvPr>
          <p:cNvSpPr txBox="1"/>
          <p:nvPr/>
        </p:nvSpPr>
        <p:spPr>
          <a:xfrm>
            <a:off x="-3368" y="5568"/>
            <a:ext cx="8187672" cy="626701"/>
          </a:xfrm>
          <a:prstGeom prst="rect">
            <a:avLst/>
          </a:prstGeom>
          <a:noFill/>
        </p:spPr>
        <p:txBody>
          <a:bodyPr wrap="none" lIns="72000" tIns="36000" rIns="72000" bIns="36000" rtlCol="0" anchor="ctr">
            <a:spAutoFit/>
          </a:bodyPr>
          <a:lstStyle/>
          <a:p>
            <a:r>
              <a:rPr kumimoji="1" lang="ja-JP" altLang="en-US" sz="3600" dirty="0">
                <a:latin typeface="Meiryo UI" panose="020B0604030504040204" pitchFamily="50" charset="-128"/>
                <a:ea typeface="Meiryo UI" panose="020B0604030504040204" pitchFamily="50" charset="-128"/>
              </a:rPr>
              <a:t>現行業務（工事記録書）に関する困りごと</a:t>
            </a:r>
            <a:endParaRPr kumimoji="1" lang="en-US" altLang="ja-JP" sz="36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F4A7A7F6-8257-3D74-4140-558BCC30411B}"/>
              </a:ext>
            </a:extLst>
          </p:cNvPr>
          <p:cNvSpPr txBox="1"/>
          <p:nvPr/>
        </p:nvSpPr>
        <p:spPr>
          <a:xfrm>
            <a:off x="695211" y="3054586"/>
            <a:ext cx="1800493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kumimoji="1" lang="ja-JP" altLang="en-US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工事記録書受領</a:t>
            </a: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4AA4B478-F9A9-B5E9-010D-1C52774B07CC}"/>
              </a:ext>
            </a:extLst>
          </p:cNvPr>
          <p:cNvSpPr txBox="1"/>
          <p:nvPr/>
        </p:nvSpPr>
        <p:spPr>
          <a:xfrm>
            <a:off x="695211" y="2166912"/>
            <a:ext cx="2262158" cy="369332"/>
          </a:xfrm>
          <a:prstGeom prst="rect">
            <a:avLst/>
          </a:prstGeom>
          <a:noFill/>
          <a:ln>
            <a:solidFill>
              <a:schemeClr val="tx1"/>
            </a:solidFill>
            <a:prstDash val="dash"/>
          </a:ln>
        </p:spPr>
        <p:txBody>
          <a:bodyPr wrap="none" rtlCol="0">
            <a:spAutoFit/>
          </a:bodyPr>
          <a:lstStyle/>
          <a:p>
            <a:r>
              <a:rPr kumimoji="1" lang="ja-JP" altLang="en-US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工事記録書フォロー</a:t>
            </a:r>
          </a:p>
        </p:txBody>
      </p:sp>
      <p:sp>
        <p:nvSpPr>
          <p:cNvPr id="25" name="テキスト ボックス 24">
            <a:extLst>
              <a:ext uri="{FF2B5EF4-FFF2-40B4-BE49-F238E27FC236}">
                <a16:creationId xmlns:a16="http://schemas.microsoft.com/office/drawing/2014/main" id="{FFEF6575-A328-6F24-3646-43BAC0D286B8}"/>
              </a:ext>
            </a:extLst>
          </p:cNvPr>
          <p:cNvSpPr txBox="1"/>
          <p:nvPr/>
        </p:nvSpPr>
        <p:spPr>
          <a:xfrm>
            <a:off x="695211" y="4829934"/>
            <a:ext cx="1569660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ja-JP" altLang="en-US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工事品質評価</a:t>
            </a:r>
            <a:endParaRPr kumimoji="1" lang="ja-JP" altLang="en-US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26" name="テキスト ボックス 25">
            <a:extLst>
              <a:ext uri="{FF2B5EF4-FFF2-40B4-BE49-F238E27FC236}">
                <a16:creationId xmlns:a16="http://schemas.microsoft.com/office/drawing/2014/main" id="{92A12053-4B24-456F-ADBB-E98EAFDEE94E}"/>
              </a:ext>
            </a:extLst>
          </p:cNvPr>
          <p:cNvSpPr txBox="1"/>
          <p:nvPr/>
        </p:nvSpPr>
        <p:spPr>
          <a:xfrm>
            <a:off x="695211" y="3942260"/>
            <a:ext cx="1491114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kumimoji="1" lang="ja-JP" altLang="en-US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フォルダ分け</a:t>
            </a:r>
          </a:p>
        </p:txBody>
      </p:sp>
      <p:sp>
        <p:nvSpPr>
          <p:cNvPr id="27" name="テキスト ボックス 26">
            <a:extLst>
              <a:ext uri="{FF2B5EF4-FFF2-40B4-BE49-F238E27FC236}">
                <a16:creationId xmlns:a16="http://schemas.microsoft.com/office/drawing/2014/main" id="{0B47E09D-DCBE-3AFE-2207-A5793B153A70}"/>
              </a:ext>
            </a:extLst>
          </p:cNvPr>
          <p:cNvSpPr txBox="1"/>
          <p:nvPr/>
        </p:nvSpPr>
        <p:spPr>
          <a:xfrm>
            <a:off x="695211" y="5717608"/>
            <a:ext cx="4043094" cy="64633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kumimoji="1" lang="ja-JP" altLang="en-US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管理台帳メンテナンス</a:t>
            </a:r>
            <a:endParaRPr kumimoji="1" lang="en-US" altLang="ja-JP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  <a:p>
            <a:r>
              <a:rPr lang="ja-JP" altLang="en-US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（個人情報・製品</a:t>
            </a:r>
            <a:r>
              <a:rPr lang="en-US" altLang="ja-JP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ID</a:t>
            </a:r>
            <a:r>
              <a:rPr lang="ja-JP" altLang="en-US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を管理台帳へ転記）</a:t>
            </a:r>
            <a:endParaRPr kumimoji="1" lang="ja-JP" altLang="en-US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28" name="テキスト ボックス 27">
            <a:extLst>
              <a:ext uri="{FF2B5EF4-FFF2-40B4-BE49-F238E27FC236}">
                <a16:creationId xmlns:a16="http://schemas.microsoft.com/office/drawing/2014/main" id="{03AE8A13-F3FF-55C9-1E56-6C470089D52E}"/>
              </a:ext>
            </a:extLst>
          </p:cNvPr>
          <p:cNvSpPr txBox="1"/>
          <p:nvPr/>
        </p:nvSpPr>
        <p:spPr>
          <a:xfrm>
            <a:off x="695211" y="1279238"/>
            <a:ext cx="1107996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kumimoji="1" lang="ja-JP" altLang="en-US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工事完了</a:t>
            </a:r>
          </a:p>
        </p:txBody>
      </p:sp>
      <p:cxnSp>
        <p:nvCxnSpPr>
          <p:cNvPr id="29" name="直線矢印コネクタ 28">
            <a:extLst>
              <a:ext uri="{FF2B5EF4-FFF2-40B4-BE49-F238E27FC236}">
                <a16:creationId xmlns:a16="http://schemas.microsoft.com/office/drawing/2014/main" id="{0D01677D-311F-7038-D774-3D2B279AC8DB}"/>
              </a:ext>
            </a:extLst>
          </p:cNvPr>
          <p:cNvCxnSpPr/>
          <p:nvPr/>
        </p:nvCxnSpPr>
        <p:spPr>
          <a:xfrm>
            <a:off x="962617" y="1648570"/>
            <a:ext cx="0" cy="518342"/>
          </a:xfrm>
          <a:prstGeom prst="straightConnector1">
            <a:avLst/>
          </a:prstGeom>
          <a:ln w="12700">
            <a:solidFill>
              <a:schemeClr val="tx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直線矢印コネクタ 29">
            <a:extLst>
              <a:ext uri="{FF2B5EF4-FFF2-40B4-BE49-F238E27FC236}">
                <a16:creationId xmlns:a16="http://schemas.microsoft.com/office/drawing/2014/main" id="{81D2BC86-9114-00E9-FDC0-23B75123E745}"/>
              </a:ext>
            </a:extLst>
          </p:cNvPr>
          <p:cNvCxnSpPr/>
          <p:nvPr/>
        </p:nvCxnSpPr>
        <p:spPr>
          <a:xfrm>
            <a:off x="962617" y="2528056"/>
            <a:ext cx="0" cy="518342"/>
          </a:xfrm>
          <a:prstGeom prst="straightConnector1">
            <a:avLst/>
          </a:prstGeom>
          <a:ln w="12700">
            <a:solidFill>
              <a:schemeClr val="tx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直線矢印コネクタ 30">
            <a:extLst>
              <a:ext uri="{FF2B5EF4-FFF2-40B4-BE49-F238E27FC236}">
                <a16:creationId xmlns:a16="http://schemas.microsoft.com/office/drawing/2014/main" id="{5779EEED-6464-06A9-F63C-559A2F2587F9}"/>
              </a:ext>
            </a:extLst>
          </p:cNvPr>
          <p:cNvCxnSpPr/>
          <p:nvPr/>
        </p:nvCxnSpPr>
        <p:spPr>
          <a:xfrm>
            <a:off x="962617" y="3423918"/>
            <a:ext cx="0" cy="518342"/>
          </a:xfrm>
          <a:prstGeom prst="straightConnector1">
            <a:avLst/>
          </a:prstGeom>
          <a:ln w="12700">
            <a:solidFill>
              <a:schemeClr val="tx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直線矢印コネクタ 31">
            <a:extLst>
              <a:ext uri="{FF2B5EF4-FFF2-40B4-BE49-F238E27FC236}">
                <a16:creationId xmlns:a16="http://schemas.microsoft.com/office/drawing/2014/main" id="{3C26ABEE-7CE9-2084-4003-0B8A409E45F2}"/>
              </a:ext>
            </a:extLst>
          </p:cNvPr>
          <p:cNvCxnSpPr/>
          <p:nvPr/>
        </p:nvCxnSpPr>
        <p:spPr>
          <a:xfrm>
            <a:off x="962617" y="4311592"/>
            <a:ext cx="0" cy="518342"/>
          </a:xfrm>
          <a:prstGeom prst="straightConnector1">
            <a:avLst/>
          </a:prstGeom>
          <a:ln w="12700">
            <a:solidFill>
              <a:schemeClr val="tx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直線矢印コネクタ 32">
            <a:extLst>
              <a:ext uri="{FF2B5EF4-FFF2-40B4-BE49-F238E27FC236}">
                <a16:creationId xmlns:a16="http://schemas.microsoft.com/office/drawing/2014/main" id="{87C9FA6F-7D86-A5A2-9958-689E616CDBDD}"/>
              </a:ext>
            </a:extLst>
          </p:cNvPr>
          <p:cNvCxnSpPr/>
          <p:nvPr/>
        </p:nvCxnSpPr>
        <p:spPr>
          <a:xfrm>
            <a:off x="962617" y="5199266"/>
            <a:ext cx="0" cy="518342"/>
          </a:xfrm>
          <a:prstGeom prst="straightConnector1">
            <a:avLst/>
          </a:prstGeom>
          <a:ln w="12700">
            <a:solidFill>
              <a:schemeClr val="tx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テキスト ボックス 33">
            <a:extLst>
              <a:ext uri="{FF2B5EF4-FFF2-40B4-BE49-F238E27FC236}">
                <a16:creationId xmlns:a16="http://schemas.microsoft.com/office/drawing/2014/main" id="{31B7B61A-1B5B-95CD-E5F3-EA03A7AB0D6D}"/>
              </a:ext>
            </a:extLst>
          </p:cNvPr>
          <p:cNvSpPr txBox="1"/>
          <p:nvPr/>
        </p:nvSpPr>
        <p:spPr>
          <a:xfrm>
            <a:off x="2041582" y="1279238"/>
            <a:ext cx="1107996" cy="369332"/>
          </a:xfrm>
          <a:prstGeom prst="rect">
            <a:avLst/>
          </a:prstGeom>
          <a:solidFill>
            <a:srgbClr val="FF0000"/>
          </a:solidFill>
        </p:spPr>
        <p:txBody>
          <a:bodyPr wrap="none" rtlCol="0">
            <a:spAutoFit/>
          </a:bodyPr>
          <a:lstStyle/>
          <a:p>
            <a:r>
              <a:rPr kumimoji="1" lang="ja-JP" altLang="en-US" dirty="0">
                <a:solidFill>
                  <a:schemeClr val="bg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施工会社</a:t>
            </a:r>
          </a:p>
        </p:txBody>
      </p:sp>
      <p:sp>
        <p:nvSpPr>
          <p:cNvPr id="35" name="テキスト ボックス 34">
            <a:extLst>
              <a:ext uri="{FF2B5EF4-FFF2-40B4-BE49-F238E27FC236}">
                <a16:creationId xmlns:a16="http://schemas.microsoft.com/office/drawing/2014/main" id="{27638460-74D4-9E61-A261-19E1F5728E3E}"/>
              </a:ext>
            </a:extLst>
          </p:cNvPr>
          <p:cNvSpPr txBox="1"/>
          <p:nvPr/>
        </p:nvSpPr>
        <p:spPr>
          <a:xfrm>
            <a:off x="3034161" y="2158724"/>
            <a:ext cx="2954655" cy="646331"/>
          </a:xfrm>
          <a:prstGeom prst="rect">
            <a:avLst/>
          </a:prstGeom>
          <a:solidFill>
            <a:srgbClr val="FF0000"/>
          </a:solidFill>
        </p:spPr>
        <p:txBody>
          <a:bodyPr wrap="none" rtlCol="0">
            <a:spAutoFit/>
          </a:bodyPr>
          <a:lstStyle/>
          <a:p>
            <a:r>
              <a:rPr kumimoji="1" lang="ja-JP" altLang="en-US" dirty="0">
                <a:solidFill>
                  <a:schemeClr val="bg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トヨタ⇒販売店</a:t>
            </a:r>
            <a:endParaRPr kumimoji="1" lang="en-US" altLang="ja-JP" dirty="0">
              <a:solidFill>
                <a:schemeClr val="bg1"/>
              </a:solidFill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  <a:p>
            <a:r>
              <a:rPr kumimoji="1" lang="ja-JP" altLang="en-US" dirty="0">
                <a:solidFill>
                  <a:schemeClr val="bg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⇒施工管理会社⇒施工会社</a:t>
            </a:r>
          </a:p>
        </p:txBody>
      </p:sp>
      <p:sp>
        <p:nvSpPr>
          <p:cNvPr id="36" name="テキスト ボックス 35">
            <a:extLst>
              <a:ext uri="{FF2B5EF4-FFF2-40B4-BE49-F238E27FC236}">
                <a16:creationId xmlns:a16="http://schemas.microsoft.com/office/drawing/2014/main" id="{72395CD9-5E10-3A8D-0D48-0D4635B990CF}"/>
              </a:ext>
            </a:extLst>
          </p:cNvPr>
          <p:cNvSpPr txBox="1"/>
          <p:nvPr/>
        </p:nvSpPr>
        <p:spPr>
          <a:xfrm>
            <a:off x="2595580" y="3054586"/>
            <a:ext cx="1696298" cy="369332"/>
          </a:xfrm>
          <a:prstGeom prst="rect">
            <a:avLst/>
          </a:prstGeom>
          <a:solidFill>
            <a:srgbClr val="FF0000"/>
          </a:solidFill>
        </p:spPr>
        <p:txBody>
          <a:bodyPr wrap="none" rtlCol="0">
            <a:spAutoFit/>
          </a:bodyPr>
          <a:lstStyle/>
          <a:p>
            <a:r>
              <a:rPr kumimoji="1" lang="ja-JP" altLang="en-US" dirty="0">
                <a:solidFill>
                  <a:schemeClr val="bg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販売店⇒トヨタ</a:t>
            </a:r>
          </a:p>
        </p:txBody>
      </p:sp>
      <p:sp>
        <p:nvSpPr>
          <p:cNvPr id="37" name="テキスト ボックス 36">
            <a:extLst>
              <a:ext uri="{FF2B5EF4-FFF2-40B4-BE49-F238E27FC236}">
                <a16:creationId xmlns:a16="http://schemas.microsoft.com/office/drawing/2014/main" id="{A2CA4FDA-D90B-4A36-AC55-68F48158DC72}"/>
              </a:ext>
            </a:extLst>
          </p:cNvPr>
          <p:cNvSpPr txBox="1"/>
          <p:nvPr/>
        </p:nvSpPr>
        <p:spPr>
          <a:xfrm>
            <a:off x="2383904" y="3950448"/>
            <a:ext cx="772969" cy="369332"/>
          </a:xfrm>
          <a:prstGeom prst="rect">
            <a:avLst/>
          </a:prstGeom>
          <a:solidFill>
            <a:srgbClr val="FF0000"/>
          </a:solidFill>
        </p:spPr>
        <p:txBody>
          <a:bodyPr wrap="none" rtlCol="0">
            <a:spAutoFit/>
          </a:bodyPr>
          <a:lstStyle/>
          <a:p>
            <a:r>
              <a:rPr kumimoji="1" lang="ja-JP" altLang="en-US" dirty="0">
                <a:solidFill>
                  <a:schemeClr val="bg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トヨタ</a:t>
            </a:r>
          </a:p>
        </p:txBody>
      </p:sp>
      <p:sp>
        <p:nvSpPr>
          <p:cNvPr id="38" name="テキスト ボックス 37">
            <a:extLst>
              <a:ext uri="{FF2B5EF4-FFF2-40B4-BE49-F238E27FC236}">
                <a16:creationId xmlns:a16="http://schemas.microsoft.com/office/drawing/2014/main" id="{056BD71F-82C9-CB75-752F-DCD22D684ADE}"/>
              </a:ext>
            </a:extLst>
          </p:cNvPr>
          <p:cNvSpPr txBox="1"/>
          <p:nvPr/>
        </p:nvSpPr>
        <p:spPr>
          <a:xfrm>
            <a:off x="2302467" y="4827971"/>
            <a:ext cx="772969" cy="369332"/>
          </a:xfrm>
          <a:prstGeom prst="rect">
            <a:avLst/>
          </a:prstGeom>
          <a:solidFill>
            <a:srgbClr val="FF0000"/>
          </a:solidFill>
        </p:spPr>
        <p:txBody>
          <a:bodyPr wrap="none" rtlCol="0">
            <a:spAutoFit/>
          </a:bodyPr>
          <a:lstStyle/>
          <a:p>
            <a:r>
              <a:rPr kumimoji="1" lang="ja-JP" altLang="en-US" dirty="0">
                <a:solidFill>
                  <a:schemeClr val="bg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トヨタ</a:t>
            </a:r>
          </a:p>
        </p:txBody>
      </p:sp>
      <p:sp>
        <p:nvSpPr>
          <p:cNvPr id="39" name="テキスト ボックス 38">
            <a:extLst>
              <a:ext uri="{FF2B5EF4-FFF2-40B4-BE49-F238E27FC236}">
                <a16:creationId xmlns:a16="http://schemas.microsoft.com/office/drawing/2014/main" id="{4B5FC4C6-8CEB-5099-07B5-970C85565369}"/>
              </a:ext>
            </a:extLst>
          </p:cNvPr>
          <p:cNvSpPr txBox="1"/>
          <p:nvPr/>
        </p:nvSpPr>
        <p:spPr>
          <a:xfrm>
            <a:off x="3941141" y="6428400"/>
            <a:ext cx="772969" cy="369332"/>
          </a:xfrm>
          <a:prstGeom prst="rect">
            <a:avLst/>
          </a:prstGeom>
          <a:solidFill>
            <a:srgbClr val="FF0000"/>
          </a:solidFill>
        </p:spPr>
        <p:txBody>
          <a:bodyPr wrap="none" rtlCol="0">
            <a:spAutoFit/>
          </a:bodyPr>
          <a:lstStyle/>
          <a:p>
            <a:r>
              <a:rPr kumimoji="1" lang="ja-JP" altLang="en-US" dirty="0">
                <a:solidFill>
                  <a:schemeClr val="bg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トヨタ</a:t>
            </a:r>
          </a:p>
        </p:txBody>
      </p:sp>
      <p:sp>
        <p:nvSpPr>
          <p:cNvPr id="40" name="テキスト ボックス 39">
            <a:extLst>
              <a:ext uri="{FF2B5EF4-FFF2-40B4-BE49-F238E27FC236}">
                <a16:creationId xmlns:a16="http://schemas.microsoft.com/office/drawing/2014/main" id="{00CEAD4D-47AA-2B15-7405-BC6495A59E1E}"/>
              </a:ext>
            </a:extLst>
          </p:cNvPr>
          <p:cNvSpPr txBox="1"/>
          <p:nvPr/>
        </p:nvSpPr>
        <p:spPr>
          <a:xfrm>
            <a:off x="5988816" y="1203803"/>
            <a:ext cx="5109091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・トヨタから見て、工事がいつ終わるかわからない</a:t>
            </a:r>
            <a:endParaRPr kumimoji="1" lang="en-US" altLang="ja-JP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  <a:p>
            <a:r>
              <a:rPr lang="ja-JP" altLang="en-US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・工事予定がわからずフォローできない</a:t>
            </a:r>
            <a:endParaRPr lang="en-US" altLang="ja-JP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  <a:p>
            <a:r>
              <a:rPr kumimoji="1" lang="ja-JP" altLang="en-US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・受注台数を把握しにくい</a:t>
            </a:r>
            <a:endParaRPr kumimoji="1" lang="en-US" altLang="ja-JP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41" name="テキスト ボックス 40">
            <a:extLst>
              <a:ext uri="{FF2B5EF4-FFF2-40B4-BE49-F238E27FC236}">
                <a16:creationId xmlns:a16="http://schemas.microsoft.com/office/drawing/2014/main" id="{BA1C0E16-6EE4-DF37-123D-0A879DFCDBC1}"/>
              </a:ext>
            </a:extLst>
          </p:cNvPr>
          <p:cNvSpPr txBox="1"/>
          <p:nvPr/>
        </p:nvSpPr>
        <p:spPr>
          <a:xfrm>
            <a:off x="5988816" y="2158724"/>
            <a:ext cx="291297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・フォローするのがしんどい</a:t>
            </a:r>
            <a:endParaRPr kumimoji="1" lang="en-US" altLang="ja-JP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  <a:p>
            <a:r>
              <a:rPr lang="ja-JP" altLang="en-US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・通過する工程が多い</a:t>
            </a:r>
            <a:endParaRPr kumimoji="1" lang="ja-JP" altLang="en-US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42" name="テキスト ボックス 41">
            <a:extLst>
              <a:ext uri="{FF2B5EF4-FFF2-40B4-BE49-F238E27FC236}">
                <a16:creationId xmlns:a16="http://schemas.microsoft.com/office/drawing/2014/main" id="{E7DAD46B-DB83-A358-F192-127B7F168A45}"/>
              </a:ext>
            </a:extLst>
          </p:cNvPr>
          <p:cNvSpPr txBox="1"/>
          <p:nvPr/>
        </p:nvSpPr>
        <p:spPr>
          <a:xfrm>
            <a:off x="5988816" y="3054586"/>
            <a:ext cx="563968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・各社からメールや</a:t>
            </a:r>
            <a:r>
              <a:rPr kumimoji="1" lang="en-US" altLang="ja-JP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Teams</a:t>
            </a:r>
            <a:r>
              <a:rPr kumimoji="1" lang="ja-JP" altLang="en-US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上で受領（手段がバラバラ）</a:t>
            </a:r>
          </a:p>
        </p:txBody>
      </p:sp>
      <p:sp>
        <p:nvSpPr>
          <p:cNvPr id="43" name="テキスト ボックス 42">
            <a:extLst>
              <a:ext uri="{FF2B5EF4-FFF2-40B4-BE49-F238E27FC236}">
                <a16:creationId xmlns:a16="http://schemas.microsoft.com/office/drawing/2014/main" id="{ABCF8ECC-4BB1-FEC1-C01C-0E8126326AF2}"/>
              </a:ext>
            </a:extLst>
          </p:cNvPr>
          <p:cNvSpPr txBox="1"/>
          <p:nvPr/>
        </p:nvSpPr>
        <p:spPr>
          <a:xfrm>
            <a:off x="5988816" y="3683089"/>
            <a:ext cx="5533887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・共通の</a:t>
            </a:r>
            <a:r>
              <a:rPr kumimoji="1" lang="en-US" altLang="ja-JP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ID</a:t>
            </a:r>
            <a:r>
              <a:rPr kumimoji="1" lang="ja-JP" altLang="en-US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管理ができない為、各施工会社ごとに管理</a:t>
            </a:r>
            <a:endParaRPr kumimoji="1" lang="en-US" altLang="ja-JP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  <a:p>
            <a:r>
              <a:rPr kumimoji="1" lang="ja-JP" altLang="en-US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・各社ごとに管理するのに工数がかかる</a:t>
            </a:r>
            <a:endParaRPr lang="en-US" altLang="ja-JP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  <a:p>
            <a:r>
              <a:rPr lang="ja-JP" altLang="en-US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・個人情報管理フォルダに移すのがめんどう</a:t>
            </a:r>
            <a:endParaRPr kumimoji="1" lang="ja-JP" altLang="en-US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44" name="テキスト ボックス 43">
            <a:extLst>
              <a:ext uri="{FF2B5EF4-FFF2-40B4-BE49-F238E27FC236}">
                <a16:creationId xmlns:a16="http://schemas.microsoft.com/office/drawing/2014/main" id="{D5729F66-5768-0E3B-4F7E-AF82F2E0749F}"/>
              </a:ext>
            </a:extLst>
          </p:cNvPr>
          <p:cNvSpPr txBox="1"/>
          <p:nvPr/>
        </p:nvSpPr>
        <p:spPr>
          <a:xfrm>
            <a:off x="5988816" y="4645268"/>
            <a:ext cx="5259773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・各社ごとに書類フォーマット、</a:t>
            </a:r>
            <a:r>
              <a:rPr lang="ja-JP" altLang="en-US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記載している内容が</a:t>
            </a:r>
            <a:endParaRPr lang="en-US" altLang="ja-JP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  <a:p>
            <a:r>
              <a:rPr lang="ja-JP" altLang="en-US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　バラバラで、</a:t>
            </a:r>
            <a:r>
              <a:rPr kumimoji="1" lang="ja-JP" altLang="en-US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品質評価がしにくい。</a:t>
            </a:r>
            <a:endParaRPr kumimoji="1" lang="en-US" altLang="ja-JP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  <a:p>
            <a:r>
              <a:rPr kumimoji="1" lang="ja-JP" altLang="en-US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・市場不具合発生時はすぐにアクセスしたい。</a:t>
            </a:r>
          </a:p>
        </p:txBody>
      </p:sp>
      <p:sp>
        <p:nvSpPr>
          <p:cNvPr id="45" name="テキスト ボックス 44">
            <a:extLst>
              <a:ext uri="{FF2B5EF4-FFF2-40B4-BE49-F238E27FC236}">
                <a16:creationId xmlns:a16="http://schemas.microsoft.com/office/drawing/2014/main" id="{91C37D09-F188-66DA-E9C2-8812B5499B7C}"/>
              </a:ext>
            </a:extLst>
          </p:cNvPr>
          <p:cNvSpPr txBox="1"/>
          <p:nvPr/>
        </p:nvSpPr>
        <p:spPr>
          <a:xfrm>
            <a:off x="5988816" y="5717608"/>
            <a:ext cx="6123792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・トヨタホームのフォーマットでは</a:t>
            </a:r>
            <a:r>
              <a:rPr lang="en-US" altLang="ja-JP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PAD</a:t>
            </a:r>
            <a:r>
              <a:rPr lang="ja-JP" altLang="en-US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で転記自動化を</a:t>
            </a:r>
            <a:endParaRPr lang="en-US" altLang="ja-JP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  <a:p>
            <a:r>
              <a:rPr lang="ja-JP" altLang="en-US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　組んだが</a:t>
            </a:r>
            <a:r>
              <a:rPr kumimoji="1" lang="ja-JP" altLang="en-US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各社フォーマット、</a:t>
            </a:r>
            <a:r>
              <a:rPr lang="ja-JP" altLang="en-US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ファイル形式も</a:t>
            </a:r>
            <a:r>
              <a:rPr kumimoji="1" lang="ja-JP" altLang="en-US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バラバラなので</a:t>
            </a:r>
            <a:endParaRPr kumimoji="1" lang="en-US" altLang="ja-JP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  <a:p>
            <a:r>
              <a:rPr lang="ja-JP" altLang="en-US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　</a:t>
            </a:r>
            <a:r>
              <a:rPr kumimoji="1" lang="ja-JP" altLang="en-US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苦戦している</a:t>
            </a:r>
            <a:endParaRPr kumimoji="1" lang="en-US" altLang="ja-JP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46" name="テキスト ボックス 45">
            <a:extLst>
              <a:ext uri="{FF2B5EF4-FFF2-40B4-BE49-F238E27FC236}">
                <a16:creationId xmlns:a16="http://schemas.microsoft.com/office/drawing/2014/main" id="{B563A6E8-55F3-19E6-CFFF-B13C7409E104}"/>
              </a:ext>
            </a:extLst>
          </p:cNvPr>
          <p:cNvSpPr txBox="1"/>
          <p:nvPr/>
        </p:nvSpPr>
        <p:spPr>
          <a:xfrm>
            <a:off x="5988816" y="807063"/>
            <a:ext cx="117532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困りごと：</a:t>
            </a:r>
            <a:endParaRPr kumimoji="1" lang="en-US" altLang="ja-JP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47" name="テキスト ボックス 46">
            <a:extLst>
              <a:ext uri="{FF2B5EF4-FFF2-40B4-BE49-F238E27FC236}">
                <a16:creationId xmlns:a16="http://schemas.microsoft.com/office/drawing/2014/main" id="{58D7E870-1AEC-32FB-79C8-0F3839D4E022}"/>
              </a:ext>
            </a:extLst>
          </p:cNvPr>
          <p:cNvSpPr txBox="1"/>
          <p:nvPr/>
        </p:nvSpPr>
        <p:spPr>
          <a:xfrm>
            <a:off x="303644" y="807063"/>
            <a:ext cx="14077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現状フロー：</a:t>
            </a:r>
            <a:endParaRPr kumimoji="1" lang="en-US" altLang="ja-JP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06295789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EF62E14C-623A-964E-A893-2BA6879A3C37}"/>
              </a:ext>
            </a:extLst>
          </p:cNvPr>
          <p:cNvSpPr txBox="1"/>
          <p:nvPr/>
        </p:nvSpPr>
        <p:spPr>
          <a:xfrm>
            <a:off x="-3368" y="5568"/>
            <a:ext cx="8187672" cy="626701"/>
          </a:xfrm>
          <a:prstGeom prst="rect">
            <a:avLst/>
          </a:prstGeom>
          <a:noFill/>
        </p:spPr>
        <p:txBody>
          <a:bodyPr wrap="none" lIns="72000" tIns="36000" rIns="72000" bIns="36000" rtlCol="0" anchor="ctr">
            <a:spAutoFit/>
          </a:bodyPr>
          <a:lstStyle/>
          <a:p>
            <a:r>
              <a:rPr kumimoji="1" lang="ja-JP" altLang="en-US" sz="3600" dirty="0">
                <a:latin typeface="Meiryo UI" panose="020B0604030504040204" pitchFamily="50" charset="-128"/>
                <a:ea typeface="Meiryo UI" panose="020B0604030504040204" pitchFamily="50" charset="-128"/>
              </a:rPr>
              <a:t>現行業務（市場不具合）に関する困りごと</a:t>
            </a:r>
            <a:endParaRPr kumimoji="1" lang="en-US" altLang="ja-JP" sz="36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F4A7A7F6-8257-3D74-4140-558BCC30411B}"/>
              </a:ext>
            </a:extLst>
          </p:cNvPr>
          <p:cNvSpPr txBox="1"/>
          <p:nvPr/>
        </p:nvSpPr>
        <p:spPr>
          <a:xfrm>
            <a:off x="695211" y="3054586"/>
            <a:ext cx="2262158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kumimoji="1" lang="ja-JP" altLang="en-US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修理完了報告書提出</a:t>
            </a: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4AA4B478-F9A9-B5E9-010D-1C52774B07CC}"/>
              </a:ext>
            </a:extLst>
          </p:cNvPr>
          <p:cNvSpPr txBox="1"/>
          <p:nvPr/>
        </p:nvSpPr>
        <p:spPr>
          <a:xfrm>
            <a:off x="695211" y="2166912"/>
            <a:ext cx="3414717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kumimoji="1" lang="ja-JP" altLang="en-US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国内保証システム（</a:t>
            </a:r>
            <a:r>
              <a:rPr kumimoji="1" lang="en-US" altLang="ja-JP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ai21</a:t>
            </a:r>
            <a:r>
              <a:rPr kumimoji="1" lang="ja-JP" altLang="en-US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）に</a:t>
            </a:r>
            <a:r>
              <a:rPr lang="ja-JP" altLang="en-US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入力</a:t>
            </a:r>
            <a:endParaRPr kumimoji="1" lang="ja-JP" altLang="en-US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25" name="テキスト ボックス 24">
            <a:extLst>
              <a:ext uri="{FF2B5EF4-FFF2-40B4-BE49-F238E27FC236}">
                <a16:creationId xmlns:a16="http://schemas.microsoft.com/office/drawing/2014/main" id="{FFEF6575-A328-6F24-3646-43BAC0D286B8}"/>
              </a:ext>
            </a:extLst>
          </p:cNvPr>
          <p:cNvSpPr txBox="1"/>
          <p:nvPr/>
        </p:nvSpPr>
        <p:spPr>
          <a:xfrm>
            <a:off x="695211" y="4829934"/>
            <a:ext cx="2937022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ja-JP" altLang="en-US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ステータス管理（モノ・情報）</a:t>
            </a:r>
            <a:endParaRPr kumimoji="1" lang="ja-JP" altLang="en-US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26" name="テキスト ボックス 25">
            <a:extLst>
              <a:ext uri="{FF2B5EF4-FFF2-40B4-BE49-F238E27FC236}">
                <a16:creationId xmlns:a16="http://schemas.microsoft.com/office/drawing/2014/main" id="{92A12053-4B24-456F-ADBB-E98EAFDEE94E}"/>
              </a:ext>
            </a:extLst>
          </p:cNvPr>
          <p:cNvSpPr txBox="1"/>
          <p:nvPr/>
        </p:nvSpPr>
        <p:spPr>
          <a:xfrm>
            <a:off x="695211" y="3942260"/>
            <a:ext cx="1569660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kumimoji="1" lang="ja-JP" altLang="en-US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不具合品発送</a:t>
            </a:r>
          </a:p>
        </p:txBody>
      </p:sp>
      <p:sp>
        <p:nvSpPr>
          <p:cNvPr id="27" name="テキスト ボックス 26">
            <a:extLst>
              <a:ext uri="{FF2B5EF4-FFF2-40B4-BE49-F238E27FC236}">
                <a16:creationId xmlns:a16="http://schemas.microsoft.com/office/drawing/2014/main" id="{0B47E09D-DCBE-3AFE-2207-A5793B153A70}"/>
              </a:ext>
            </a:extLst>
          </p:cNvPr>
          <p:cNvSpPr txBox="1"/>
          <p:nvPr/>
        </p:nvSpPr>
        <p:spPr>
          <a:xfrm>
            <a:off x="695211" y="5717608"/>
            <a:ext cx="2215671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kumimoji="1" lang="ja-JP" altLang="en-US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停滞工程のフォロー</a:t>
            </a:r>
          </a:p>
        </p:txBody>
      </p:sp>
      <p:sp>
        <p:nvSpPr>
          <p:cNvPr id="28" name="テキスト ボックス 27">
            <a:extLst>
              <a:ext uri="{FF2B5EF4-FFF2-40B4-BE49-F238E27FC236}">
                <a16:creationId xmlns:a16="http://schemas.microsoft.com/office/drawing/2014/main" id="{03AE8A13-F3FF-55C9-1E56-6C470089D52E}"/>
              </a:ext>
            </a:extLst>
          </p:cNvPr>
          <p:cNvSpPr txBox="1"/>
          <p:nvPr/>
        </p:nvSpPr>
        <p:spPr>
          <a:xfrm>
            <a:off x="695211" y="1279238"/>
            <a:ext cx="1338828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kumimoji="1" lang="ja-JP" altLang="en-US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不具合発生</a:t>
            </a:r>
          </a:p>
        </p:txBody>
      </p:sp>
      <p:cxnSp>
        <p:nvCxnSpPr>
          <p:cNvPr id="29" name="直線矢印コネクタ 28">
            <a:extLst>
              <a:ext uri="{FF2B5EF4-FFF2-40B4-BE49-F238E27FC236}">
                <a16:creationId xmlns:a16="http://schemas.microsoft.com/office/drawing/2014/main" id="{0D01677D-311F-7038-D774-3D2B279AC8DB}"/>
              </a:ext>
            </a:extLst>
          </p:cNvPr>
          <p:cNvCxnSpPr/>
          <p:nvPr/>
        </p:nvCxnSpPr>
        <p:spPr>
          <a:xfrm>
            <a:off x="962617" y="1648570"/>
            <a:ext cx="0" cy="518342"/>
          </a:xfrm>
          <a:prstGeom prst="straightConnector1">
            <a:avLst/>
          </a:prstGeom>
          <a:ln w="12700">
            <a:solidFill>
              <a:schemeClr val="tx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直線矢印コネクタ 29">
            <a:extLst>
              <a:ext uri="{FF2B5EF4-FFF2-40B4-BE49-F238E27FC236}">
                <a16:creationId xmlns:a16="http://schemas.microsoft.com/office/drawing/2014/main" id="{81D2BC86-9114-00E9-FDC0-23B75123E745}"/>
              </a:ext>
            </a:extLst>
          </p:cNvPr>
          <p:cNvCxnSpPr/>
          <p:nvPr/>
        </p:nvCxnSpPr>
        <p:spPr>
          <a:xfrm>
            <a:off x="962617" y="2528056"/>
            <a:ext cx="0" cy="518342"/>
          </a:xfrm>
          <a:prstGeom prst="straightConnector1">
            <a:avLst/>
          </a:prstGeom>
          <a:ln w="12700">
            <a:solidFill>
              <a:schemeClr val="tx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直線矢印コネクタ 30">
            <a:extLst>
              <a:ext uri="{FF2B5EF4-FFF2-40B4-BE49-F238E27FC236}">
                <a16:creationId xmlns:a16="http://schemas.microsoft.com/office/drawing/2014/main" id="{5779EEED-6464-06A9-F63C-559A2F2587F9}"/>
              </a:ext>
            </a:extLst>
          </p:cNvPr>
          <p:cNvCxnSpPr/>
          <p:nvPr/>
        </p:nvCxnSpPr>
        <p:spPr>
          <a:xfrm>
            <a:off x="962617" y="3423918"/>
            <a:ext cx="0" cy="518342"/>
          </a:xfrm>
          <a:prstGeom prst="straightConnector1">
            <a:avLst/>
          </a:prstGeom>
          <a:ln w="12700">
            <a:solidFill>
              <a:schemeClr val="tx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直線矢印コネクタ 31">
            <a:extLst>
              <a:ext uri="{FF2B5EF4-FFF2-40B4-BE49-F238E27FC236}">
                <a16:creationId xmlns:a16="http://schemas.microsoft.com/office/drawing/2014/main" id="{3C26ABEE-7CE9-2084-4003-0B8A409E45F2}"/>
              </a:ext>
            </a:extLst>
          </p:cNvPr>
          <p:cNvCxnSpPr/>
          <p:nvPr/>
        </p:nvCxnSpPr>
        <p:spPr>
          <a:xfrm>
            <a:off x="962617" y="4311592"/>
            <a:ext cx="0" cy="518342"/>
          </a:xfrm>
          <a:prstGeom prst="straightConnector1">
            <a:avLst/>
          </a:prstGeom>
          <a:ln w="12700">
            <a:solidFill>
              <a:schemeClr val="tx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直線矢印コネクタ 32">
            <a:extLst>
              <a:ext uri="{FF2B5EF4-FFF2-40B4-BE49-F238E27FC236}">
                <a16:creationId xmlns:a16="http://schemas.microsoft.com/office/drawing/2014/main" id="{87C9FA6F-7D86-A5A2-9958-689E616CDBDD}"/>
              </a:ext>
            </a:extLst>
          </p:cNvPr>
          <p:cNvCxnSpPr/>
          <p:nvPr/>
        </p:nvCxnSpPr>
        <p:spPr>
          <a:xfrm>
            <a:off x="962617" y="5199266"/>
            <a:ext cx="0" cy="518342"/>
          </a:xfrm>
          <a:prstGeom prst="straightConnector1">
            <a:avLst/>
          </a:prstGeom>
          <a:ln w="12700">
            <a:solidFill>
              <a:schemeClr val="tx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テキスト ボックス 33">
            <a:extLst>
              <a:ext uri="{FF2B5EF4-FFF2-40B4-BE49-F238E27FC236}">
                <a16:creationId xmlns:a16="http://schemas.microsoft.com/office/drawing/2014/main" id="{31B7B61A-1B5B-95CD-E5F3-EA03A7AB0D6D}"/>
              </a:ext>
            </a:extLst>
          </p:cNvPr>
          <p:cNvSpPr txBox="1"/>
          <p:nvPr/>
        </p:nvSpPr>
        <p:spPr>
          <a:xfrm>
            <a:off x="2109220" y="1279238"/>
            <a:ext cx="1696298" cy="369332"/>
          </a:xfrm>
          <a:prstGeom prst="rect">
            <a:avLst/>
          </a:prstGeom>
          <a:solidFill>
            <a:srgbClr val="FF0000"/>
          </a:solidFill>
        </p:spPr>
        <p:txBody>
          <a:bodyPr wrap="none" rtlCol="0">
            <a:spAutoFit/>
          </a:bodyPr>
          <a:lstStyle/>
          <a:p>
            <a:r>
              <a:rPr kumimoji="1" lang="ja-JP" altLang="en-US" dirty="0">
                <a:solidFill>
                  <a:schemeClr val="bg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販売店⇒トヨタ</a:t>
            </a:r>
          </a:p>
        </p:txBody>
      </p:sp>
      <p:sp>
        <p:nvSpPr>
          <p:cNvPr id="35" name="テキスト ボックス 34">
            <a:extLst>
              <a:ext uri="{FF2B5EF4-FFF2-40B4-BE49-F238E27FC236}">
                <a16:creationId xmlns:a16="http://schemas.microsoft.com/office/drawing/2014/main" id="{27638460-74D4-9E61-A261-19E1F5728E3E}"/>
              </a:ext>
            </a:extLst>
          </p:cNvPr>
          <p:cNvSpPr txBox="1"/>
          <p:nvPr/>
        </p:nvSpPr>
        <p:spPr>
          <a:xfrm>
            <a:off x="2109220" y="2574978"/>
            <a:ext cx="2619628" cy="369332"/>
          </a:xfrm>
          <a:prstGeom prst="rect">
            <a:avLst/>
          </a:prstGeom>
          <a:solidFill>
            <a:srgbClr val="FF0000"/>
          </a:solidFill>
        </p:spPr>
        <p:txBody>
          <a:bodyPr wrap="none" rtlCol="0">
            <a:spAutoFit/>
          </a:bodyPr>
          <a:lstStyle/>
          <a:p>
            <a:r>
              <a:rPr kumimoji="1" lang="ja-JP" altLang="en-US" dirty="0">
                <a:solidFill>
                  <a:schemeClr val="bg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販売店⇒トヨタ⇒仕入先</a:t>
            </a:r>
          </a:p>
        </p:txBody>
      </p:sp>
      <p:sp>
        <p:nvSpPr>
          <p:cNvPr id="36" name="テキスト ボックス 35">
            <a:extLst>
              <a:ext uri="{FF2B5EF4-FFF2-40B4-BE49-F238E27FC236}">
                <a16:creationId xmlns:a16="http://schemas.microsoft.com/office/drawing/2014/main" id="{72395CD9-5E10-3A8D-0D48-0D4635B990CF}"/>
              </a:ext>
            </a:extLst>
          </p:cNvPr>
          <p:cNvSpPr txBox="1"/>
          <p:nvPr/>
        </p:nvSpPr>
        <p:spPr>
          <a:xfrm>
            <a:off x="2957369" y="3084376"/>
            <a:ext cx="2850460" cy="646331"/>
          </a:xfrm>
          <a:prstGeom prst="rect">
            <a:avLst/>
          </a:prstGeom>
          <a:solidFill>
            <a:srgbClr val="FF0000"/>
          </a:solidFill>
        </p:spPr>
        <p:txBody>
          <a:bodyPr wrap="none" rtlCol="0">
            <a:spAutoFit/>
          </a:bodyPr>
          <a:lstStyle/>
          <a:p>
            <a:r>
              <a:rPr kumimoji="1" lang="ja-JP" altLang="en-US" dirty="0">
                <a:solidFill>
                  <a:schemeClr val="bg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施工会社⇒施工管理会社</a:t>
            </a:r>
            <a:endParaRPr kumimoji="1" lang="en-US" altLang="ja-JP" dirty="0">
              <a:solidFill>
                <a:schemeClr val="bg1"/>
              </a:solidFill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  <a:p>
            <a:r>
              <a:rPr kumimoji="1" lang="ja-JP" altLang="en-US" dirty="0">
                <a:solidFill>
                  <a:schemeClr val="bg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⇒販売店⇒トヨタ⇒仕入先</a:t>
            </a:r>
          </a:p>
        </p:txBody>
      </p:sp>
      <p:sp>
        <p:nvSpPr>
          <p:cNvPr id="37" name="テキスト ボックス 36">
            <a:extLst>
              <a:ext uri="{FF2B5EF4-FFF2-40B4-BE49-F238E27FC236}">
                <a16:creationId xmlns:a16="http://schemas.microsoft.com/office/drawing/2014/main" id="{A2CA4FDA-D90B-4A36-AC55-68F48158DC72}"/>
              </a:ext>
            </a:extLst>
          </p:cNvPr>
          <p:cNvSpPr txBox="1"/>
          <p:nvPr/>
        </p:nvSpPr>
        <p:spPr>
          <a:xfrm>
            <a:off x="2330273" y="3950448"/>
            <a:ext cx="2613216" cy="369332"/>
          </a:xfrm>
          <a:prstGeom prst="rect">
            <a:avLst/>
          </a:prstGeom>
          <a:solidFill>
            <a:srgbClr val="FF0000"/>
          </a:solidFill>
        </p:spPr>
        <p:txBody>
          <a:bodyPr wrap="none" rtlCol="0">
            <a:spAutoFit/>
          </a:bodyPr>
          <a:lstStyle/>
          <a:p>
            <a:r>
              <a:rPr kumimoji="1" lang="ja-JP" altLang="en-US" dirty="0">
                <a:solidFill>
                  <a:schemeClr val="bg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販売店⇒</a:t>
            </a:r>
            <a:r>
              <a:rPr kumimoji="1" lang="en-US" altLang="ja-JP" dirty="0">
                <a:solidFill>
                  <a:schemeClr val="bg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WPC</a:t>
            </a:r>
            <a:r>
              <a:rPr kumimoji="1" lang="ja-JP" altLang="en-US" dirty="0">
                <a:solidFill>
                  <a:schemeClr val="bg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⇒仕入先</a:t>
            </a:r>
          </a:p>
        </p:txBody>
      </p:sp>
      <p:sp>
        <p:nvSpPr>
          <p:cNvPr id="38" name="テキスト ボックス 37">
            <a:extLst>
              <a:ext uri="{FF2B5EF4-FFF2-40B4-BE49-F238E27FC236}">
                <a16:creationId xmlns:a16="http://schemas.microsoft.com/office/drawing/2014/main" id="{056BD71F-82C9-CB75-752F-DCD22D684ADE}"/>
              </a:ext>
            </a:extLst>
          </p:cNvPr>
          <p:cNvSpPr txBox="1"/>
          <p:nvPr/>
        </p:nvSpPr>
        <p:spPr>
          <a:xfrm>
            <a:off x="3723443" y="4827971"/>
            <a:ext cx="772969" cy="369332"/>
          </a:xfrm>
          <a:prstGeom prst="rect">
            <a:avLst/>
          </a:prstGeom>
          <a:solidFill>
            <a:srgbClr val="FF0000"/>
          </a:solidFill>
        </p:spPr>
        <p:txBody>
          <a:bodyPr wrap="none" rtlCol="0">
            <a:spAutoFit/>
          </a:bodyPr>
          <a:lstStyle/>
          <a:p>
            <a:r>
              <a:rPr kumimoji="1" lang="ja-JP" altLang="en-US" dirty="0">
                <a:solidFill>
                  <a:schemeClr val="bg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トヨタ</a:t>
            </a:r>
          </a:p>
        </p:txBody>
      </p:sp>
      <p:sp>
        <p:nvSpPr>
          <p:cNvPr id="40" name="テキスト ボックス 39">
            <a:extLst>
              <a:ext uri="{FF2B5EF4-FFF2-40B4-BE49-F238E27FC236}">
                <a16:creationId xmlns:a16="http://schemas.microsoft.com/office/drawing/2014/main" id="{00CEAD4D-47AA-2B15-7405-BC6495A59E1E}"/>
              </a:ext>
            </a:extLst>
          </p:cNvPr>
          <p:cNvSpPr txBox="1"/>
          <p:nvPr/>
        </p:nvSpPr>
        <p:spPr>
          <a:xfrm>
            <a:off x="5875450" y="1279238"/>
            <a:ext cx="5396029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・メール（メーリングリスト）で受領。</a:t>
            </a:r>
            <a:endParaRPr kumimoji="1" lang="en-US" altLang="ja-JP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  <a:p>
            <a:r>
              <a:rPr lang="ja-JP" altLang="en-US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（本来、トヨタの市場不具合情報システム</a:t>
            </a:r>
            <a:r>
              <a:rPr lang="en-US" altLang="ja-JP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TQ-NET</a:t>
            </a:r>
            <a:r>
              <a:rPr lang="ja-JP" altLang="en-US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を</a:t>
            </a:r>
            <a:endParaRPr lang="en-US" altLang="ja-JP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  <a:p>
            <a:r>
              <a:rPr lang="ja-JP" altLang="en-US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　使いたいが個人情報保護観点で利用不可）</a:t>
            </a:r>
            <a:endParaRPr kumimoji="1" lang="en-US" altLang="ja-JP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41" name="テキスト ボックス 40">
            <a:extLst>
              <a:ext uri="{FF2B5EF4-FFF2-40B4-BE49-F238E27FC236}">
                <a16:creationId xmlns:a16="http://schemas.microsoft.com/office/drawing/2014/main" id="{BA1C0E16-6EE4-DF37-123D-0A879DFCDBC1}"/>
              </a:ext>
            </a:extLst>
          </p:cNvPr>
          <p:cNvSpPr txBox="1"/>
          <p:nvPr/>
        </p:nvSpPr>
        <p:spPr>
          <a:xfrm>
            <a:off x="5875450" y="2158724"/>
            <a:ext cx="484780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・販売店が入力しないと不具合品が発送できず</a:t>
            </a:r>
            <a:endParaRPr kumimoji="1" lang="en-US" altLang="ja-JP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  <a:p>
            <a:r>
              <a:rPr lang="ja-JP" altLang="en-US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　不具合解析に遅れが生じる</a:t>
            </a:r>
            <a:endParaRPr kumimoji="1" lang="en-US" altLang="ja-JP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42" name="テキスト ボックス 41">
            <a:extLst>
              <a:ext uri="{FF2B5EF4-FFF2-40B4-BE49-F238E27FC236}">
                <a16:creationId xmlns:a16="http://schemas.microsoft.com/office/drawing/2014/main" id="{E7DAD46B-DB83-A358-F192-127B7F168A45}"/>
              </a:ext>
            </a:extLst>
          </p:cNvPr>
          <p:cNvSpPr txBox="1"/>
          <p:nvPr/>
        </p:nvSpPr>
        <p:spPr>
          <a:xfrm>
            <a:off x="5875450" y="3054586"/>
            <a:ext cx="596349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・修理完了報告書（不具合情報、状況の詳細）が受領で</a:t>
            </a:r>
            <a:r>
              <a:rPr lang="ja-JP" altLang="en-US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きず</a:t>
            </a:r>
            <a:endParaRPr lang="en-US" altLang="ja-JP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  <a:p>
            <a:r>
              <a:rPr kumimoji="1" lang="ja-JP" altLang="en-US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　不具合解析に遅れが生じる</a:t>
            </a:r>
          </a:p>
        </p:txBody>
      </p:sp>
      <p:sp>
        <p:nvSpPr>
          <p:cNvPr id="44" name="テキスト ボックス 43">
            <a:extLst>
              <a:ext uri="{FF2B5EF4-FFF2-40B4-BE49-F238E27FC236}">
                <a16:creationId xmlns:a16="http://schemas.microsoft.com/office/drawing/2014/main" id="{D5729F66-5768-0E3B-4F7E-AF82F2E0749F}"/>
              </a:ext>
            </a:extLst>
          </p:cNvPr>
          <p:cNvSpPr txBox="1"/>
          <p:nvPr/>
        </p:nvSpPr>
        <p:spPr>
          <a:xfrm>
            <a:off x="5875450" y="4645268"/>
            <a:ext cx="5642891" cy="14773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・モノ・情報を一覧ですぐに見たい</a:t>
            </a:r>
            <a:endParaRPr kumimoji="1" lang="en-US" altLang="ja-JP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  <a:p>
            <a:r>
              <a:rPr lang="ja-JP" altLang="en-US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　</a:t>
            </a:r>
            <a:r>
              <a:rPr kumimoji="1" lang="ja-JP" altLang="en-US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（メンテナンスは現状手動で実施）</a:t>
            </a:r>
            <a:endParaRPr kumimoji="1" lang="en-US" altLang="ja-JP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  <a:p>
            <a:r>
              <a:rPr lang="ja-JP" altLang="en-US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・情報を一元化したエクセル</a:t>
            </a:r>
            <a:r>
              <a:rPr lang="en-US" altLang="ja-JP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1</a:t>
            </a:r>
            <a:r>
              <a:rPr lang="ja-JP" altLang="en-US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つで管理したいが</a:t>
            </a:r>
            <a:endParaRPr lang="en-US" altLang="ja-JP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  <a:p>
            <a:r>
              <a:rPr kumimoji="1" lang="ja-JP" altLang="en-US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　仕入先と共有する必要あるため複数エクセルで管理。</a:t>
            </a:r>
            <a:endParaRPr kumimoji="1" lang="en-US" altLang="ja-JP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  <a:p>
            <a:r>
              <a:rPr lang="ja-JP" altLang="en-US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（</a:t>
            </a:r>
            <a:r>
              <a:rPr lang="en-US" altLang="ja-JP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2</a:t>
            </a:r>
            <a:r>
              <a:rPr lang="ja-JP" altLang="en-US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重管理で抜けもれ発生リスクあり）</a:t>
            </a:r>
            <a:endParaRPr kumimoji="1" lang="ja-JP" altLang="en-US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45" name="テキスト ボックス 44">
            <a:extLst>
              <a:ext uri="{FF2B5EF4-FFF2-40B4-BE49-F238E27FC236}">
                <a16:creationId xmlns:a16="http://schemas.microsoft.com/office/drawing/2014/main" id="{91C37D09-F188-66DA-E9C2-8812B5499B7C}"/>
              </a:ext>
            </a:extLst>
          </p:cNvPr>
          <p:cNvSpPr txBox="1"/>
          <p:nvPr/>
        </p:nvSpPr>
        <p:spPr>
          <a:xfrm>
            <a:off x="5875450" y="6143617"/>
            <a:ext cx="572624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・不具合件数、不具合種別でソートをかけて分析したい。</a:t>
            </a:r>
            <a:endParaRPr kumimoji="1" lang="en-US" altLang="ja-JP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46" name="テキスト ボックス 45">
            <a:extLst>
              <a:ext uri="{FF2B5EF4-FFF2-40B4-BE49-F238E27FC236}">
                <a16:creationId xmlns:a16="http://schemas.microsoft.com/office/drawing/2014/main" id="{B563A6E8-55F3-19E6-CFFF-B13C7409E104}"/>
              </a:ext>
            </a:extLst>
          </p:cNvPr>
          <p:cNvSpPr txBox="1"/>
          <p:nvPr/>
        </p:nvSpPr>
        <p:spPr>
          <a:xfrm>
            <a:off x="5875450" y="807063"/>
            <a:ext cx="117532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困りごと：</a:t>
            </a:r>
            <a:endParaRPr kumimoji="1" lang="en-US" altLang="ja-JP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47" name="テキスト ボックス 46">
            <a:extLst>
              <a:ext uri="{FF2B5EF4-FFF2-40B4-BE49-F238E27FC236}">
                <a16:creationId xmlns:a16="http://schemas.microsoft.com/office/drawing/2014/main" id="{58D7E870-1AEC-32FB-79C8-0F3839D4E022}"/>
              </a:ext>
            </a:extLst>
          </p:cNvPr>
          <p:cNvSpPr txBox="1"/>
          <p:nvPr/>
        </p:nvSpPr>
        <p:spPr>
          <a:xfrm>
            <a:off x="303644" y="807063"/>
            <a:ext cx="14077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現状フロー：</a:t>
            </a:r>
            <a:endParaRPr kumimoji="1" lang="en-US" altLang="ja-JP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6693BD34-E8EF-1BCF-DDEE-3DD2F16C577C}"/>
              </a:ext>
            </a:extLst>
          </p:cNvPr>
          <p:cNvSpPr txBox="1"/>
          <p:nvPr/>
        </p:nvSpPr>
        <p:spPr>
          <a:xfrm>
            <a:off x="2957369" y="5717608"/>
            <a:ext cx="772969" cy="369332"/>
          </a:xfrm>
          <a:prstGeom prst="rect">
            <a:avLst/>
          </a:prstGeom>
          <a:solidFill>
            <a:srgbClr val="FF0000"/>
          </a:solidFill>
        </p:spPr>
        <p:txBody>
          <a:bodyPr wrap="none" rtlCol="0">
            <a:spAutoFit/>
          </a:bodyPr>
          <a:lstStyle/>
          <a:p>
            <a:r>
              <a:rPr kumimoji="1" lang="ja-JP" altLang="en-US" dirty="0">
                <a:solidFill>
                  <a:schemeClr val="bg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トヨタ</a:t>
            </a:r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B1C9F16F-AB6E-1C30-6A0D-FA6269B50AD1}"/>
              </a:ext>
            </a:extLst>
          </p:cNvPr>
          <p:cNvSpPr txBox="1"/>
          <p:nvPr/>
        </p:nvSpPr>
        <p:spPr>
          <a:xfrm>
            <a:off x="5875450" y="3924432"/>
            <a:ext cx="560281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・不具合品追跡がしにくい。</a:t>
            </a:r>
            <a:r>
              <a:rPr kumimoji="1" lang="en-US" altLang="ja-JP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1</a:t>
            </a:r>
            <a:r>
              <a:rPr kumimoji="1" lang="ja-JP" altLang="en-US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件</a:t>
            </a:r>
            <a:r>
              <a:rPr kumimoji="1" lang="en-US" altLang="ja-JP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1</a:t>
            </a:r>
            <a:r>
              <a:rPr kumimoji="1" lang="ja-JP" altLang="en-US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件検索する必要ある。</a:t>
            </a:r>
          </a:p>
        </p:txBody>
      </p:sp>
    </p:spTree>
    <p:extLst>
      <p:ext uri="{BB962C8B-B14F-4D97-AF65-F5344CB8AC3E}">
        <p14:creationId xmlns:p14="http://schemas.microsoft.com/office/powerpoint/2010/main" val="299703428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EF62E14C-623A-964E-A893-2BA6879A3C37}"/>
              </a:ext>
            </a:extLst>
          </p:cNvPr>
          <p:cNvSpPr txBox="1"/>
          <p:nvPr/>
        </p:nvSpPr>
        <p:spPr>
          <a:xfrm>
            <a:off x="-3368" y="5568"/>
            <a:ext cx="6882059" cy="626701"/>
          </a:xfrm>
          <a:prstGeom prst="rect">
            <a:avLst/>
          </a:prstGeom>
          <a:noFill/>
        </p:spPr>
        <p:txBody>
          <a:bodyPr wrap="none" lIns="72000" tIns="36000" rIns="72000" bIns="36000" rtlCol="0" anchor="ctr">
            <a:spAutoFit/>
          </a:bodyPr>
          <a:lstStyle/>
          <a:p>
            <a:r>
              <a:rPr kumimoji="1" lang="en-US" altLang="ja-JP" sz="3600" dirty="0">
                <a:latin typeface="Meiryo UI" panose="020B0604030504040204" pitchFamily="50" charset="-128"/>
                <a:ea typeface="Meiryo UI" panose="020B0604030504040204" pitchFamily="50" charset="-128"/>
              </a:rPr>
              <a:t>Appendix</a:t>
            </a:r>
            <a:r>
              <a:rPr kumimoji="1" lang="ja-JP" altLang="en-US" sz="3600" dirty="0">
                <a:latin typeface="Meiryo UI" panose="020B0604030504040204" pitchFamily="50" charset="-128"/>
                <a:ea typeface="Meiryo UI" panose="020B0604030504040204" pitchFamily="50" charset="-128"/>
              </a:rPr>
              <a:t>：システム開発の審査</a:t>
            </a:r>
            <a:r>
              <a:rPr kumimoji="1" lang="en-US" altLang="ja-JP" sz="3600" dirty="0">
                <a:latin typeface="Meiryo UI" panose="020B0604030504040204" pitchFamily="50" charset="-128"/>
                <a:ea typeface="Meiryo UI" panose="020B0604030504040204" pitchFamily="50" charset="-128"/>
              </a:rPr>
              <a:t>LT</a:t>
            </a:r>
          </a:p>
        </p:txBody>
      </p:sp>
      <p:pic>
        <p:nvPicPr>
          <p:cNvPr id="4" name="図 3">
            <a:extLst>
              <a:ext uri="{FF2B5EF4-FFF2-40B4-BE49-F238E27FC236}">
                <a16:creationId xmlns:a16="http://schemas.microsoft.com/office/drawing/2014/main" id="{C1E827B0-1C02-EE70-4EB3-7419F2FE25F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36494" y="779572"/>
            <a:ext cx="9119011" cy="55058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9155092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EF62E14C-623A-964E-A893-2BA6879A3C37}"/>
              </a:ext>
            </a:extLst>
          </p:cNvPr>
          <p:cNvSpPr txBox="1"/>
          <p:nvPr/>
        </p:nvSpPr>
        <p:spPr>
          <a:xfrm>
            <a:off x="-3368" y="5568"/>
            <a:ext cx="6882059" cy="626701"/>
          </a:xfrm>
          <a:prstGeom prst="rect">
            <a:avLst/>
          </a:prstGeom>
          <a:noFill/>
        </p:spPr>
        <p:txBody>
          <a:bodyPr wrap="none" lIns="72000" tIns="36000" rIns="72000" bIns="36000" rtlCol="0" anchor="ctr">
            <a:spAutoFit/>
          </a:bodyPr>
          <a:lstStyle/>
          <a:p>
            <a:r>
              <a:rPr kumimoji="1" lang="en-US" altLang="ja-JP" sz="3600" dirty="0">
                <a:latin typeface="Meiryo UI" panose="020B0604030504040204" pitchFamily="50" charset="-128"/>
                <a:ea typeface="Meiryo UI" panose="020B0604030504040204" pitchFamily="50" charset="-128"/>
              </a:rPr>
              <a:t>Appendix</a:t>
            </a:r>
            <a:r>
              <a:rPr kumimoji="1" lang="ja-JP" altLang="en-US" sz="3600" dirty="0">
                <a:latin typeface="Meiryo UI" panose="020B0604030504040204" pitchFamily="50" charset="-128"/>
                <a:ea typeface="Meiryo UI" panose="020B0604030504040204" pitchFamily="50" charset="-128"/>
              </a:rPr>
              <a:t>：システム開発の審査</a:t>
            </a:r>
            <a:r>
              <a:rPr kumimoji="1" lang="en-US" altLang="ja-JP" sz="3600" dirty="0">
                <a:latin typeface="Meiryo UI" panose="020B0604030504040204" pitchFamily="50" charset="-128"/>
                <a:ea typeface="Meiryo UI" panose="020B0604030504040204" pitchFamily="50" charset="-128"/>
              </a:rPr>
              <a:t>LT</a:t>
            </a:r>
          </a:p>
        </p:txBody>
      </p:sp>
      <p:pic>
        <p:nvPicPr>
          <p:cNvPr id="3" name="図 2">
            <a:extLst>
              <a:ext uri="{FF2B5EF4-FFF2-40B4-BE49-F238E27FC236}">
                <a16:creationId xmlns:a16="http://schemas.microsoft.com/office/drawing/2014/main" id="{1CE741C6-6683-E7FF-6528-7ABCA4FE471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6490" y="761790"/>
            <a:ext cx="5068899" cy="3171426"/>
          </a:xfrm>
          <a:prstGeom prst="rect">
            <a:avLst/>
          </a:prstGeom>
        </p:spPr>
      </p:pic>
      <p:pic>
        <p:nvPicPr>
          <p:cNvPr id="6" name="図 5">
            <a:extLst>
              <a:ext uri="{FF2B5EF4-FFF2-40B4-BE49-F238E27FC236}">
                <a16:creationId xmlns:a16="http://schemas.microsoft.com/office/drawing/2014/main" id="{C50510B4-F948-665B-A1D7-031A7F3903E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1035288"/>
            <a:ext cx="5704356" cy="2350538"/>
          </a:xfrm>
          <a:prstGeom prst="rect">
            <a:avLst/>
          </a:prstGeom>
        </p:spPr>
      </p:pic>
      <p:pic>
        <p:nvPicPr>
          <p:cNvPr id="9" name="図 8">
            <a:extLst>
              <a:ext uri="{FF2B5EF4-FFF2-40B4-BE49-F238E27FC236}">
                <a16:creationId xmlns:a16="http://schemas.microsoft.com/office/drawing/2014/main" id="{6DC27F52-7630-E3E6-C738-975CD610228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81960" y="3472174"/>
            <a:ext cx="5532436" cy="3343004"/>
          </a:xfrm>
          <a:prstGeom prst="rect">
            <a:avLst/>
          </a:prstGeom>
        </p:spPr>
      </p:pic>
      <p:pic>
        <p:nvPicPr>
          <p:cNvPr id="11" name="図 10">
            <a:extLst>
              <a:ext uri="{FF2B5EF4-FFF2-40B4-BE49-F238E27FC236}">
                <a16:creationId xmlns:a16="http://schemas.microsoft.com/office/drawing/2014/main" id="{90379F68-79AA-7C9C-3303-D3C82F95FA8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6490" y="3892875"/>
            <a:ext cx="4774509" cy="29595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8419475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21C065CE-963D-63CF-8D10-F800A3D73AEE}"/>
              </a:ext>
            </a:extLst>
          </p:cNvPr>
          <p:cNvSpPr txBox="1"/>
          <p:nvPr/>
        </p:nvSpPr>
        <p:spPr>
          <a:xfrm>
            <a:off x="5238103" y="3214132"/>
            <a:ext cx="1068736" cy="626701"/>
          </a:xfrm>
          <a:prstGeom prst="rect">
            <a:avLst/>
          </a:prstGeom>
          <a:noFill/>
        </p:spPr>
        <p:txBody>
          <a:bodyPr wrap="none" lIns="72000" tIns="36000" rIns="72000" bIns="36000" rtlCol="0" anchor="ctr">
            <a:spAutoFit/>
          </a:bodyPr>
          <a:lstStyle/>
          <a:p>
            <a:r>
              <a:rPr kumimoji="1" lang="ja-JP" altLang="en-US" sz="3600" dirty="0">
                <a:latin typeface="Meiryo UI" panose="020B0604030504040204" pitchFamily="50" charset="-128"/>
                <a:ea typeface="Meiryo UI" panose="020B0604030504040204" pitchFamily="50" charset="-128"/>
              </a:rPr>
              <a:t>以上</a:t>
            </a:r>
            <a:endParaRPr kumimoji="1" lang="en-US" altLang="ja-JP" sz="36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32343201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ドキュメント" ma:contentTypeID="0x010100169A2B1AE92452458CEB470079EA8ECF" ma:contentTypeVersion="7" ma:contentTypeDescription="新しいドキュメントを作成します。" ma:contentTypeScope="" ma:versionID="6ef315cb19597e9e7ff73302ca71522a">
  <xsd:schema xmlns:xsd="http://www.w3.org/2001/XMLSchema" xmlns:xs="http://www.w3.org/2001/XMLSchema" xmlns:p="http://schemas.microsoft.com/office/2006/metadata/properties" xmlns:ns2="db651b74-da45-491c-b964-f21fd00939ac" targetNamespace="http://schemas.microsoft.com/office/2006/metadata/properties" ma:root="true" ma:fieldsID="06f87142c1fc017b8381c3d3142e5fb9" ns2:_="">
    <xsd:import namespace="db651b74-da45-491c-b964-f21fd00939ac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b651b74-da45-491c-b964-f21fd00939ac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4" nillable="true" ma:displayName="MediaLengthInSeconds" ma:hidden="true" ma:internalName="MediaLengthInSeconds" ma:readOnly="true">
      <xsd:simpleType>
        <xsd:restriction base="dms:Unknown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コンテンツ タイプ"/>
        <xsd:element ref="dc:title" minOccurs="0" maxOccurs="1" ma:index="4" ma:displayName="タイトル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95DE6876-4112-4C3B-9CDD-86B5079B521C}">
  <ds:schemaRefs>
    <ds:schemaRef ds:uri="247dd3b0-50df-45af-8320-eb939bca1e06"/>
    <ds:schemaRef ds:uri="598ae6c2-a850-41b4-b9ab-a9d251b1073f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customXml/itemProps2.xml><?xml version="1.0" encoding="utf-8"?>
<ds:datastoreItem xmlns:ds="http://schemas.openxmlformats.org/officeDocument/2006/customXml" ds:itemID="{FBE84D28-F699-446E-8659-449FE2EE7C38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db651b74-da45-491c-b964-f21fd00939ac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77DFF298-38DD-4BCA-B020-D470BEEFE68D}">
  <ds:schemaRefs>
    <ds:schemaRef ds:uri="http://schemas.microsoft.com/sharepoint/v3/contenttype/forms"/>
  </ds:schemaRefs>
</ds:datastoreItem>
</file>

<file path=docMetadata/LabelInfo.xml><?xml version="1.0" encoding="utf-8"?>
<clbl:labelList xmlns:clbl="http://schemas.microsoft.com/office/2020/mipLabelMetadata">
  <clbl:label id="{d1c1335e-f582-42a9-b6fe-5e1a16eb9bc8}" enabled="0" method="" siteId="{d1c1335e-f582-42a9-b6fe-5e1a16eb9bc8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1327</TotalTime>
  <Words>582</Words>
  <Application>Microsoft Office PowerPoint</Application>
  <PresentationFormat>ワイド画面</PresentationFormat>
  <Paragraphs>90</Paragraphs>
  <Slides>9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5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9</vt:i4>
      </vt:variant>
    </vt:vector>
  </HeadingPairs>
  <TitlesOfParts>
    <vt:vector size="15" baseType="lpstr">
      <vt:lpstr>BIZ UDPゴシック</vt:lpstr>
      <vt:lpstr>Meiryo UI</vt:lpstr>
      <vt:lpstr>游ゴシック</vt:lpstr>
      <vt:lpstr>游ゴシック Light</vt:lpstr>
      <vt:lpstr>Arial</vt:lpstr>
      <vt:lpstr>Office テーマ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プレゼンテーション</dc:title>
  <dc:creator>Ogoshi, Azuki/尾越 敦貴</dc:creator>
  <cp:lastModifiedBy>鈴木　晴勝</cp:lastModifiedBy>
  <cp:revision>6</cp:revision>
  <dcterms:created xsi:type="dcterms:W3CDTF">2024-05-16T01:31:49Z</dcterms:created>
  <dcterms:modified xsi:type="dcterms:W3CDTF">2026-01-26T06:37:34Z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ediaServiceImageTags">
    <vt:lpwstr/>
  </property>
  <property fmtid="{D5CDD505-2E9C-101B-9397-08002B2CF9AE}" pid="3" name="ContentTypeId">
    <vt:lpwstr>0x010100169A2B1AE92452458CEB470079EA8ECF</vt:lpwstr>
  </property>
</Properties>
</file>