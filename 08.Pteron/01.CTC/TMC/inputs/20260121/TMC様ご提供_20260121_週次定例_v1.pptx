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4"/>
  </p:notesMasterIdLst>
  <p:sldIdLst>
    <p:sldId id="2147483068" r:id="rId5"/>
    <p:sldId id="2147483064" r:id="rId6"/>
    <p:sldId id="2147483041" r:id="rId7"/>
    <p:sldId id="2147483070" r:id="rId8"/>
    <p:sldId id="2147483066" r:id="rId9"/>
    <p:sldId id="2147483067" r:id="rId10"/>
    <p:sldId id="2147483071" r:id="rId11"/>
    <p:sldId id="2147483072" r:id="rId12"/>
    <p:sldId id="2147483069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本紙" id="{43B807D3-8321-43D4-BEFA-D3581596916D}">
          <p14:sldIdLst>
            <p14:sldId id="2147483068"/>
            <p14:sldId id="2147483064"/>
            <p14:sldId id="2147483041"/>
            <p14:sldId id="2147483070"/>
            <p14:sldId id="2147483066"/>
            <p14:sldId id="2147483067"/>
            <p14:sldId id="2147483071"/>
            <p14:sldId id="2147483072"/>
            <p14:sldId id="21474830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F5FD"/>
    <a:srgbClr val="CCFFFF"/>
    <a:srgbClr val="3333FF"/>
    <a:srgbClr val="FFCCCC"/>
    <a:srgbClr val="EFF5FB"/>
    <a:srgbClr val="C5E0B4"/>
    <a:srgbClr val="000000"/>
    <a:srgbClr val="F8CBAD"/>
    <a:srgbClr val="FFF0EF"/>
    <a:srgbClr val="FC9F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1804CE-A77D-4D93-A19D-B962DBF6C0E6}" v="171" dt="2026-01-21T04:25:40.006"/>
    <p1510:client id="{B1E90E2F-ECDE-4C90-B222-D23A802CE5C2}" v="453" dt="2026-01-21T04:13:36.0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04" autoAdjust="0"/>
    <p:restoredTop sz="94725" autoAdjust="0"/>
  </p:normalViewPr>
  <p:slideViewPr>
    <p:cSldViewPr snapToGrid="0">
      <p:cViewPr>
        <p:scale>
          <a:sx n="66" d="100"/>
          <a:sy n="66" d="100"/>
        </p:scale>
        <p:origin x="96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ta, Hiroshi/秦 裕史" userId="e4fcce08-021f-420b-8f35-ea2e31fc53f3" providerId="ADAL" clId="{341804CE-A77D-4D93-A19D-B962DBF6C0E6}"/>
    <pc:docChg chg="undo custSel addSld delSld modSld modSection">
      <pc:chgData name="Hata, Hiroshi/秦 裕史" userId="e4fcce08-021f-420b-8f35-ea2e31fc53f3" providerId="ADAL" clId="{341804CE-A77D-4D93-A19D-B962DBF6C0E6}" dt="2026-01-21T04:25:40.006" v="170" actId="208"/>
      <pc:docMkLst>
        <pc:docMk/>
      </pc:docMkLst>
      <pc:sldChg chg="addSp modSp mod">
        <pc:chgData name="Hata, Hiroshi/秦 裕史" userId="e4fcce08-021f-420b-8f35-ea2e31fc53f3" providerId="ADAL" clId="{341804CE-A77D-4D93-A19D-B962DBF6C0E6}" dt="2026-01-21T04:25:40.006" v="170" actId="208"/>
        <pc:sldMkLst>
          <pc:docMk/>
          <pc:sldMk cId="2273336244" sldId="2147483041"/>
        </pc:sldMkLst>
        <pc:spChg chg="add mod">
          <ac:chgData name="Hata, Hiroshi/秦 裕史" userId="e4fcce08-021f-420b-8f35-ea2e31fc53f3" providerId="ADAL" clId="{341804CE-A77D-4D93-A19D-B962DBF6C0E6}" dt="2026-01-21T04:25:40.006" v="170" actId="208"/>
          <ac:spMkLst>
            <pc:docMk/>
            <pc:sldMk cId="2273336244" sldId="2147483041"/>
            <ac:spMk id="3" creationId="{9790573E-2245-B314-5013-F754155C0B68}"/>
          </ac:spMkLst>
        </pc:spChg>
      </pc:sldChg>
      <pc:sldChg chg="del">
        <pc:chgData name="Hata, Hiroshi/秦 裕史" userId="e4fcce08-021f-420b-8f35-ea2e31fc53f3" providerId="ADAL" clId="{341804CE-A77D-4D93-A19D-B962DBF6C0E6}" dt="2026-01-21T00:36:40.284" v="0" actId="47"/>
        <pc:sldMkLst>
          <pc:docMk/>
          <pc:sldMk cId="2358095732" sldId="2147483042"/>
        </pc:sldMkLst>
      </pc:sldChg>
      <pc:sldChg chg="addSp delSp modSp add mod">
        <pc:chgData name="Hata, Hiroshi/秦 裕史" userId="e4fcce08-021f-420b-8f35-ea2e31fc53f3" providerId="ADAL" clId="{341804CE-A77D-4D93-A19D-B962DBF6C0E6}" dt="2026-01-21T00:55:01.466" v="59"/>
        <pc:sldMkLst>
          <pc:docMk/>
          <pc:sldMk cId="2491550923" sldId="2147483071"/>
        </pc:sldMkLst>
        <pc:spChg chg="del">
          <ac:chgData name="Hata, Hiroshi/秦 裕史" userId="e4fcce08-021f-420b-8f35-ea2e31fc53f3" providerId="ADAL" clId="{341804CE-A77D-4D93-A19D-B962DBF6C0E6}" dt="2026-01-21T00:54:41.111" v="58" actId="478"/>
          <ac:spMkLst>
            <pc:docMk/>
            <pc:sldMk cId="2491550923" sldId="2147483071"/>
            <ac:spMk id="3" creationId="{4AA4B478-F9A9-B5E9-010D-1C52774B07CC}"/>
          </ac:spMkLst>
        </pc:spChg>
        <pc:spChg chg="mod">
          <ac:chgData name="Hata, Hiroshi/秦 裕史" userId="e4fcce08-021f-420b-8f35-ea2e31fc53f3" providerId="ADAL" clId="{341804CE-A77D-4D93-A19D-B962DBF6C0E6}" dt="2026-01-21T00:54:38.215" v="57" actId="20577"/>
          <ac:spMkLst>
            <pc:docMk/>
            <pc:sldMk cId="2491550923" sldId="2147483071"/>
            <ac:spMk id="7" creationId="{EF62E14C-623A-964E-A893-2BA6879A3C37}"/>
          </ac:spMkLst>
        </pc:spChg>
        <pc:spChg chg="del">
          <ac:chgData name="Hata, Hiroshi/秦 裕史" userId="e4fcce08-021f-420b-8f35-ea2e31fc53f3" providerId="ADAL" clId="{341804CE-A77D-4D93-A19D-B962DBF6C0E6}" dt="2026-01-21T00:54:41.111" v="58" actId="478"/>
          <ac:spMkLst>
            <pc:docMk/>
            <pc:sldMk cId="2491550923" sldId="2147483071"/>
            <ac:spMk id="8" creationId="{6693BD34-E8EF-1BCF-DDEE-3DD2F16C577C}"/>
          </ac:spMkLst>
        </pc:spChg>
        <pc:spChg chg="del">
          <ac:chgData name="Hata, Hiroshi/秦 裕史" userId="e4fcce08-021f-420b-8f35-ea2e31fc53f3" providerId="ADAL" clId="{341804CE-A77D-4D93-A19D-B962DBF6C0E6}" dt="2026-01-21T00:54:41.111" v="58" actId="478"/>
          <ac:spMkLst>
            <pc:docMk/>
            <pc:sldMk cId="2491550923" sldId="2147483071"/>
            <ac:spMk id="25" creationId="{FFEF6575-A328-6F24-3646-43BAC0D286B8}"/>
          </ac:spMkLst>
        </pc:spChg>
        <pc:spChg chg="del">
          <ac:chgData name="Hata, Hiroshi/秦 裕史" userId="e4fcce08-021f-420b-8f35-ea2e31fc53f3" providerId="ADAL" clId="{341804CE-A77D-4D93-A19D-B962DBF6C0E6}" dt="2026-01-21T00:54:41.111" v="58" actId="478"/>
          <ac:spMkLst>
            <pc:docMk/>
            <pc:sldMk cId="2491550923" sldId="2147483071"/>
            <ac:spMk id="26" creationId="{92A12053-4B24-456F-ADBB-E98EAFDEE94E}"/>
          </ac:spMkLst>
        </pc:spChg>
        <pc:spChg chg="del">
          <ac:chgData name="Hata, Hiroshi/秦 裕史" userId="e4fcce08-021f-420b-8f35-ea2e31fc53f3" providerId="ADAL" clId="{341804CE-A77D-4D93-A19D-B962DBF6C0E6}" dt="2026-01-21T00:54:41.111" v="58" actId="478"/>
          <ac:spMkLst>
            <pc:docMk/>
            <pc:sldMk cId="2491550923" sldId="2147483071"/>
            <ac:spMk id="27" creationId="{0B47E09D-DCBE-3AFE-2207-A5793B153A70}"/>
          </ac:spMkLst>
        </pc:spChg>
        <pc:spChg chg="del">
          <ac:chgData name="Hata, Hiroshi/秦 裕史" userId="e4fcce08-021f-420b-8f35-ea2e31fc53f3" providerId="ADAL" clId="{341804CE-A77D-4D93-A19D-B962DBF6C0E6}" dt="2026-01-21T00:54:41.111" v="58" actId="478"/>
          <ac:spMkLst>
            <pc:docMk/>
            <pc:sldMk cId="2491550923" sldId="2147483071"/>
            <ac:spMk id="28" creationId="{03AE8A13-F3FF-55C9-1E56-6C470089D52E}"/>
          </ac:spMkLst>
        </pc:spChg>
        <pc:spChg chg="del">
          <ac:chgData name="Hata, Hiroshi/秦 裕史" userId="e4fcce08-021f-420b-8f35-ea2e31fc53f3" providerId="ADAL" clId="{341804CE-A77D-4D93-A19D-B962DBF6C0E6}" dt="2026-01-21T00:54:41.111" v="58" actId="478"/>
          <ac:spMkLst>
            <pc:docMk/>
            <pc:sldMk cId="2491550923" sldId="2147483071"/>
            <ac:spMk id="37" creationId="{A2CA4FDA-D90B-4A36-AC55-68F48158DC72}"/>
          </ac:spMkLst>
        </pc:spChg>
        <pc:spChg chg="del">
          <ac:chgData name="Hata, Hiroshi/秦 裕史" userId="e4fcce08-021f-420b-8f35-ea2e31fc53f3" providerId="ADAL" clId="{341804CE-A77D-4D93-A19D-B962DBF6C0E6}" dt="2026-01-21T00:54:41.111" v="58" actId="478"/>
          <ac:spMkLst>
            <pc:docMk/>
            <pc:sldMk cId="2491550923" sldId="2147483071"/>
            <ac:spMk id="38" creationId="{056BD71F-82C9-CB75-752F-DCD22D684ADE}"/>
          </ac:spMkLst>
        </pc:spChg>
        <pc:spChg chg="del">
          <ac:chgData name="Hata, Hiroshi/秦 裕史" userId="e4fcce08-021f-420b-8f35-ea2e31fc53f3" providerId="ADAL" clId="{341804CE-A77D-4D93-A19D-B962DBF6C0E6}" dt="2026-01-21T00:54:41.111" v="58" actId="478"/>
          <ac:spMkLst>
            <pc:docMk/>
            <pc:sldMk cId="2491550923" sldId="2147483071"/>
            <ac:spMk id="45" creationId="{91C37D09-F188-66DA-E9C2-8812B5499B7C}"/>
          </ac:spMkLst>
        </pc:spChg>
        <pc:spChg chg="del">
          <ac:chgData name="Hata, Hiroshi/秦 裕史" userId="e4fcce08-021f-420b-8f35-ea2e31fc53f3" providerId="ADAL" clId="{341804CE-A77D-4D93-A19D-B962DBF6C0E6}" dt="2026-01-21T00:54:41.111" v="58" actId="478"/>
          <ac:spMkLst>
            <pc:docMk/>
            <pc:sldMk cId="2491550923" sldId="2147483071"/>
            <ac:spMk id="47" creationId="{58D7E870-1AEC-32FB-79C8-0F3839D4E022}"/>
          </ac:spMkLst>
        </pc:spChg>
        <pc:picChg chg="add mod">
          <ac:chgData name="Hata, Hiroshi/秦 裕史" userId="e4fcce08-021f-420b-8f35-ea2e31fc53f3" providerId="ADAL" clId="{341804CE-A77D-4D93-A19D-B962DBF6C0E6}" dt="2026-01-21T00:55:01.466" v="59"/>
          <ac:picMkLst>
            <pc:docMk/>
            <pc:sldMk cId="2491550923" sldId="2147483071"/>
            <ac:picMk id="4" creationId="{C1E827B0-1C02-EE70-4EB3-7419F2FE25F7}"/>
          </ac:picMkLst>
        </pc:picChg>
      </pc:sldChg>
      <pc:sldChg chg="addSp delSp modSp add mod">
        <pc:chgData name="Hata, Hiroshi/秦 裕史" userId="e4fcce08-021f-420b-8f35-ea2e31fc53f3" providerId="ADAL" clId="{341804CE-A77D-4D93-A19D-B962DBF6C0E6}" dt="2026-01-21T00:59:55.351" v="114" actId="1076"/>
        <pc:sldMkLst>
          <pc:docMk/>
          <pc:sldMk cId="984194754" sldId="2147483072"/>
        </pc:sldMkLst>
        <pc:picChg chg="add mod">
          <ac:chgData name="Hata, Hiroshi/秦 裕史" userId="e4fcce08-021f-420b-8f35-ea2e31fc53f3" providerId="ADAL" clId="{341804CE-A77D-4D93-A19D-B962DBF6C0E6}" dt="2026-01-21T00:59:38.798" v="109" actId="1076"/>
          <ac:picMkLst>
            <pc:docMk/>
            <pc:sldMk cId="984194754" sldId="2147483072"/>
            <ac:picMk id="3" creationId="{1CE741C6-6683-E7FF-6528-7ABCA4FE4712}"/>
          </ac:picMkLst>
        </pc:picChg>
        <pc:picChg chg="del">
          <ac:chgData name="Hata, Hiroshi/秦 裕史" userId="e4fcce08-021f-420b-8f35-ea2e31fc53f3" providerId="ADAL" clId="{341804CE-A77D-4D93-A19D-B962DBF6C0E6}" dt="2026-01-21T00:55:16.952" v="61" actId="478"/>
          <ac:picMkLst>
            <pc:docMk/>
            <pc:sldMk cId="984194754" sldId="2147483072"/>
            <ac:picMk id="4" creationId="{C1E827B0-1C02-EE70-4EB3-7419F2FE25F7}"/>
          </ac:picMkLst>
        </pc:picChg>
        <pc:picChg chg="add mod">
          <ac:chgData name="Hata, Hiroshi/秦 裕史" userId="e4fcce08-021f-420b-8f35-ea2e31fc53f3" providerId="ADAL" clId="{341804CE-A77D-4D93-A19D-B962DBF6C0E6}" dt="2026-01-21T00:59:55.351" v="114" actId="1076"/>
          <ac:picMkLst>
            <pc:docMk/>
            <pc:sldMk cId="984194754" sldId="2147483072"/>
            <ac:picMk id="6" creationId="{C50510B4-F948-665B-A1D7-031A7F3903E9}"/>
          </ac:picMkLst>
        </pc:picChg>
        <pc:picChg chg="add mod">
          <ac:chgData name="Hata, Hiroshi/秦 裕史" userId="e4fcce08-021f-420b-8f35-ea2e31fc53f3" providerId="ADAL" clId="{341804CE-A77D-4D93-A19D-B962DBF6C0E6}" dt="2026-01-21T00:59:55.351" v="114" actId="1076"/>
          <ac:picMkLst>
            <pc:docMk/>
            <pc:sldMk cId="984194754" sldId="2147483072"/>
            <ac:picMk id="9" creationId="{6DC27F52-7630-E3E6-C738-975CD610228B}"/>
          </ac:picMkLst>
        </pc:picChg>
        <pc:picChg chg="add mod">
          <ac:chgData name="Hata, Hiroshi/秦 裕史" userId="e4fcce08-021f-420b-8f35-ea2e31fc53f3" providerId="ADAL" clId="{341804CE-A77D-4D93-A19D-B962DBF6C0E6}" dt="2026-01-21T00:59:35.725" v="108" actId="1076"/>
          <ac:picMkLst>
            <pc:docMk/>
            <pc:sldMk cId="984194754" sldId="2147483072"/>
            <ac:picMk id="11" creationId="{90379F68-79AA-7C9C-3303-D3C82F95FA89}"/>
          </ac:picMkLst>
        </pc:picChg>
      </pc:sldChg>
    </pc:docChg>
  </pc:docChgLst>
  <pc:docChgLst>
    <pc:chgData name="Muramatsu, Takayuki/村松 隆行" userId="5673437b-dcc4-4f5b-962d-77f986a91cf6" providerId="ADAL" clId="{B1E90E2F-ECDE-4C90-B222-D23A802CE5C2}"/>
    <pc:docChg chg="undo redo custSel addSld modSld">
      <pc:chgData name="Muramatsu, Takayuki/村松 隆行" userId="5673437b-dcc4-4f5b-962d-77f986a91cf6" providerId="ADAL" clId="{B1E90E2F-ECDE-4C90-B222-D23A802CE5C2}" dt="2026-01-21T04:13:36.006" v="452" actId="11529"/>
      <pc:docMkLst>
        <pc:docMk/>
      </pc:docMkLst>
      <pc:sldChg chg="addSp modSp mod">
        <pc:chgData name="Muramatsu, Takayuki/村松 隆行" userId="5673437b-dcc4-4f5b-962d-77f986a91cf6" providerId="ADAL" clId="{B1E90E2F-ECDE-4C90-B222-D23A802CE5C2}" dt="2026-01-21T04:13:36.006" v="452" actId="11529"/>
        <pc:sldMkLst>
          <pc:docMk/>
          <pc:sldMk cId="2273336244" sldId="2147483041"/>
        </pc:sldMkLst>
        <pc:spChg chg="add">
          <ac:chgData name="Muramatsu, Takayuki/村松 隆行" userId="5673437b-dcc4-4f5b-962d-77f986a91cf6" providerId="ADAL" clId="{B1E90E2F-ECDE-4C90-B222-D23A802CE5C2}" dt="2026-01-21T04:13:36.006" v="452" actId="11529"/>
          <ac:spMkLst>
            <pc:docMk/>
            <pc:sldMk cId="2273336244" sldId="2147483041"/>
            <ac:spMk id="2" creationId="{A704C818-DC0A-A811-999F-88D16A7D55CE}"/>
          </ac:spMkLst>
        </pc:spChg>
        <pc:picChg chg="mod">
          <ac:chgData name="Muramatsu, Takayuki/村松 隆行" userId="5673437b-dcc4-4f5b-962d-77f986a91cf6" providerId="ADAL" clId="{B1E90E2F-ECDE-4C90-B222-D23A802CE5C2}" dt="2026-01-21T04:13:06.529" v="451" actId="1076"/>
          <ac:picMkLst>
            <pc:docMk/>
            <pc:sldMk cId="2273336244" sldId="2147483041"/>
            <ac:picMk id="9" creationId="{3E2017EB-A922-6EF5-9FAA-5DAB52E27A12}"/>
          </ac:picMkLst>
        </pc:picChg>
      </pc:sldChg>
      <pc:sldChg chg="modSp mod">
        <pc:chgData name="Muramatsu, Takayuki/村松 隆行" userId="5673437b-dcc4-4f5b-962d-77f986a91cf6" providerId="ADAL" clId="{B1E90E2F-ECDE-4C90-B222-D23A802CE5C2}" dt="2026-01-21T03:15:46.477" v="450" actId="1076"/>
        <pc:sldMkLst>
          <pc:docMk/>
          <pc:sldMk cId="1062957897" sldId="2147483066"/>
        </pc:sldMkLst>
        <pc:spChg chg="mod">
          <ac:chgData name="Muramatsu, Takayuki/村松 隆行" userId="5673437b-dcc4-4f5b-962d-77f986a91cf6" providerId="ADAL" clId="{B1E90E2F-ECDE-4C90-B222-D23A802CE5C2}" dt="2026-01-21T03:12:32.472" v="334" actId="207"/>
          <ac:spMkLst>
            <pc:docMk/>
            <pc:sldMk cId="1062957897" sldId="2147483066"/>
            <ac:spMk id="2" creationId="{F4A7A7F6-8257-3D74-4140-558BCC30411B}"/>
          </ac:spMkLst>
        </pc:spChg>
        <pc:spChg chg="mod">
          <ac:chgData name="Muramatsu, Takayuki/村松 隆行" userId="5673437b-dcc4-4f5b-962d-77f986a91cf6" providerId="ADAL" clId="{B1E90E2F-ECDE-4C90-B222-D23A802CE5C2}" dt="2026-01-21T03:13:43.371" v="338" actId="692"/>
          <ac:spMkLst>
            <pc:docMk/>
            <pc:sldMk cId="1062957897" sldId="2147483066"/>
            <ac:spMk id="3" creationId="{4AA4B478-F9A9-B5E9-010D-1C52774B07CC}"/>
          </ac:spMkLst>
        </pc:spChg>
        <pc:spChg chg="mod">
          <ac:chgData name="Muramatsu, Takayuki/村松 隆行" userId="5673437b-dcc4-4f5b-962d-77f986a91cf6" providerId="ADAL" clId="{B1E90E2F-ECDE-4C90-B222-D23A802CE5C2}" dt="2026-01-21T03:12:32.472" v="334" actId="207"/>
          <ac:spMkLst>
            <pc:docMk/>
            <pc:sldMk cId="1062957897" sldId="2147483066"/>
            <ac:spMk id="25" creationId="{FFEF6575-A328-6F24-3646-43BAC0D286B8}"/>
          </ac:spMkLst>
        </pc:spChg>
        <pc:spChg chg="mod">
          <ac:chgData name="Muramatsu, Takayuki/村松 隆行" userId="5673437b-dcc4-4f5b-962d-77f986a91cf6" providerId="ADAL" clId="{B1E90E2F-ECDE-4C90-B222-D23A802CE5C2}" dt="2026-01-21T03:12:32.472" v="334" actId="207"/>
          <ac:spMkLst>
            <pc:docMk/>
            <pc:sldMk cId="1062957897" sldId="2147483066"/>
            <ac:spMk id="26" creationId="{92A12053-4B24-456F-ADBB-E98EAFDEE94E}"/>
          </ac:spMkLst>
        </pc:spChg>
        <pc:spChg chg="mod">
          <ac:chgData name="Muramatsu, Takayuki/村松 隆行" userId="5673437b-dcc4-4f5b-962d-77f986a91cf6" providerId="ADAL" clId="{B1E90E2F-ECDE-4C90-B222-D23A802CE5C2}" dt="2026-01-21T03:12:32.472" v="334" actId="207"/>
          <ac:spMkLst>
            <pc:docMk/>
            <pc:sldMk cId="1062957897" sldId="2147483066"/>
            <ac:spMk id="27" creationId="{0B47E09D-DCBE-3AFE-2207-A5793B153A70}"/>
          </ac:spMkLst>
        </pc:spChg>
        <pc:spChg chg="mod">
          <ac:chgData name="Muramatsu, Takayuki/村松 隆行" userId="5673437b-dcc4-4f5b-962d-77f986a91cf6" providerId="ADAL" clId="{B1E90E2F-ECDE-4C90-B222-D23A802CE5C2}" dt="2026-01-21T03:12:32.472" v="334" actId="207"/>
          <ac:spMkLst>
            <pc:docMk/>
            <pc:sldMk cId="1062957897" sldId="2147483066"/>
            <ac:spMk id="28" creationId="{03AE8A13-F3FF-55C9-1E56-6C470089D52E}"/>
          </ac:spMkLst>
        </pc:spChg>
        <pc:spChg chg="mod">
          <ac:chgData name="Muramatsu, Takayuki/村松 隆行" userId="5673437b-dcc4-4f5b-962d-77f986a91cf6" providerId="ADAL" clId="{B1E90E2F-ECDE-4C90-B222-D23A802CE5C2}" dt="2026-01-21T03:13:18.858" v="336" actId="1076"/>
          <ac:spMkLst>
            <pc:docMk/>
            <pc:sldMk cId="1062957897" sldId="2147483066"/>
            <ac:spMk id="40" creationId="{00CEAD4D-47AA-2B15-7405-BC6495A59E1E}"/>
          </ac:spMkLst>
        </pc:spChg>
        <pc:spChg chg="mod">
          <ac:chgData name="Muramatsu, Takayuki/村松 隆行" userId="5673437b-dcc4-4f5b-962d-77f986a91cf6" providerId="ADAL" clId="{B1E90E2F-ECDE-4C90-B222-D23A802CE5C2}" dt="2026-01-21T03:12:32.472" v="334" actId="207"/>
          <ac:spMkLst>
            <pc:docMk/>
            <pc:sldMk cId="1062957897" sldId="2147483066"/>
            <ac:spMk id="41" creationId="{BA1C0E16-6EE4-DF37-123D-0A879DFCDBC1}"/>
          </ac:spMkLst>
        </pc:spChg>
        <pc:spChg chg="mod">
          <ac:chgData name="Muramatsu, Takayuki/村松 隆行" userId="5673437b-dcc4-4f5b-962d-77f986a91cf6" providerId="ADAL" clId="{B1E90E2F-ECDE-4C90-B222-D23A802CE5C2}" dt="2026-01-21T03:12:32.472" v="334" actId="207"/>
          <ac:spMkLst>
            <pc:docMk/>
            <pc:sldMk cId="1062957897" sldId="2147483066"/>
            <ac:spMk id="42" creationId="{E7DAD46B-DB83-A358-F192-127B7F168A45}"/>
          </ac:spMkLst>
        </pc:spChg>
        <pc:spChg chg="mod">
          <ac:chgData name="Muramatsu, Takayuki/村松 隆行" userId="5673437b-dcc4-4f5b-962d-77f986a91cf6" providerId="ADAL" clId="{B1E90E2F-ECDE-4C90-B222-D23A802CE5C2}" dt="2026-01-21T03:15:46.477" v="450" actId="1076"/>
          <ac:spMkLst>
            <pc:docMk/>
            <pc:sldMk cId="1062957897" sldId="2147483066"/>
            <ac:spMk id="43" creationId="{ABCF8ECC-4BB1-FEC1-C01C-0E8126326AF2}"/>
          </ac:spMkLst>
        </pc:spChg>
        <pc:spChg chg="mod">
          <ac:chgData name="Muramatsu, Takayuki/村松 隆行" userId="5673437b-dcc4-4f5b-962d-77f986a91cf6" providerId="ADAL" clId="{B1E90E2F-ECDE-4C90-B222-D23A802CE5C2}" dt="2026-01-21T03:12:32.472" v="334" actId="207"/>
          <ac:spMkLst>
            <pc:docMk/>
            <pc:sldMk cId="1062957897" sldId="2147483066"/>
            <ac:spMk id="44" creationId="{D5729F66-5768-0E3B-4F7E-AF82F2E0749F}"/>
          </ac:spMkLst>
        </pc:spChg>
        <pc:spChg chg="mod">
          <ac:chgData name="Muramatsu, Takayuki/村松 隆行" userId="5673437b-dcc4-4f5b-962d-77f986a91cf6" providerId="ADAL" clId="{B1E90E2F-ECDE-4C90-B222-D23A802CE5C2}" dt="2026-01-21T03:12:32.472" v="334" actId="207"/>
          <ac:spMkLst>
            <pc:docMk/>
            <pc:sldMk cId="1062957897" sldId="2147483066"/>
            <ac:spMk id="45" creationId="{91C37D09-F188-66DA-E9C2-8812B5499B7C}"/>
          </ac:spMkLst>
        </pc:spChg>
      </pc:sldChg>
      <pc:sldChg chg="modSp mod">
        <pc:chgData name="Muramatsu, Takayuki/村松 隆行" userId="5673437b-dcc4-4f5b-962d-77f986a91cf6" providerId="ADAL" clId="{B1E90E2F-ECDE-4C90-B222-D23A802CE5C2}" dt="2026-01-21T03:12:55.097" v="335" actId="207"/>
        <pc:sldMkLst>
          <pc:docMk/>
          <pc:sldMk cId="2997034287" sldId="2147483067"/>
        </pc:sldMkLst>
        <pc:spChg chg="mod">
          <ac:chgData name="Muramatsu, Takayuki/村松 隆行" userId="5673437b-dcc4-4f5b-962d-77f986a91cf6" providerId="ADAL" clId="{B1E90E2F-ECDE-4C90-B222-D23A802CE5C2}" dt="2026-01-21T03:12:55.097" v="335" actId="207"/>
          <ac:spMkLst>
            <pc:docMk/>
            <pc:sldMk cId="2997034287" sldId="2147483067"/>
            <ac:spMk id="2" creationId="{F4A7A7F6-8257-3D74-4140-558BCC30411B}"/>
          </ac:spMkLst>
        </pc:spChg>
        <pc:spChg chg="mod">
          <ac:chgData name="Muramatsu, Takayuki/村松 隆行" userId="5673437b-dcc4-4f5b-962d-77f986a91cf6" providerId="ADAL" clId="{B1E90E2F-ECDE-4C90-B222-D23A802CE5C2}" dt="2026-01-21T03:12:55.097" v="335" actId="207"/>
          <ac:spMkLst>
            <pc:docMk/>
            <pc:sldMk cId="2997034287" sldId="2147483067"/>
            <ac:spMk id="3" creationId="{4AA4B478-F9A9-B5E9-010D-1C52774B07CC}"/>
          </ac:spMkLst>
        </pc:spChg>
        <pc:spChg chg="mod">
          <ac:chgData name="Muramatsu, Takayuki/村松 隆行" userId="5673437b-dcc4-4f5b-962d-77f986a91cf6" providerId="ADAL" clId="{B1E90E2F-ECDE-4C90-B222-D23A802CE5C2}" dt="2026-01-21T03:12:55.097" v="335" actId="207"/>
          <ac:spMkLst>
            <pc:docMk/>
            <pc:sldMk cId="2997034287" sldId="2147483067"/>
            <ac:spMk id="25" creationId="{FFEF6575-A328-6F24-3646-43BAC0D286B8}"/>
          </ac:spMkLst>
        </pc:spChg>
        <pc:spChg chg="mod">
          <ac:chgData name="Muramatsu, Takayuki/村松 隆行" userId="5673437b-dcc4-4f5b-962d-77f986a91cf6" providerId="ADAL" clId="{B1E90E2F-ECDE-4C90-B222-D23A802CE5C2}" dt="2026-01-21T03:12:55.097" v="335" actId="207"/>
          <ac:spMkLst>
            <pc:docMk/>
            <pc:sldMk cId="2997034287" sldId="2147483067"/>
            <ac:spMk id="27" creationId="{0B47E09D-DCBE-3AFE-2207-A5793B153A70}"/>
          </ac:spMkLst>
        </pc:spChg>
        <pc:spChg chg="mod">
          <ac:chgData name="Muramatsu, Takayuki/村松 隆行" userId="5673437b-dcc4-4f5b-962d-77f986a91cf6" providerId="ADAL" clId="{B1E90E2F-ECDE-4C90-B222-D23A802CE5C2}" dt="2026-01-21T03:12:55.097" v="335" actId="207"/>
          <ac:spMkLst>
            <pc:docMk/>
            <pc:sldMk cId="2997034287" sldId="2147483067"/>
            <ac:spMk id="28" creationId="{03AE8A13-F3FF-55C9-1E56-6C470089D52E}"/>
          </ac:spMkLst>
        </pc:spChg>
        <pc:spChg chg="mod">
          <ac:chgData name="Muramatsu, Takayuki/村松 隆行" userId="5673437b-dcc4-4f5b-962d-77f986a91cf6" providerId="ADAL" clId="{B1E90E2F-ECDE-4C90-B222-D23A802CE5C2}" dt="2026-01-21T03:12:55.097" v="335" actId="207"/>
          <ac:spMkLst>
            <pc:docMk/>
            <pc:sldMk cId="2997034287" sldId="2147483067"/>
            <ac:spMk id="40" creationId="{00CEAD4D-47AA-2B15-7405-BC6495A59E1E}"/>
          </ac:spMkLst>
        </pc:spChg>
        <pc:spChg chg="mod">
          <ac:chgData name="Muramatsu, Takayuki/村松 隆行" userId="5673437b-dcc4-4f5b-962d-77f986a91cf6" providerId="ADAL" clId="{B1E90E2F-ECDE-4C90-B222-D23A802CE5C2}" dt="2026-01-21T03:12:55.097" v="335" actId="207"/>
          <ac:spMkLst>
            <pc:docMk/>
            <pc:sldMk cId="2997034287" sldId="2147483067"/>
            <ac:spMk id="41" creationId="{BA1C0E16-6EE4-DF37-123D-0A879DFCDBC1}"/>
          </ac:spMkLst>
        </pc:spChg>
        <pc:spChg chg="mod">
          <ac:chgData name="Muramatsu, Takayuki/村松 隆行" userId="5673437b-dcc4-4f5b-962d-77f986a91cf6" providerId="ADAL" clId="{B1E90E2F-ECDE-4C90-B222-D23A802CE5C2}" dt="2026-01-21T03:12:55.097" v="335" actId="207"/>
          <ac:spMkLst>
            <pc:docMk/>
            <pc:sldMk cId="2997034287" sldId="2147483067"/>
            <ac:spMk id="42" creationId="{E7DAD46B-DB83-A358-F192-127B7F168A45}"/>
          </ac:spMkLst>
        </pc:spChg>
        <pc:spChg chg="mod">
          <ac:chgData name="Muramatsu, Takayuki/村松 隆行" userId="5673437b-dcc4-4f5b-962d-77f986a91cf6" providerId="ADAL" clId="{B1E90E2F-ECDE-4C90-B222-D23A802CE5C2}" dt="2026-01-21T03:12:55.097" v="335" actId="207"/>
          <ac:spMkLst>
            <pc:docMk/>
            <pc:sldMk cId="2997034287" sldId="2147483067"/>
            <ac:spMk id="45" creationId="{91C37D09-F188-66DA-E9C2-8812B5499B7C}"/>
          </ac:spMkLst>
        </pc:spChg>
        <pc:spChg chg="mod">
          <ac:chgData name="Muramatsu, Takayuki/村松 隆行" userId="5673437b-dcc4-4f5b-962d-77f986a91cf6" providerId="ADAL" clId="{B1E90E2F-ECDE-4C90-B222-D23A802CE5C2}" dt="2026-01-21T03:12:55.097" v="335" actId="207"/>
          <ac:spMkLst>
            <pc:docMk/>
            <pc:sldMk cId="2997034287" sldId="2147483067"/>
            <ac:spMk id="47" creationId="{58D7E870-1AEC-32FB-79C8-0F3839D4E022}"/>
          </ac:spMkLst>
        </pc:spChg>
      </pc:sldChg>
      <pc:sldChg chg="addSp delSp modSp add mod">
        <pc:chgData name="Muramatsu, Takayuki/村松 隆行" userId="5673437b-dcc4-4f5b-962d-77f986a91cf6" providerId="ADAL" clId="{B1E90E2F-ECDE-4C90-B222-D23A802CE5C2}" dt="2026-01-21T03:07:25.593" v="333" actId="207"/>
        <pc:sldMkLst>
          <pc:docMk/>
          <pc:sldMk cId="935616879" sldId="2147483070"/>
        </pc:sldMkLst>
        <pc:spChg chg="add mod">
          <ac:chgData name="Muramatsu, Takayuki/村松 隆行" userId="5673437b-dcc4-4f5b-962d-77f986a91cf6" providerId="ADAL" clId="{B1E90E2F-ECDE-4C90-B222-D23A802CE5C2}" dt="2026-01-21T02:50:46.666" v="210" actId="14100"/>
          <ac:spMkLst>
            <pc:docMk/>
            <pc:sldMk cId="935616879" sldId="2147483070"/>
            <ac:spMk id="2" creationId="{2BA7DA4E-2217-7128-32CD-F7ECE58AF524}"/>
          </ac:spMkLst>
        </pc:spChg>
        <pc:spChg chg="mod">
          <ac:chgData name="Muramatsu, Takayuki/村松 隆行" userId="5673437b-dcc4-4f5b-962d-77f986a91cf6" providerId="ADAL" clId="{B1E90E2F-ECDE-4C90-B222-D23A802CE5C2}" dt="2026-01-21T00:32:44.133" v="1" actId="20577"/>
          <ac:spMkLst>
            <pc:docMk/>
            <pc:sldMk cId="935616879" sldId="2147483070"/>
            <ac:spMk id="7" creationId="{EF62E14C-623A-964E-A893-2BA6879A3C37}"/>
          </ac:spMkLst>
        </pc:spChg>
        <pc:spChg chg="del mod">
          <ac:chgData name="Muramatsu, Takayuki/村松 隆行" userId="5673437b-dcc4-4f5b-962d-77f986a91cf6" providerId="ADAL" clId="{B1E90E2F-ECDE-4C90-B222-D23A802CE5C2}" dt="2026-01-21T00:35:14.115" v="3" actId="478"/>
          <ac:spMkLst>
            <pc:docMk/>
            <pc:sldMk cId="935616879" sldId="2147483070"/>
            <ac:spMk id="8" creationId="{DE7FA290-802A-D1ED-D81B-2EA5D87B7A4D}"/>
          </ac:spMkLst>
        </pc:spChg>
        <pc:spChg chg="add mod">
          <ac:chgData name="Muramatsu, Takayuki/村松 隆行" userId="5673437b-dcc4-4f5b-962d-77f986a91cf6" providerId="ADAL" clId="{B1E90E2F-ECDE-4C90-B222-D23A802CE5C2}" dt="2026-01-21T03:02:13.511" v="220" actId="1037"/>
          <ac:spMkLst>
            <pc:docMk/>
            <pc:sldMk cId="935616879" sldId="2147483070"/>
            <ac:spMk id="10" creationId="{E83E76C3-AE56-0110-504B-F2E26E1EEC9D}"/>
          </ac:spMkLst>
        </pc:spChg>
        <pc:spChg chg="add mod">
          <ac:chgData name="Muramatsu, Takayuki/村松 隆行" userId="5673437b-dcc4-4f5b-962d-77f986a91cf6" providerId="ADAL" clId="{B1E90E2F-ECDE-4C90-B222-D23A802CE5C2}" dt="2026-01-21T03:02:29.803" v="222" actId="14100"/>
          <ac:spMkLst>
            <pc:docMk/>
            <pc:sldMk cId="935616879" sldId="2147483070"/>
            <ac:spMk id="11" creationId="{ED463B03-4059-8292-B693-EDE0BAB1B50E}"/>
          </ac:spMkLst>
        </pc:spChg>
        <pc:spChg chg="add mod">
          <ac:chgData name="Muramatsu, Takayuki/村松 隆行" userId="5673437b-dcc4-4f5b-962d-77f986a91cf6" providerId="ADAL" clId="{B1E90E2F-ECDE-4C90-B222-D23A802CE5C2}" dt="2026-01-21T03:07:25.593" v="333" actId="207"/>
          <ac:spMkLst>
            <pc:docMk/>
            <pc:sldMk cId="935616879" sldId="2147483070"/>
            <ac:spMk id="12" creationId="{BE26014C-8281-A874-45D7-491F4288090E}"/>
          </ac:spMkLst>
        </pc:spChg>
        <pc:spChg chg="add mod">
          <ac:chgData name="Muramatsu, Takayuki/村松 隆行" userId="5673437b-dcc4-4f5b-962d-77f986a91cf6" providerId="ADAL" clId="{B1E90E2F-ECDE-4C90-B222-D23A802CE5C2}" dt="2026-01-21T03:07:25.593" v="333" actId="207"/>
          <ac:spMkLst>
            <pc:docMk/>
            <pc:sldMk cId="935616879" sldId="2147483070"/>
            <ac:spMk id="13" creationId="{14BD9B99-1DE7-27FD-A1A1-2D649A1095BD}"/>
          </ac:spMkLst>
        </pc:spChg>
        <pc:spChg chg="add mod">
          <ac:chgData name="Muramatsu, Takayuki/村松 隆行" userId="5673437b-dcc4-4f5b-962d-77f986a91cf6" providerId="ADAL" clId="{B1E90E2F-ECDE-4C90-B222-D23A802CE5C2}" dt="2026-01-21T03:05:23.525" v="294" actId="1076"/>
          <ac:spMkLst>
            <pc:docMk/>
            <pc:sldMk cId="935616879" sldId="2147483070"/>
            <ac:spMk id="17" creationId="{65E6D187-B195-4B7A-2D0B-C1A1E94FA138}"/>
          </ac:spMkLst>
        </pc:spChg>
        <pc:spChg chg="add mod">
          <ac:chgData name="Muramatsu, Takayuki/村松 隆行" userId="5673437b-dcc4-4f5b-962d-77f986a91cf6" providerId="ADAL" clId="{B1E90E2F-ECDE-4C90-B222-D23A802CE5C2}" dt="2026-01-21T03:05:23.525" v="294" actId="1076"/>
          <ac:spMkLst>
            <pc:docMk/>
            <pc:sldMk cId="935616879" sldId="2147483070"/>
            <ac:spMk id="18" creationId="{1E6A80A2-4A6B-A351-B028-DD378348E5D7}"/>
          </ac:spMkLst>
        </pc:spChg>
        <pc:spChg chg="add mod">
          <ac:chgData name="Muramatsu, Takayuki/村松 隆行" userId="5673437b-dcc4-4f5b-962d-77f986a91cf6" providerId="ADAL" clId="{B1E90E2F-ECDE-4C90-B222-D23A802CE5C2}" dt="2026-01-21T03:07:14.134" v="332" actId="207"/>
          <ac:spMkLst>
            <pc:docMk/>
            <pc:sldMk cId="935616879" sldId="2147483070"/>
            <ac:spMk id="25" creationId="{9A383E71-4AC3-25C7-8942-E542F66F21BF}"/>
          </ac:spMkLst>
        </pc:spChg>
        <pc:spChg chg="del">
          <ac:chgData name="Muramatsu, Takayuki/村松 隆行" userId="5673437b-dcc4-4f5b-962d-77f986a91cf6" providerId="ADAL" clId="{B1E90E2F-ECDE-4C90-B222-D23A802CE5C2}" dt="2026-01-21T02:46:11.494" v="11" actId="478"/>
          <ac:spMkLst>
            <pc:docMk/>
            <pc:sldMk cId="935616879" sldId="2147483070"/>
            <ac:spMk id="44" creationId="{460C2CCC-FFE3-3EFF-2F16-2E425EE29BA4}"/>
          </ac:spMkLst>
        </pc:spChg>
        <pc:spChg chg="del">
          <ac:chgData name="Muramatsu, Takayuki/村松 隆行" userId="5673437b-dcc4-4f5b-962d-77f986a91cf6" providerId="ADAL" clId="{B1E90E2F-ECDE-4C90-B222-D23A802CE5C2}" dt="2026-01-21T02:46:11.494" v="11" actId="478"/>
          <ac:spMkLst>
            <pc:docMk/>
            <pc:sldMk cId="935616879" sldId="2147483070"/>
            <ac:spMk id="47" creationId="{2AD397E2-E767-6F20-9A24-BCABF659B4AE}"/>
          </ac:spMkLst>
        </pc:spChg>
        <pc:spChg chg="del">
          <ac:chgData name="Muramatsu, Takayuki/村松 隆行" userId="5673437b-dcc4-4f5b-962d-77f986a91cf6" providerId="ADAL" clId="{B1E90E2F-ECDE-4C90-B222-D23A802CE5C2}" dt="2026-01-21T02:46:11.494" v="11" actId="478"/>
          <ac:spMkLst>
            <pc:docMk/>
            <pc:sldMk cId="935616879" sldId="2147483070"/>
            <ac:spMk id="48" creationId="{26B8BD52-01CF-B2E8-E92D-C8B874300915}"/>
          </ac:spMkLst>
        </pc:spChg>
        <pc:spChg chg="add">
          <ac:chgData name="Muramatsu, Takayuki/村松 隆行" userId="5673437b-dcc4-4f5b-962d-77f986a91cf6" providerId="ADAL" clId="{B1E90E2F-ECDE-4C90-B222-D23A802CE5C2}" dt="2026-01-21T02:46:08.300" v="10" actId="478"/>
          <ac:spMkLst>
            <pc:docMk/>
            <pc:sldMk cId="935616879" sldId="2147483070"/>
            <ac:spMk id="52" creationId="{AA81C44E-5CA8-921D-CF00-05DCA2308170}"/>
          </ac:spMkLst>
        </pc:spChg>
        <pc:spChg chg="del">
          <ac:chgData name="Muramatsu, Takayuki/村松 隆行" userId="5673437b-dcc4-4f5b-962d-77f986a91cf6" providerId="ADAL" clId="{B1E90E2F-ECDE-4C90-B222-D23A802CE5C2}" dt="2026-01-21T02:46:11.494" v="11" actId="478"/>
          <ac:spMkLst>
            <pc:docMk/>
            <pc:sldMk cId="935616879" sldId="2147483070"/>
            <ac:spMk id="54" creationId="{B6E7B2B6-FDF7-16F1-C2BB-21F22454F143}"/>
          </ac:spMkLst>
        </pc:spChg>
        <pc:spChg chg="add">
          <ac:chgData name="Muramatsu, Takayuki/村松 隆行" userId="5673437b-dcc4-4f5b-962d-77f986a91cf6" providerId="ADAL" clId="{B1E90E2F-ECDE-4C90-B222-D23A802CE5C2}" dt="2026-01-21T02:46:08.300" v="10" actId="478"/>
          <ac:spMkLst>
            <pc:docMk/>
            <pc:sldMk cId="935616879" sldId="2147483070"/>
            <ac:spMk id="55" creationId="{FB57B011-683E-6A78-2A1C-E63415CAB566}"/>
          </ac:spMkLst>
        </pc:spChg>
        <pc:spChg chg="add">
          <ac:chgData name="Muramatsu, Takayuki/村松 隆行" userId="5673437b-dcc4-4f5b-962d-77f986a91cf6" providerId="ADAL" clId="{B1E90E2F-ECDE-4C90-B222-D23A802CE5C2}" dt="2026-01-21T02:46:08.300" v="10" actId="478"/>
          <ac:spMkLst>
            <pc:docMk/>
            <pc:sldMk cId="935616879" sldId="2147483070"/>
            <ac:spMk id="60" creationId="{923A1560-CC7D-1151-BD87-3CDC94DC7C02}"/>
          </ac:spMkLst>
        </pc:spChg>
        <pc:spChg chg="del">
          <ac:chgData name="Muramatsu, Takayuki/村松 隆行" userId="5673437b-dcc4-4f5b-962d-77f986a91cf6" providerId="ADAL" clId="{B1E90E2F-ECDE-4C90-B222-D23A802CE5C2}" dt="2026-01-21T02:46:11.494" v="11" actId="478"/>
          <ac:spMkLst>
            <pc:docMk/>
            <pc:sldMk cId="935616879" sldId="2147483070"/>
            <ac:spMk id="61" creationId="{B67630DF-AD35-C1F3-D13E-058796BD618B}"/>
          </ac:spMkLst>
        </pc:spChg>
        <pc:spChg chg="del">
          <ac:chgData name="Muramatsu, Takayuki/村松 隆行" userId="5673437b-dcc4-4f5b-962d-77f986a91cf6" providerId="ADAL" clId="{B1E90E2F-ECDE-4C90-B222-D23A802CE5C2}" dt="2026-01-21T02:46:11.494" v="11" actId="478"/>
          <ac:spMkLst>
            <pc:docMk/>
            <pc:sldMk cId="935616879" sldId="2147483070"/>
            <ac:spMk id="62" creationId="{05A236F2-AA89-AB72-D0A2-01FE5394AF8B}"/>
          </ac:spMkLst>
        </pc:spChg>
        <pc:spChg chg="del">
          <ac:chgData name="Muramatsu, Takayuki/村松 隆行" userId="5673437b-dcc4-4f5b-962d-77f986a91cf6" providerId="ADAL" clId="{B1E90E2F-ECDE-4C90-B222-D23A802CE5C2}" dt="2026-01-21T02:46:11.494" v="11" actId="478"/>
          <ac:spMkLst>
            <pc:docMk/>
            <pc:sldMk cId="935616879" sldId="2147483070"/>
            <ac:spMk id="64" creationId="{46C43FA8-86ED-5FE5-29C8-4879733BD197}"/>
          </ac:spMkLst>
        </pc:spChg>
        <pc:spChg chg="add">
          <ac:chgData name="Muramatsu, Takayuki/村松 隆行" userId="5673437b-dcc4-4f5b-962d-77f986a91cf6" providerId="ADAL" clId="{B1E90E2F-ECDE-4C90-B222-D23A802CE5C2}" dt="2026-01-21T02:46:08.300" v="10" actId="478"/>
          <ac:spMkLst>
            <pc:docMk/>
            <pc:sldMk cId="935616879" sldId="2147483070"/>
            <ac:spMk id="65" creationId="{619FB5ED-3428-6FFB-0EAF-97AD89447708}"/>
          </ac:spMkLst>
        </pc:spChg>
        <pc:spChg chg="add">
          <ac:chgData name="Muramatsu, Takayuki/村松 隆行" userId="5673437b-dcc4-4f5b-962d-77f986a91cf6" providerId="ADAL" clId="{B1E90E2F-ECDE-4C90-B222-D23A802CE5C2}" dt="2026-01-21T02:46:08.300" v="10" actId="478"/>
          <ac:spMkLst>
            <pc:docMk/>
            <pc:sldMk cId="935616879" sldId="2147483070"/>
            <ac:spMk id="70" creationId="{372E905A-7148-D9F9-B378-82AEE484AD3F}"/>
          </ac:spMkLst>
        </pc:spChg>
        <pc:spChg chg="del">
          <ac:chgData name="Muramatsu, Takayuki/村松 隆行" userId="5673437b-dcc4-4f5b-962d-77f986a91cf6" providerId="ADAL" clId="{B1E90E2F-ECDE-4C90-B222-D23A802CE5C2}" dt="2026-01-21T02:46:11.494" v="11" actId="478"/>
          <ac:spMkLst>
            <pc:docMk/>
            <pc:sldMk cId="935616879" sldId="2147483070"/>
            <ac:spMk id="72" creationId="{AD88B594-DCBF-D47A-19A3-0D2C4AFB346C}"/>
          </ac:spMkLst>
        </pc:spChg>
        <pc:spChg chg="del">
          <ac:chgData name="Muramatsu, Takayuki/村松 隆行" userId="5673437b-dcc4-4f5b-962d-77f986a91cf6" providerId="ADAL" clId="{B1E90E2F-ECDE-4C90-B222-D23A802CE5C2}" dt="2026-01-21T02:46:11.494" v="11" actId="478"/>
          <ac:spMkLst>
            <pc:docMk/>
            <pc:sldMk cId="935616879" sldId="2147483070"/>
            <ac:spMk id="80" creationId="{AA28DFB6-D2CF-40FB-6634-170E0739AEA1}"/>
          </ac:spMkLst>
        </pc:spChg>
        <pc:spChg chg="add">
          <ac:chgData name="Muramatsu, Takayuki/村松 隆行" userId="5673437b-dcc4-4f5b-962d-77f986a91cf6" providerId="ADAL" clId="{B1E90E2F-ECDE-4C90-B222-D23A802CE5C2}" dt="2026-01-21T02:46:08.300" v="10" actId="478"/>
          <ac:spMkLst>
            <pc:docMk/>
            <pc:sldMk cId="935616879" sldId="2147483070"/>
            <ac:spMk id="85" creationId="{FFE3C191-B51F-FCBE-317B-1270B6443BBA}"/>
          </ac:spMkLst>
        </pc:spChg>
        <pc:spChg chg="add">
          <ac:chgData name="Muramatsu, Takayuki/村松 隆行" userId="5673437b-dcc4-4f5b-962d-77f986a91cf6" providerId="ADAL" clId="{B1E90E2F-ECDE-4C90-B222-D23A802CE5C2}" dt="2026-01-21T02:46:08.300" v="10" actId="478"/>
          <ac:spMkLst>
            <pc:docMk/>
            <pc:sldMk cId="935616879" sldId="2147483070"/>
            <ac:spMk id="87" creationId="{AE55F71B-FA49-7F8D-3B50-B20D0AD87970}"/>
          </ac:spMkLst>
        </pc:spChg>
        <pc:spChg chg="del">
          <ac:chgData name="Muramatsu, Takayuki/村松 隆行" userId="5673437b-dcc4-4f5b-962d-77f986a91cf6" providerId="ADAL" clId="{B1E90E2F-ECDE-4C90-B222-D23A802CE5C2}" dt="2026-01-21T02:46:11.494" v="11" actId="478"/>
          <ac:spMkLst>
            <pc:docMk/>
            <pc:sldMk cId="935616879" sldId="2147483070"/>
            <ac:spMk id="92" creationId="{DAE93030-1406-AA3D-5938-A248718AF897}"/>
          </ac:spMkLst>
        </pc:spChg>
        <pc:spChg chg="add">
          <ac:chgData name="Muramatsu, Takayuki/村松 隆行" userId="5673437b-dcc4-4f5b-962d-77f986a91cf6" providerId="ADAL" clId="{B1E90E2F-ECDE-4C90-B222-D23A802CE5C2}" dt="2026-01-21T02:46:08.300" v="10" actId="478"/>
          <ac:spMkLst>
            <pc:docMk/>
            <pc:sldMk cId="935616879" sldId="2147483070"/>
            <ac:spMk id="96" creationId="{711BCD72-2425-E41B-3274-388199479EF8}"/>
          </ac:spMkLst>
        </pc:spChg>
        <pc:spChg chg="add">
          <ac:chgData name="Muramatsu, Takayuki/村松 隆行" userId="5673437b-dcc4-4f5b-962d-77f986a91cf6" providerId="ADAL" clId="{B1E90E2F-ECDE-4C90-B222-D23A802CE5C2}" dt="2026-01-21T02:46:08.300" v="10" actId="478"/>
          <ac:spMkLst>
            <pc:docMk/>
            <pc:sldMk cId="935616879" sldId="2147483070"/>
            <ac:spMk id="97" creationId="{B530B873-F566-B10A-CE57-039053EBDD54}"/>
          </ac:spMkLst>
        </pc:spChg>
        <pc:spChg chg="add">
          <ac:chgData name="Muramatsu, Takayuki/村松 隆行" userId="5673437b-dcc4-4f5b-962d-77f986a91cf6" providerId="ADAL" clId="{B1E90E2F-ECDE-4C90-B222-D23A802CE5C2}" dt="2026-01-21T02:46:08.300" v="10" actId="478"/>
          <ac:spMkLst>
            <pc:docMk/>
            <pc:sldMk cId="935616879" sldId="2147483070"/>
            <ac:spMk id="99" creationId="{30576CA2-94C9-D636-FC2E-99AE647CB853}"/>
          </ac:spMkLst>
        </pc:spChg>
        <pc:picChg chg="add mod modCrop">
          <ac:chgData name="Muramatsu, Takayuki/村松 隆行" userId="5673437b-dcc4-4f5b-962d-77f986a91cf6" providerId="ADAL" clId="{B1E90E2F-ECDE-4C90-B222-D23A802CE5C2}" dt="2026-01-21T03:03:08.501" v="272" actId="1076"/>
          <ac:picMkLst>
            <pc:docMk/>
            <pc:sldMk cId="935616879" sldId="2147483070"/>
            <ac:picMk id="9" creationId="{57D05599-ED15-A0EB-4443-78565F1FB7D9}"/>
          </ac:picMkLst>
        </pc:picChg>
        <pc:cxnChg chg="add mod">
          <ac:chgData name="Muramatsu, Takayuki/村松 隆行" userId="5673437b-dcc4-4f5b-962d-77f986a91cf6" providerId="ADAL" clId="{B1E90E2F-ECDE-4C90-B222-D23A802CE5C2}" dt="2026-01-21T03:05:30.673" v="295" actId="14100"/>
          <ac:cxnSpMkLst>
            <pc:docMk/>
            <pc:sldMk cId="935616879" sldId="2147483070"/>
            <ac:cxnSpMk id="14" creationId="{0B037051-90C1-61A1-066C-DC0A2A25DCDD}"/>
          </ac:cxnSpMkLst>
        </pc:cxnChg>
        <pc:cxnChg chg="add mod">
          <ac:chgData name="Muramatsu, Takayuki/村松 隆行" userId="5673437b-dcc4-4f5b-962d-77f986a91cf6" providerId="ADAL" clId="{B1E90E2F-ECDE-4C90-B222-D23A802CE5C2}" dt="2026-01-21T03:05:34.728" v="296" actId="14100"/>
          <ac:cxnSpMkLst>
            <pc:docMk/>
            <pc:sldMk cId="935616879" sldId="2147483070"/>
            <ac:cxnSpMk id="16" creationId="{B737D2BB-456A-4275-FCC3-C26990A7C910}"/>
          </ac:cxnSpMkLst>
        </pc:cxnChg>
        <pc:cxnChg chg="add mod">
          <ac:chgData name="Muramatsu, Takayuki/村松 隆行" userId="5673437b-dcc4-4f5b-962d-77f986a91cf6" providerId="ADAL" clId="{B1E90E2F-ECDE-4C90-B222-D23A802CE5C2}" dt="2026-01-21T03:05:44.239" v="297" actId="692"/>
          <ac:cxnSpMkLst>
            <pc:docMk/>
            <pc:sldMk cId="935616879" sldId="2147483070"/>
            <ac:cxnSpMk id="20" creationId="{BBE31976-1F8A-FA07-121B-D2AEEA0D24DD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E584F5-6254-4331-8D5D-DF18DB44FD90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356902-4443-48C9-8EC3-BCC0654584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6463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0701CE-916A-F1B7-9DB0-2F75219040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2D75B7-19E6-8839-DA29-B3A59A94A7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D12C01-469D-C805-6CA3-7613A452A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E6815-4391-4DC9-ACC7-3F71C70D82B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B7C698F-BF28-961A-848A-9479F5828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211C84-64A4-FD81-F583-E033209B5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84DF9-DB7A-43C7-9210-DCBF132BE1E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8597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606BD2-AD6A-0960-801F-7963EDB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4042DB6-6A16-B95B-18A6-3474D9149B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6E09A5-CD61-85F7-20FE-23A3D8FD2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E6815-4391-4DC9-ACC7-3F71C70D82B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F98FC8-BFAD-7405-D641-291496567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EE8F54A-4296-6CD4-619A-1E39C1137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84DF9-DB7A-43C7-9210-DCBF132BE1EC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0EE5D7C4-A6D8-F68E-DDBF-CE3E6BB7C547}"/>
              </a:ext>
            </a:extLst>
          </p:cNvPr>
          <p:cNvCxnSpPr/>
          <p:nvPr userDrawn="1"/>
        </p:nvCxnSpPr>
        <p:spPr>
          <a:xfrm>
            <a:off x="0" y="630621"/>
            <a:ext cx="12192000" cy="0"/>
          </a:xfrm>
          <a:prstGeom prst="line">
            <a:avLst/>
          </a:prstGeom>
          <a:ln w="317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8175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2961B-AAF6-694D-4751-83CFC1258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419E109-1907-F070-1A05-06BB35BC7A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176D97-191E-4E75-C749-F6E5F6CA5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E6815-4391-4DC9-ACC7-3F71C70D82B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E40F68E-24DA-3D28-F0E7-04719BB66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0A1948-2E96-7EDB-998C-DF99DFED1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84DF9-DB7A-43C7-9210-DCBF132BE1E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978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715BEF-59DA-B41D-4910-6988AD8E7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C38B74-532D-539E-63EF-F956561E38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5CC37FA-2DB9-B53E-6895-253CA95066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EC42E82-A997-C773-1AB6-F0C488BCB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E6815-4391-4DC9-ACC7-3F71C70D82B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20E143-262F-D15B-ACA4-A13B21B98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AF403D-20D0-9C8A-33D1-301D7087B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84DF9-DB7A-43C7-9210-DCBF132BE1E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287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8FEB25-B7C0-596A-B0C1-3A9443E02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7829581-FCB5-F1DF-1F83-9326635E1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D2E1D50-9288-E903-FB5D-4A00EC1AAE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31079A6-C228-D9CE-DA18-F3AAAB3685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72BD653-AEDC-9C45-B11B-33B3E9BA93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F3348CB-B89D-B5F4-656D-33DB9D1F4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E6815-4391-4DC9-ACC7-3F71C70D82B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7671EA0-FC31-2146-47D5-8C3AE2137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9463B58-95DE-7C1F-B42C-EEF6652A7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84DF9-DB7A-43C7-9210-DCBF132BE1E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5417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A5E183-F1C5-B2D0-735A-F40BAFBE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C9A34E3-C531-1CEF-28DB-B7100FD00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E6815-4391-4DC9-ACC7-3F71C70D82B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070D1F0-238C-4F63-94CE-7C61421B6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F185F7F-9C25-6BED-CAA6-C1EDBAB6E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84DF9-DB7A-43C7-9210-DCBF132BE1E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5471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A4F5C8F-BC27-625D-93FB-07B0220F9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E6815-4391-4DC9-ACC7-3F71C70D82B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B453243-C58A-F2D4-EA69-5666D227C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24F1369-F06E-52D4-484B-1B9C1429F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84DF9-DB7A-43C7-9210-DCBF132BE1E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277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2BC525-21AD-3F7A-C692-5CBF11E68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057FAC-193D-013D-6335-DF265C4FF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0A69C3F-003A-4A8D-398C-D1859D953E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1E6B83B-A437-10B6-DA54-A4965B993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E6815-4391-4DC9-ACC7-3F71C70D82B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C6E502C-1A44-C3FA-8BA7-AAD87B7F6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A9DE41F-F276-347E-8CF3-AD10F6452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84DF9-DB7A-43C7-9210-DCBF132BE1E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4791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A2F402-8847-1748-217C-B8F666BCB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F9C0B27-FB19-8E3B-D31A-082E49DE56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E098A6B-3831-50A5-3754-F4D9B85D19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8744E88-552B-562B-A6BB-E1140737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E6815-4391-4DC9-ACC7-3F71C70D82B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B545AF2-EC6B-74D0-9746-ADA6E1CCD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F9FD471-1EA0-C0FC-C77F-F8A6EC0DE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84DF9-DB7A-43C7-9210-DCBF132BE1E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4396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B3BDB2-E1E5-72BD-C0AE-1E005790E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4CA5B6E-0154-69EE-BCB0-A4A807F82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2CF11D7-5995-89D4-08CD-DF854F3CB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E6815-4391-4DC9-ACC7-3F71C70D82B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824568-8702-1A43-14F1-958DB4F9E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EFE8ABC-8A48-0F55-F572-03F5849C8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84DF9-DB7A-43C7-9210-DCBF132BE1E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1717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EBE0AE2-839C-652A-6EDD-D24DD8BB0C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E36CD29-4001-448F-8441-6F5DAFAD2A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0B6E89-B0D2-CD31-1629-0341D51C9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E6815-4391-4DC9-ACC7-3F71C70D82B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F3DDC3-46AB-C4A5-4DD5-9FA920AB6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4743C2-1196-132E-42F2-1FA75D91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B84DF9-DB7A-43C7-9210-DCBF132BE1E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8161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E200EBB-60D6-24EE-C0FD-B8CB12435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59D4321-C180-6B5B-FB0D-593189E0D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1A2720B-4FAB-6F60-E084-7BD233BDAB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AE6815-4391-4DC9-ACC7-3F71C70D82B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ADF993C-3552-C998-824C-AF005D5FE8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9680ED-2BE7-A937-9656-436F9D9B6A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B84DF9-DB7A-43C7-9210-DCBF132BE1EC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D98EBE8C-3D4B-452B-6E7D-8387478E6491}"/>
              </a:ext>
            </a:extLst>
          </p:cNvPr>
          <p:cNvSpPr>
            <a:spLocks noChangeAspect="1" noChangeArrowheads="1"/>
          </p:cNvSpPr>
          <p:nvPr userDrawn="1"/>
        </p:nvSpPr>
        <p:spPr bwMode="auto">
          <a:xfrm>
            <a:off x="11707583" y="132258"/>
            <a:ext cx="360000" cy="36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36000" tIns="36000" rIns="36000" bIns="36000" anchor="ctr" anchorCtr="1"/>
          <a:lstStyle>
            <a:lvl1pPr eaLnBrk="0" hangingPunct="0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0AED2E0-4940-4CC5-9223-6ADD8EC6DCDD}" type="slidenum">
              <a: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</a:rPr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en-US" altLang="ja-JP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8439500-571F-4CCD-6678-840BF4628130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000471" y="148695"/>
            <a:ext cx="531895" cy="330864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840038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5" Type="http://schemas.openxmlformats.org/officeDocument/2006/relationships/image" Target="../media/image6.png"/><Relationship Id="rId10" Type="http://schemas.microsoft.com/office/2007/relationships/hdphoto" Target="../media/hdphoto2.wdp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7D2197C-2052-FD30-D062-E0F13E94A1AD}"/>
              </a:ext>
            </a:extLst>
          </p:cNvPr>
          <p:cNvSpPr txBox="1"/>
          <p:nvPr/>
        </p:nvSpPr>
        <p:spPr>
          <a:xfrm>
            <a:off x="0" y="2854225"/>
            <a:ext cx="12192000" cy="574775"/>
          </a:xfrm>
          <a:prstGeom prst="rect">
            <a:avLst/>
          </a:prstGeom>
          <a:noFill/>
        </p:spPr>
        <p:txBody>
          <a:bodyPr wrap="square" lIns="10288" tIns="10288" rIns="10288" bIns="10288" rtlCol="0">
            <a:spAutoFit/>
          </a:bodyPr>
          <a:lstStyle/>
          <a:p>
            <a:pPr algn="ctr"/>
            <a:r>
              <a:rPr kumimoji="1" lang="ja-JP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システム開発に関するご相談</a:t>
            </a:r>
            <a:endParaRPr kumimoji="1" lang="en-US" altLang="ja-JP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20165F4-07B6-AC09-8D26-04790169337C}"/>
              </a:ext>
            </a:extLst>
          </p:cNvPr>
          <p:cNvSpPr txBox="1"/>
          <p:nvPr/>
        </p:nvSpPr>
        <p:spPr>
          <a:xfrm>
            <a:off x="9885152" y="5537056"/>
            <a:ext cx="209544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dirty="0">
                <a:solidFill>
                  <a:prstClr val="black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2026</a:t>
            </a:r>
            <a:r>
              <a:rPr lang="ja-JP" altLang="en-US" dirty="0">
                <a:solidFill>
                  <a:prstClr val="black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年</a:t>
            </a:r>
            <a:r>
              <a:rPr lang="en-US" altLang="ja-JP" dirty="0">
                <a:solidFill>
                  <a:prstClr val="black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lang="ja-JP" altLang="en-US" dirty="0">
                <a:solidFill>
                  <a:prstClr val="black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  <a:r>
              <a:rPr lang="en-US" altLang="ja-JP" dirty="0">
                <a:solidFill>
                  <a:prstClr val="black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21</a:t>
            </a:r>
            <a:r>
              <a:rPr lang="ja-JP" altLang="en-US" dirty="0">
                <a:solidFill>
                  <a:prstClr val="black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日</a:t>
            </a:r>
            <a:endParaRPr lang="en-US" altLang="ja-JP" dirty="0">
              <a:solidFill>
                <a:prstClr val="black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r">
              <a:defRPr/>
            </a:pPr>
            <a:r>
              <a:rPr kumimoji="1" lang="ja-JP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 panose="020B0400000000000000" pitchFamily="50" charset="-128"/>
                <a:ea typeface="BIZ UDPゴシック" panose="020B0400000000000000" pitchFamily="50" charset="-128"/>
                <a:cs typeface="+mn-cs"/>
              </a:rPr>
              <a:t>トヨタ自動車</a:t>
            </a:r>
            <a:r>
              <a:rPr kumimoji="1" lang="en-US" altLang="ja-JP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 panose="020B0400000000000000" pitchFamily="50" charset="-128"/>
                <a:ea typeface="BIZ UDPゴシック" panose="020B0400000000000000" pitchFamily="50" charset="-128"/>
                <a:cs typeface="+mn-cs"/>
              </a:rPr>
              <a:t>(</a:t>
            </a:r>
            <a:r>
              <a:rPr kumimoji="1" lang="ja-JP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 panose="020B0400000000000000" pitchFamily="50" charset="-128"/>
                <a:ea typeface="BIZ UDPゴシック" panose="020B0400000000000000" pitchFamily="50" charset="-128"/>
                <a:cs typeface="+mn-cs"/>
              </a:rPr>
              <a:t>株</a:t>
            </a:r>
            <a:r>
              <a:rPr kumimoji="1" lang="en-US" altLang="ja-JP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 panose="020B0400000000000000" pitchFamily="50" charset="-128"/>
                <a:ea typeface="BIZ UDPゴシック" panose="020B0400000000000000" pitchFamily="50" charset="-128"/>
                <a:cs typeface="+mn-cs"/>
              </a:rPr>
              <a:t>)</a:t>
            </a:r>
          </a:p>
          <a:p>
            <a:pPr algn="r">
              <a:defRPr/>
            </a:pPr>
            <a:r>
              <a:rPr lang="en-US" altLang="ja-JP" dirty="0">
                <a:solidFill>
                  <a:prstClr val="black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CN</a:t>
            </a:r>
            <a:r>
              <a:rPr lang="ja-JP" altLang="en-US" dirty="0">
                <a:solidFill>
                  <a:prstClr val="black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システム開発部</a:t>
            </a:r>
            <a:endParaRPr kumimoji="1" lang="en-US" altLang="ja-JP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 panose="020B0400000000000000" pitchFamily="50" charset="-128"/>
              <a:ea typeface="BIZ UDPゴシック" panose="020B0400000000000000" pitchFamily="50" charset="-128"/>
              <a:cs typeface="+mn-cs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CCBDF77-575D-5BC2-BD20-5E19CDF9E269}"/>
              </a:ext>
            </a:extLst>
          </p:cNvPr>
          <p:cNvSpPr txBox="1"/>
          <p:nvPr/>
        </p:nvSpPr>
        <p:spPr>
          <a:xfrm>
            <a:off x="0" y="859279"/>
            <a:ext cx="12192000" cy="390109"/>
          </a:xfrm>
          <a:prstGeom prst="rect">
            <a:avLst/>
          </a:prstGeom>
          <a:noFill/>
        </p:spPr>
        <p:txBody>
          <a:bodyPr wrap="square" lIns="10288" tIns="10288" rIns="10288" bIns="10288" rtlCol="0">
            <a:spAutoFit/>
          </a:bodyPr>
          <a:lstStyle/>
          <a:p>
            <a:r>
              <a:rPr kumimoji="1" lang="en-US" altLang="ja-JP" sz="2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	</a:t>
            </a:r>
            <a:r>
              <a:rPr kumimoji="1" lang="ja-JP" altLang="en-US" sz="2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伊藤忠テクノソリューションズ株式会社</a:t>
            </a:r>
            <a:endParaRPr kumimoji="1" lang="en-US" altLang="ja-JP" sz="2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5206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AF17BB9-0BB0-F0FD-5D55-B19032CB1B20}"/>
              </a:ext>
            </a:extLst>
          </p:cNvPr>
          <p:cNvSpPr txBox="1"/>
          <p:nvPr/>
        </p:nvSpPr>
        <p:spPr>
          <a:xfrm>
            <a:off x="-3368" y="5568"/>
            <a:ext cx="3673616" cy="626701"/>
          </a:xfrm>
          <a:prstGeom prst="rect">
            <a:avLst/>
          </a:prstGeom>
          <a:noFill/>
        </p:spPr>
        <p:txBody>
          <a:bodyPr wrap="none" lIns="72000" tIns="36000" rIns="72000" bIns="36000" rtlCol="0" anchor="ctr">
            <a:spAutoFit/>
          </a:bodyPr>
          <a:lstStyle/>
          <a:p>
            <a:r>
              <a:rPr lang="ja-JP" altLang="en-US" sz="3600" dirty="0">
                <a:latin typeface="Meiryo UI" panose="020B0604030504040204" pitchFamily="50" charset="-128"/>
                <a:ea typeface="Meiryo UI" panose="020B0604030504040204" pitchFamily="50" charset="-128"/>
              </a:rPr>
              <a:t>本日議論したいこと</a:t>
            </a:r>
            <a:endParaRPr kumimoji="1" lang="en-US" altLang="ja-JP" sz="3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DF1215B-3E6F-EA2F-3A71-65042C156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669" y="1014292"/>
            <a:ext cx="9764661" cy="54658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E227921-F5E6-6407-A378-55104DEC51C0}"/>
              </a:ext>
            </a:extLst>
          </p:cNvPr>
          <p:cNvSpPr/>
          <p:nvPr/>
        </p:nvSpPr>
        <p:spPr>
          <a:xfrm>
            <a:off x="4579684" y="2335946"/>
            <a:ext cx="3035193" cy="15752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43726CD-F552-692C-184D-50695D876CAE}"/>
              </a:ext>
            </a:extLst>
          </p:cNvPr>
          <p:cNvSpPr txBox="1"/>
          <p:nvPr/>
        </p:nvSpPr>
        <p:spPr>
          <a:xfrm>
            <a:off x="4579684" y="1966614"/>
            <a:ext cx="3801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accent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▼詳細をお話しさせていただきたい</a:t>
            </a:r>
          </a:p>
        </p:txBody>
      </p:sp>
    </p:spTree>
    <p:extLst>
      <p:ext uri="{BB962C8B-B14F-4D97-AF65-F5344CB8AC3E}">
        <p14:creationId xmlns:p14="http://schemas.microsoft.com/office/powerpoint/2010/main" val="22313213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F62E14C-623A-964E-A893-2BA6879A3C37}"/>
              </a:ext>
            </a:extLst>
          </p:cNvPr>
          <p:cNvSpPr txBox="1"/>
          <p:nvPr/>
        </p:nvSpPr>
        <p:spPr>
          <a:xfrm>
            <a:off x="-3368" y="5568"/>
            <a:ext cx="10835833" cy="626701"/>
          </a:xfrm>
          <a:prstGeom prst="rect">
            <a:avLst/>
          </a:prstGeom>
          <a:noFill/>
        </p:spPr>
        <p:txBody>
          <a:bodyPr wrap="none" lIns="72000" tIns="36000" rIns="72000" bIns="36000" rtlCol="0" anchor="ctr">
            <a:spAutoFit/>
          </a:bodyPr>
          <a:lstStyle/>
          <a:p>
            <a:r>
              <a:rPr kumimoji="1" lang="ja-JP" altLang="en-US" sz="3600">
                <a:latin typeface="Meiryo UI" panose="020B0604030504040204" pitchFamily="50" charset="-128"/>
                <a:ea typeface="Meiryo UI" panose="020B0604030504040204" pitchFamily="50" charset="-128"/>
              </a:rPr>
              <a:t>現行業務の情報・運用ルール、セキュリティ、利用環境等</a:t>
            </a:r>
            <a:endParaRPr kumimoji="1" lang="en-US" altLang="ja-JP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C439E0B-DEF1-5A0E-B3E6-AB9415AA143B}"/>
              </a:ext>
            </a:extLst>
          </p:cNvPr>
          <p:cNvSpPr txBox="1"/>
          <p:nvPr/>
        </p:nvSpPr>
        <p:spPr>
          <a:xfrm>
            <a:off x="657225" y="1028700"/>
            <a:ext cx="63610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他社のシステム、オペレーションは弊社からはよくわからない。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E2017EB-A922-6EF5-9FAA-5DAB52E27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833" y="1773378"/>
            <a:ext cx="9511477" cy="3708566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2FAD7BE-2B2D-32AA-DE80-B4138AF359FF}"/>
              </a:ext>
            </a:extLst>
          </p:cNvPr>
          <p:cNvSpPr txBox="1"/>
          <p:nvPr/>
        </p:nvSpPr>
        <p:spPr>
          <a:xfrm>
            <a:off x="4505910" y="5913703"/>
            <a:ext cx="120097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工事記録</a:t>
            </a:r>
            <a:endParaRPr kumimoji="1" lang="en-US" altLang="ja-JP" sz="12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お客様情報含む</a:t>
            </a:r>
            <a:r>
              <a:rPr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A1175F65-FE44-CA50-D91D-D842285579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835" y="5954325"/>
            <a:ext cx="374616" cy="349642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20F1D8BE-8500-FAFE-8700-7695FF6240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7659" y="4554493"/>
            <a:ext cx="358328" cy="35384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BA8053AE-7CDF-C8C4-4850-B1D2FC1621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1564" y="4673713"/>
            <a:ext cx="514422" cy="543001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6FC2943-FF8D-E1E9-0D3B-0AC76081DFE1}"/>
              </a:ext>
            </a:extLst>
          </p:cNvPr>
          <p:cNvSpPr txBox="1"/>
          <p:nvPr/>
        </p:nvSpPr>
        <p:spPr>
          <a:xfrm>
            <a:off x="2327945" y="5061485"/>
            <a:ext cx="1141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プロパ限</a:t>
            </a:r>
            <a:r>
              <a:rPr kumimoji="1"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SPO</a:t>
            </a:r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53191200-4472-EB82-1009-C5CE76A8E3EE}"/>
              </a:ext>
            </a:extLst>
          </p:cNvPr>
          <p:cNvCxnSpPr/>
          <p:nvPr/>
        </p:nvCxnSpPr>
        <p:spPr>
          <a:xfrm flipH="1">
            <a:off x="3155986" y="4945213"/>
            <a:ext cx="44573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雲 15">
            <a:extLst>
              <a:ext uri="{FF2B5EF4-FFF2-40B4-BE49-F238E27FC236}">
                <a16:creationId xmlns:a16="http://schemas.microsoft.com/office/drawing/2014/main" id="{AAD09EB7-E8DD-8C78-DAB5-4533C0C46FF0}"/>
              </a:ext>
            </a:extLst>
          </p:cNvPr>
          <p:cNvSpPr/>
          <p:nvPr/>
        </p:nvSpPr>
        <p:spPr>
          <a:xfrm>
            <a:off x="3077795" y="6015533"/>
            <a:ext cx="1047849" cy="576867"/>
          </a:xfrm>
          <a:prstGeom prst="cloud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4E063D75-C4F9-CC03-90FE-D97AA84433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35185" y1="52632" x2="33333" y2="596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77659" y="5965549"/>
            <a:ext cx="491478" cy="518782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D32CFF70-ECB9-54F2-1D96-5BEF4CCAB1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15448" y="6381765"/>
            <a:ext cx="285790" cy="271501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B635E24D-CA1A-71DD-E365-E595D7A4824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10000" b="90000" l="10000" r="90000">
                        <a14:foregroundMark x1="27869" y1="21429" x2="27869" y2="21429"/>
                        <a14:foregroundMark x1="18033" y1="10714" x2="18033" y2="10714"/>
                        <a14:foregroundMark x1="85246" y1="23214" x2="85246" y2="23214"/>
                        <a14:foregroundMark x1="68852" y1="28571" x2="68852" y2="28571"/>
                        <a14:foregroundMark x1="54098" y1="73214" x2="54098" y2="7321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41691" y="6381765"/>
            <a:ext cx="283889" cy="260619"/>
          </a:xfrm>
          <a:prstGeom prst="rect">
            <a:avLst/>
          </a:prstGeom>
        </p:spPr>
      </p:pic>
      <p:sp>
        <p:nvSpPr>
          <p:cNvPr id="20" name="フリーフォーム: 図形 19">
            <a:extLst>
              <a:ext uri="{FF2B5EF4-FFF2-40B4-BE49-F238E27FC236}">
                <a16:creationId xmlns:a16="http://schemas.microsoft.com/office/drawing/2014/main" id="{1758D560-60FA-290A-48D6-59EE160DD825}"/>
              </a:ext>
            </a:extLst>
          </p:cNvPr>
          <p:cNvSpPr/>
          <p:nvPr/>
        </p:nvSpPr>
        <p:spPr>
          <a:xfrm>
            <a:off x="2898775" y="5460254"/>
            <a:ext cx="4667250" cy="457200"/>
          </a:xfrm>
          <a:custGeom>
            <a:avLst/>
            <a:gdLst>
              <a:gd name="connsiteX0" fmla="*/ 4667250 w 4667250"/>
              <a:gd name="connsiteY0" fmla="*/ 0 h 457200"/>
              <a:gd name="connsiteX1" fmla="*/ 4667250 w 4667250"/>
              <a:gd name="connsiteY1" fmla="*/ 457200 h 457200"/>
              <a:gd name="connsiteX2" fmla="*/ 0 w 4667250"/>
              <a:gd name="connsiteY2" fmla="*/ 457200 h 457200"/>
              <a:gd name="connsiteX3" fmla="*/ 0 w 4667250"/>
              <a:gd name="connsiteY3" fmla="*/ 28575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67250" h="457200">
                <a:moveTo>
                  <a:pt x="4667250" y="0"/>
                </a:moveTo>
                <a:lnTo>
                  <a:pt x="4667250" y="457200"/>
                </a:lnTo>
                <a:lnTo>
                  <a:pt x="0" y="457200"/>
                </a:lnTo>
                <a:lnTo>
                  <a:pt x="0" y="28575"/>
                </a:lnTo>
              </a:path>
            </a:pathLst>
          </a:custGeom>
          <a:noFill/>
          <a:ln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5B8FB7B2-44FF-E2B6-ADE9-27D28B5128C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20584" y="5460254"/>
            <a:ext cx="1690881" cy="406741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835B376-4F81-521D-59F2-F9E5E691C64E}"/>
              </a:ext>
            </a:extLst>
          </p:cNvPr>
          <p:cNvSpPr txBox="1"/>
          <p:nvPr/>
        </p:nvSpPr>
        <p:spPr>
          <a:xfrm>
            <a:off x="8160434" y="4643247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❓</a:t>
            </a:r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E5F17095-B0AB-6D45-34E9-54B58A398D0E}"/>
              </a:ext>
            </a:extLst>
          </p:cNvPr>
          <p:cNvSpPr txBox="1"/>
          <p:nvPr/>
        </p:nvSpPr>
        <p:spPr>
          <a:xfrm>
            <a:off x="5364560" y="4643247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❓</a:t>
            </a:r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A22199D-51F4-D40A-F708-68BCE5B852CD}"/>
              </a:ext>
            </a:extLst>
          </p:cNvPr>
          <p:cNvSpPr txBox="1"/>
          <p:nvPr/>
        </p:nvSpPr>
        <p:spPr>
          <a:xfrm>
            <a:off x="170471" y="5530983"/>
            <a:ext cx="257262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050">
                <a:solidFill>
                  <a:schemeClr val="accent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✓セキュアな環境内で限られたメンバー</a:t>
            </a:r>
            <a:endParaRPr lang="en-US" altLang="ja-JP" sz="1050">
              <a:solidFill>
                <a:schemeClr val="accent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050">
                <a:solidFill>
                  <a:schemeClr val="accent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のみ閲覧・編集可能</a:t>
            </a:r>
            <a:endParaRPr lang="en-US" altLang="ja-JP" sz="1050">
              <a:solidFill>
                <a:schemeClr val="accent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050">
                <a:solidFill>
                  <a:schemeClr val="accent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✓</a:t>
            </a:r>
            <a:r>
              <a:rPr kumimoji="1" lang="ja-JP" altLang="en-US" sz="1050">
                <a:solidFill>
                  <a:schemeClr val="accent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流出防止観点でパスワードを付与</a:t>
            </a:r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D53D9747-13F1-9C65-EC19-24BBA243FD28}"/>
              </a:ext>
            </a:extLst>
          </p:cNvPr>
          <p:cNvCxnSpPr/>
          <p:nvPr/>
        </p:nvCxnSpPr>
        <p:spPr>
          <a:xfrm flipH="1">
            <a:off x="508000" y="4945213"/>
            <a:ext cx="2133564" cy="5245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704C818-DC0A-A811-999F-88D16A7D55CE}"/>
              </a:ext>
            </a:extLst>
          </p:cNvPr>
          <p:cNvSpPr/>
          <p:nvPr/>
        </p:nvSpPr>
        <p:spPr>
          <a:xfrm>
            <a:off x="6313714" y="3298371"/>
            <a:ext cx="2434772" cy="5950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790573E-2245-B314-5013-F754155C0B68}"/>
              </a:ext>
            </a:extLst>
          </p:cNvPr>
          <p:cNvSpPr txBox="1"/>
          <p:nvPr/>
        </p:nvSpPr>
        <p:spPr>
          <a:xfrm>
            <a:off x="123863" y="3777908"/>
            <a:ext cx="177965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アフター業務の</a:t>
            </a:r>
            <a:endParaRPr lang="en-US" altLang="ja-JP" dirty="0">
              <a:solidFill>
                <a:schemeClr val="accent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dirty="0">
                <a:solidFill>
                  <a:schemeClr val="accent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関係者記載する</a:t>
            </a:r>
          </a:p>
        </p:txBody>
      </p:sp>
    </p:spTree>
    <p:extLst>
      <p:ext uri="{BB962C8B-B14F-4D97-AF65-F5344CB8AC3E}">
        <p14:creationId xmlns:p14="http://schemas.microsoft.com/office/powerpoint/2010/main" val="2273336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>
            <a:extLst>
              <a:ext uri="{FF2B5EF4-FFF2-40B4-BE49-F238E27FC236}">
                <a16:creationId xmlns:a16="http://schemas.microsoft.com/office/drawing/2014/main" id="{45E9E4ED-A7BE-F7D6-7A33-728A42FBAC1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707583" y="132258"/>
            <a:ext cx="360000" cy="36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36000" tIns="36000" rIns="36000" bIns="36000" anchor="ctr" anchorCtr="1"/>
          <a:lstStyle>
            <a:lvl1pPr eaLnBrk="0" hangingPunct="0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0AED2E0-4940-4CC5-9223-6ADD8EC6DCDD}" type="slidenum">
              <a: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1" lang="en-US" altLang="ja-JP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ECBDAD1-1481-8803-EFC5-96F8DDFB4AA3}"/>
              </a:ext>
            </a:extLst>
          </p:cNvPr>
          <p:cNvCxnSpPr/>
          <p:nvPr/>
        </p:nvCxnSpPr>
        <p:spPr>
          <a:xfrm>
            <a:off x="0" y="630621"/>
            <a:ext cx="12192000" cy="0"/>
          </a:xfrm>
          <a:prstGeom prst="line">
            <a:avLst/>
          </a:prstGeom>
          <a:ln w="317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図 5">
            <a:extLst>
              <a:ext uri="{FF2B5EF4-FFF2-40B4-BE49-F238E27FC236}">
                <a16:creationId xmlns:a16="http://schemas.microsoft.com/office/drawing/2014/main" id="{C88E9163-4358-C957-F83C-AB6002F71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471" y="148695"/>
            <a:ext cx="531895" cy="330864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F62E14C-623A-964E-A893-2BA6879A3C37}"/>
              </a:ext>
            </a:extLst>
          </p:cNvPr>
          <p:cNvSpPr txBox="1"/>
          <p:nvPr/>
        </p:nvSpPr>
        <p:spPr>
          <a:xfrm>
            <a:off x="-3368" y="5568"/>
            <a:ext cx="5965910" cy="626701"/>
          </a:xfrm>
          <a:prstGeom prst="rect">
            <a:avLst/>
          </a:prstGeom>
          <a:noFill/>
        </p:spPr>
        <p:txBody>
          <a:bodyPr wrap="none" lIns="72000" tIns="36000" rIns="72000" bIns="36000" rtlCol="0" anchor="ctr">
            <a:spAutoFit/>
          </a:bodyPr>
          <a:lstStyle/>
          <a:p>
            <a:r>
              <a:rPr kumimoji="1" lang="ja-JP" altLang="en-US" sz="3600">
                <a:latin typeface="Meiryo UI" panose="020B0604030504040204" pitchFamily="50" charset="-128"/>
                <a:ea typeface="Meiryo UI" panose="020B0604030504040204" pitchFamily="50" charset="-128"/>
              </a:rPr>
              <a:t>商談～工事に関する業務フロー</a:t>
            </a:r>
            <a:endParaRPr kumimoji="1" lang="en-US" altLang="ja-JP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A7DA4E-2217-7128-32CD-F7ECE58AF524}"/>
              </a:ext>
            </a:extLst>
          </p:cNvPr>
          <p:cNvSpPr/>
          <p:nvPr/>
        </p:nvSpPr>
        <p:spPr>
          <a:xfrm>
            <a:off x="1" y="699137"/>
            <a:ext cx="12191999" cy="98213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■充電器は「車両とセット」で商談、施工は「お客様</a:t>
            </a:r>
            <a:r>
              <a:rPr kumimoji="1" lang="en-US" altLang="ja-JP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×</a:t>
            </a:r>
            <a:r>
              <a:rPr lang="ja-JP" altLang="en-US" sz="24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施工業者</a:t>
            </a:r>
            <a:r>
              <a:rPr lang="en-US" altLang="ja-JP" sz="16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6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販売店から紹介</a:t>
            </a:r>
            <a:r>
              <a:rPr lang="en-US" altLang="ja-JP" sz="16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lang="ja-JP" altLang="en-US" sz="2400">
                <a:solidFill>
                  <a:prstClr val="black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」で契約</a:t>
            </a:r>
            <a:endParaRPr lang="en-US" altLang="ja-JP" sz="2400">
              <a:solidFill>
                <a:prstClr val="black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57D05599-ED15-A0EB-4443-78565F1FB7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406"/>
          <a:stretch/>
        </p:blipFill>
        <p:spPr>
          <a:xfrm>
            <a:off x="522906" y="1748138"/>
            <a:ext cx="10834664" cy="4547887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E83E76C3-AE56-0110-504B-F2E26E1EEC9D}"/>
              </a:ext>
            </a:extLst>
          </p:cNvPr>
          <p:cNvSpPr/>
          <p:nvPr/>
        </p:nvSpPr>
        <p:spPr>
          <a:xfrm>
            <a:off x="6257925" y="4267200"/>
            <a:ext cx="828675" cy="1323975"/>
          </a:xfrm>
          <a:prstGeom prst="roundRect">
            <a:avLst>
              <a:gd name="adj" fmla="val 7472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ED463B03-4059-8292-B693-EDE0BAB1B50E}"/>
              </a:ext>
            </a:extLst>
          </p:cNvPr>
          <p:cNvSpPr/>
          <p:nvPr/>
        </p:nvSpPr>
        <p:spPr>
          <a:xfrm>
            <a:off x="9858375" y="4267200"/>
            <a:ext cx="1499195" cy="1323975"/>
          </a:xfrm>
          <a:prstGeom prst="roundRect">
            <a:avLst>
              <a:gd name="adj" fmla="val 7472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E26014C-8281-A874-45D7-491F4288090E}"/>
              </a:ext>
            </a:extLst>
          </p:cNvPr>
          <p:cNvSpPr txBox="1"/>
          <p:nvPr/>
        </p:nvSpPr>
        <p:spPr>
          <a:xfrm>
            <a:off x="6002848" y="643334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工事計画書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4BD9B99-1DE7-27FD-A1A1-2D649A1095BD}"/>
              </a:ext>
            </a:extLst>
          </p:cNvPr>
          <p:cNvSpPr txBox="1"/>
          <p:nvPr/>
        </p:nvSpPr>
        <p:spPr>
          <a:xfrm>
            <a:off x="9707725" y="6433344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工事完了報告書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B037051-90C1-61A1-066C-DC0A2A25DCDD}"/>
              </a:ext>
            </a:extLst>
          </p:cNvPr>
          <p:cNvCxnSpPr>
            <a:cxnSpLocks/>
          </p:cNvCxnSpPr>
          <p:nvPr/>
        </p:nvCxnSpPr>
        <p:spPr>
          <a:xfrm>
            <a:off x="6677617" y="5591175"/>
            <a:ext cx="0" cy="84216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B737D2BB-456A-4275-FCC3-C26990A7C910}"/>
              </a:ext>
            </a:extLst>
          </p:cNvPr>
          <p:cNvCxnSpPr>
            <a:cxnSpLocks/>
          </p:cNvCxnSpPr>
          <p:nvPr/>
        </p:nvCxnSpPr>
        <p:spPr>
          <a:xfrm>
            <a:off x="10607971" y="5591175"/>
            <a:ext cx="0" cy="84216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65E6D187-B195-4B7A-2D0B-C1A1E94FA138}"/>
              </a:ext>
            </a:extLst>
          </p:cNvPr>
          <p:cNvSpPr/>
          <p:nvPr/>
        </p:nvSpPr>
        <p:spPr>
          <a:xfrm>
            <a:off x="5924551" y="6433344"/>
            <a:ext cx="1523999" cy="369332"/>
          </a:xfrm>
          <a:prstGeom prst="roundRect">
            <a:avLst>
              <a:gd name="adj" fmla="val 7472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E6A80A2-4A6B-A351-B028-DD378348E5D7}"/>
              </a:ext>
            </a:extLst>
          </p:cNvPr>
          <p:cNvSpPr/>
          <p:nvPr/>
        </p:nvSpPr>
        <p:spPr>
          <a:xfrm>
            <a:off x="9617802" y="6433344"/>
            <a:ext cx="1914564" cy="369332"/>
          </a:xfrm>
          <a:prstGeom prst="roundRect">
            <a:avLst>
              <a:gd name="adj" fmla="val 7472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BBE31976-1F8A-FA07-121B-D2AEEA0D24DD}"/>
              </a:ext>
            </a:extLst>
          </p:cNvPr>
          <p:cNvCxnSpPr>
            <a:cxnSpLocks/>
          </p:cNvCxnSpPr>
          <p:nvPr/>
        </p:nvCxnSpPr>
        <p:spPr>
          <a:xfrm>
            <a:off x="676275" y="6227379"/>
            <a:ext cx="108319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9A383E71-4AC3-25C7-8942-E542F66F21BF}"/>
              </a:ext>
            </a:extLst>
          </p:cNvPr>
          <p:cNvSpPr txBox="1"/>
          <p:nvPr/>
        </p:nvSpPr>
        <p:spPr>
          <a:xfrm>
            <a:off x="676275" y="6433344"/>
            <a:ext cx="1569660" cy="369332"/>
          </a:xfrm>
          <a:prstGeom prst="rect">
            <a:avLst/>
          </a:prstGeom>
          <a:solidFill>
            <a:srgbClr val="DFF5FD"/>
          </a:solidFill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工事記録書類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35616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F62E14C-623A-964E-A893-2BA6879A3C37}"/>
              </a:ext>
            </a:extLst>
          </p:cNvPr>
          <p:cNvSpPr txBox="1"/>
          <p:nvPr/>
        </p:nvSpPr>
        <p:spPr>
          <a:xfrm>
            <a:off x="-3368" y="5568"/>
            <a:ext cx="8187672" cy="626701"/>
          </a:xfrm>
          <a:prstGeom prst="rect">
            <a:avLst/>
          </a:prstGeom>
          <a:noFill/>
        </p:spPr>
        <p:txBody>
          <a:bodyPr wrap="none" lIns="72000" tIns="36000" rIns="72000" bIns="36000" rtlCol="0" anchor="ctr">
            <a:spAutoFit/>
          </a:bodyPr>
          <a:lstStyle/>
          <a:p>
            <a:r>
              <a:rPr kumimoji="1" lang="ja-JP" altLang="en-US" sz="3600" dirty="0">
                <a:latin typeface="Meiryo UI" panose="020B0604030504040204" pitchFamily="50" charset="-128"/>
                <a:ea typeface="Meiryo UI" panose="020B0604030504040204" pitchFamily="50" charset="-128"/>
              </a:rPr>
              <a:t>現行業務（工事記録書）に関する困りごと</a:t>
            </a:r>
            <a:endParaRPr kumimoji="1" lang="en-US" altLang="ja-JP" sz="3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4A7A7F6-8257-3D74-4140-558BCC30411B}"/>
              </a:ext>
            </a:extLst>
          </p:cNvPr>
          <p:cNvSpPr txBox="1"/>
          <p:nvPr/>
        </p:nvSpPr>
        <p:spPr>
          <a:xfrm>
            <a:off x="695211" y="3054586"/>
            <a:ext cx="180049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工事記録書受領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AA4B478-F9A9-B5E9-010D-1C52774B07CC}"/>
              </a:ext>
            </a:extLst>
          </p:cNvPr>
          <p:cNvSpPr txBox="1"/>
          <p:nvPr/>
        </p:nvSpPr>
        <p:spPr>
          <a:xfrm>
            <a:off x="695211" y="2166912"/>
            <a:ext cx="2262158" cy="36933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工事記録書フォロー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FEF6575-A328-6F24-3646-43BAC0D286B8}"/>
              </a:ext>
            </a:extLst>
          </p:cNvPr>
          <p:cNvSpPr txBox="1"/>
          <p:nvPr/>
        </p:nvSpPr>
        <p:spPr>
          <a:xfrm>
            <a:off x="695211" y="4829934"/>
            <a:ext cx="156966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工事品質評価</a:t>
            </a:r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2A12053-4B24-456F-ADBB-E98EAFDEE94E}"/>
              </a:ext>
            </a:extLst>
          </p:cNvPr>
          <p:cNvSpPr txBox="1"/>
          <p:nvPr/>
        </p:nvSpPr>
        <p:spPr>
          <a:xfrm>
            <a:off x="695211" y="3942260"/>
            <a:ext cx="14911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フォルダ分け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B47E09D-DCBE-3AFE-2207-A5793B153A70}"/>
              </a:ext>
            </a:extLst>
          </p:cNvPr>
          <p:cNvSpPr txBox="1"/>
          <p:nvPr/>
        </p:nvSpPr>
        <p:spPr>
          <a:xfrm>
            <a:off x="695211" y="5717608"/>
            <a:ext cx="404309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管理台帳メンテナンス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（個人情報・製品</a:t>
            </a:r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ID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を管理台帳へ転記）</a:t>
            </a:r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3AE8A13-F3FF-55C9-1E56-6C470089D52E}"/>
              </a:ext>
            </a:extLst>
          </p:cNvPr>
          <p:cNvSpPr txBox="1"/>
          <p:nvPr/>
        </p:nvSpPr>
        <p:spPr>
          <a:xfrm>
            <a:off x="695211" y="1279238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工事完了</a:t>
            </a:r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0D01677D-311F-7038-D774-3D2B279AC8DB}"/>
              </a:ext>
            </a:extLst>
          </p:cNvPr>
          <p:cNvCxnSpPr/>
          <p:nvPr/>
        </p:nvCxnSpPr>
        <p:spPr>
          <a:xfrm>
            <a:off x="962617" y="1648570"/>
            <a:ext cx="0" cy="51834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1D2BC86-9114-00E9-FDC0-23B75123E745}"/>
              </a:ext>
            </a:extLst>
          </p:cNvPr>
          <p:cNvCxnSpPr/>
          <p:nvPr/>
        </p:nvCxnSpPr>
        <p:spPr>
          <a:xfrm>
            <a:off x="962617" y="2528056"/>
            <a:ext cx="0" cy="51834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779EEED-6464-06A9-F63C-559A2F2587F9}"/>
              </a:ext>
            </a:extLst>
          </p:cNvPr>
          <p:cNvCxnSpPr/>
          <p:nvPr/>
        </p:nvCxnSpPr>
        <p:spPr>
          <a:xfrm>
            <a:off x="962617" y="3423918"/>
            <a:ext cx="0" cy="51834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3C26ABEE-7CE9-2084-4003-0B8A409E45F2}"/>
              </a:ext>
            </a:extLst>
          </p:cNvPr>
          <p:cNvCxnSpPr/>
          <p:nvPr/>
        </p:nvCxnSpPr>
        <p:spPr>
          <a:xfrm>
            <a:off x="962617" y="4311592"/>
            <a:ext cx="0" cy="51834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87C9FA6F-7D86-A5A2-9958-689E616CDBDD}"/>
              </a:ext>
            </a:extLst>
          </p:cNvPr>
          <p:cNvCxnSpPr/>
          <p:nvPr/>
        </p:nvCxnSpPr>
        <p:spPr>
          <a:xfrm>
            <a:off x="962617" y="5199266"/>
            <a:ext cx="0" cy="51834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31B7B61A-1B5B-95CD-E5F3-EA03A7AB0D6D}"/>
              </a:ext>
            </a:extLst>
          </p:cNvPr>
          <p:cNvSpPr txBox="1"/>
          <p:nvPr/>
        </p:nvSpPr>
        <p:spPr>
          <a:xfrm>
            <a:off x="2041582" y="1279238"/>
            <a:ext cx="1107996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施工会社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27638460-74D4-9E61-A261-19E1F5728E3E}"/>
              </a:ext>
            </a:extLst>
          </p:cNvPr>
          <p:cNvSpPr txBox="1"/>
          <p:nvPr/>
        </p:nvSpPr>
        <p:spPr>
          <a:xfrm>
            <a:off x="3034161" y="2158724"/>
            <a:ext cx="2954655" cy="646331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トヨタ⇒販売店</a:t>
            </a:r>
            <a:endParaRPr kumimoji="1" lang="en-US" altLang="ja-JP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⇒施工管理会社⇒施工会社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2395CD9-5E10-3A8D-0D48-0D4635B990CF}"/>
              </a:ext>
            </a:extLst>
          </p:cNvPr>
          <p:cNvSpPr txBox="1"/>
          <p:nvPr/>
        </p:nvSpPr>
        <p:spPr>
          <a:xfrm>
            <a:off x="2595580" y="3054586"/>
            <a:ext cx="1696298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販売店⇒トヨタ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2CA4FDA-D90B-4A36-AC55-68F48158DC72}"/>
              </a:ext>
            </a:extLst>
          </p:cNvPr>
          <p:cNvSpPr txBox="1"/>
          <p:nvPr/>
        </p:nvSpPr>
        <p:spPr>
          <a:xfrm>
            <a:off x="2383904" y="3950448"/>
            <a:ext cx="772969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トヨタ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56BD71F-82C9-CB75-752F-DCD22D684ADE}"/>
              </a:ext>
            </a:extLst>
          </p:cNvPr>
          <p:cNvSpPr txBox="1"/>
          <p:nvPr/>
        </p:nvSpPr>
        <p:spPr>
          <a:xfrm>
            <a:off x="2302467" y="4827971"/>
            <a:ext cx="772969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トヨタ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4B5FC4C6-8CEB-5099-07B5-970C85565369}"/>
              </a:ext>
            </a:extLst>
          </p:cNvPr>
          <p:cNvSpPr txBox="1"/>
          <p:nvPr/>
        </p:nvSpPr>
        <p:spPr>
          <a:xfrm>
            <a:off x="3941141" y="6428400"/>
            <a:ext cx="772969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トヨタ</a:t>
            </a: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00CEAD4D-47AA-2B15-7405-BC6495A59E1E}"/>
              </a:ext>
            </a:extLst>
          </p:cNvPr>
          <p:cNvSpPr txBox="1"/>
          <p:nvPr/>
        </p:nvSpPr>
        <p:spPr>
          <a:xfrm>
            <a:off x="5988816" y="1203803"/>
            <a:ext cx="510909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・トヨタから見て、工事がいつ終わるかわからない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・工事予定がわからずフォローできない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・受注台数を把握しにくい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BA1C0E16-6EE4-DF37-123D-0A879DFCDBC1}"/>
              </a:ext>
            </a:extLst>
          </p:cNvPr>
          <p:cNvSpPr txBox="1"/>
          <p:nvPr/>
        </p:nvSpPr>
        <p:spPr>
          <a:xfrm>
            <a:off x="5988816" y="2158724"/>
            <a:ext cx="29129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・フォローするのがしんどい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・通過する工程が多い</a:t>
            </a:r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7DAD46B-DB83-A358-F192-127B7F168A45}"/>
              </a:ext>
            </a:extLst>
          </p:cNvPr>
          <p:cNvSpPr txBox="1"/>
          <p:nvPr/>
        </p:nvSpPr>
        <p:spPr>
          <a:xfrm>
            <a:off x="5988816" y="3054586"/>
            <a:ext cx="5639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・各社からメールや</a:t>
            </a:r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Teams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上で受領（手段がバラバラ）</a:t>
            </a: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ABCF8ECC-4BB1-FEC1-C01C-0E8126326AF2}"/>
              </a:ext>
            </a:extLst>
          </p:cNvPr>
          <p:cNvSpPr txBox="1"/>
          <p:nvPr/>
        </p:nvSpPr>
        <p:spPr>
          <a:xfrm>
            <a:off x="5988816" y="3683089"/>
            <a:ext cx="55338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・共通の</a:t>
            </a:r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ID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管理ができない為、各施工会社ごとに管理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・各社ごとに管理するのに工数がかかる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・個人情報管理フォルダに移すのがめんどう</a:t>
            </a:r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D5729F66-5768-0E3B-4F7E-AF82F2E0749F}"/>
              </a:ext>
            </a:extLst>
          </p:cNvPr>
          <p:cNvSpPr txBox="1"/>
          <p:nvPr/>
        </p:nvSpPr>
        <p:spPr>
          <a:xfrm>
            <a:off x="5988816" y="4645268"/>
            <a:ext cx="525977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・各社ごとに書類フォーマット、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記載している内容が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バラバラで、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品質評価がしにくい。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・市場不具合発生時はすぐにアクセスしたい。</a:t>
            </a: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91C37D09-F188-66DA-E9C2-8812B5499B7C}"/>
              </a:ext>
            </a:extLst>
          </p:cNvPr>
          <p:cNvSpPr txBox="1"/>
          <p:nvPr/>
        </p:nvSpPr>
        <p:spPr>
          <a:xfrm>
            <a:off x="5988816" y="5717608"/>
            <a:ext cx="61237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・トヨタホームのフォーマットでは</a:t>
            </a:r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PAD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で転記自動化を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組んだが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各社フォーマット、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ファイル形式も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バラバラなので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苦戦している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B563A6E8-55F3-19E6-CFFF-B13C7409E104}"/>
              </a:ext>
            </a:extLst>
          </p:cNvPr>
          <p:cNvSpPr txBox="1"/>
          <p:nvPr/>
        </p:nvSpPr>
        <p:spPr>
          <a:xfrm>
            <a:off x="5988816" y="807063"/>
            <a:ext cx="1175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困りごと：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58D7E870-1AEC-32FB-79C8-0F3839D4E022}"/>
              </a:ext>
            </a:extLst>
          </p:cNvPr>
          <p:cNvSpPr txBox="1"/>
          <p:nvPr/>
        </p:nvSpPr>
        <p:spPr>
          <a:xfrm>
            <a:off x="303644" y="807063"/>
            <a:ext cx="1407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現状フロー：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62957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F62E14C-623A-964E-A893-2BA6879A3C37}"/>
              </a:ext>
            </a:extLst>
          </p:cNvPr>
          <p:cNvSpPr txBox="1"/>
          <p:nvPr/>
        </p:nvSpPr>
        <p:spPr>
          <a:xfrm>
            <a:off x="-3368" y="5568"/>
            <a:ext cx="8187672" cy="626701"/>
          </a:xfrm>
          <a:prstGeom prst="rect">
            <a:avLst/>
          </a:prstGeom>
          <a:noFill/>
        </p:spPr>
        <p:txBody>
          <a:bodyPr wrap="none" lIns="72000" tIns="36000" rIns="72000" bIns="36000" rtlCol="0" anchor="ctr">
            <a:spAutoFit/>
          </a:bodyPr>
          <a:lstStyle/>
          <a:p>
            <a:r>
              <a:rPr kumimoji="1" lang="ja-JP" altLang="en-US" sz="3600" dirty="0">
                <a:latin typeface="Meiryo UI" panose="020B0604030504040204" pitchFamily="50" charset="-128"/>
                <a:ea typeface="Meiryo UI" panose="020B0604030504040204" pitchFamily="50" charset="-128"/>
              </a:rPr>
              <a:t>現行業務（市場不具合）に関する困りごと</a:t>
            </a:r>
            <a:endParaRPr kumimoji="1" lang="en-US" altLang="ja-JP" sz="3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4A7A7F6-8257-3D74-4140-558BCC30411B}"/>
              </a:ext>
            </a:extLst>
          </p:cNvPr>
          <p:cNvSpPr txBox="1"/>
          <p:nvPr/>
        </p:nvSpPr>
        <p:spPr>
          <a:xfrm>
            <a:off x="695211" y="3054586"/>
            <a:ext cx="226215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修理完了報告書提出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AA4B478-F9A9-B5E9-010D-1C52774B07CC}"/>
              </a:ext>
            </a:extLst>
          </p:cNvPr>
          <p:cNvSpPr txBox="1"/>
          <p:nvPr/>
        </p:nvSpPr>
        <p:spPr>
          <a:xfrm>
            <a:off x="695211" y="2166912"/>
            <a:ext cx="341471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国内保証システム（</a:t>
            </a:r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ai21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）に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入力</a:t>
            </a:r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FEF6575-A328-6F24-3646-43BAC0D286B8}"/>
              </a:ext>
            </a:extLst>
          </p:cNvPr>
          <p:cNvSpPr txBox="1"/>
          <p:nvPr/>
        </p:nvSpPr>
        <p:spPr>
          <a:xfrm>
            <a:off x="695211" y="4829934"/>
            <a:ext cx="293702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ステータス管理（モノ・情報）</a:t>
            </a:r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2A12053-4B24-456F-ADBB-E98EAFDEE94E}"/>
              </a:ext>
            </a:extLst>
          </p:cNvPr>
          <p:cNvSpPr txBox="1"/>
          <p:nvPr/>
        </p:nvSpPr>
        <p:spPr>
          <a:xfrm>
            <a:off x="695211" y="3942260"/>
            <a:ext cx="156966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不具合品発送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B47E09D-DCBE-3AFE-2207-A5793B153A70}"/>
              </a:ext>
            </a:extLst>
          </p:cNvPr>
          <p:cNvSpPr txBox="1"/>
          <p:nvPr/>
        </p:nvSpPr>
        <p:spPr>
          <a:xfrm>
            <a:off x="695211" y="5717608"/>
            <a:ext cx="22156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停滞工程のフォロー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3AE8A13-F3FF-55C9-1E56-6C470089D52E}"/>
              </a:ext>
            </a:extLst>
          </p:cNvPr>
          <p:cNvSpPr txBox="1"/>
          <p:nvPr/>
        </p:nvSpPr>
        <p:spPr>
          <a:xfrm>
            <a:off x="695211" y="1279238"/>
            <a:ext cx="133882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不具合発生</a:t>
            </a:r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0D01677D-311F-7038-D774-3D2B279AC8DB}"/>
              </a:ext>
            </a:extLst>
          </p:cNvPr>
          <p:cNvCxnSpPr/>
          <p:nvPr/>
        </p:nvCxnSpPr>
        <p:spPr>
          <a:xfrm>
            <a:off x="962617" y="1648570"/>
            <a:ext cx="0" cy="51834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1D2BC86-9114-00E9-FDC0-23B75123E745}"/>
              </a:ext>
            </a:extLst>
          </p:cNvPr>
          <p:cNvCxnSpPr/>
          <p:nvPr/>
        </p:nvCxnSpPr>
        <p:spPr>
          <a:xfrm>
            <a:off x="962617" y="2528056"/>
            <a:ext cx="0" cy="51834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779EEED-6464-06A9-F63C-559A2F2587F9}"/>
              </a:ext>
            </a:extLst>
          </p:cNvPr>
          <p:cNvCxnSpPr/>
          <p:nvPr/>
        </p:nvCxnSpPr>
        <p:spPr>
          <a:xfrm>
            <a:off x="962617" y="3423918"/>
            <a:ext cx="0" cy="51834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3C26ABEE-7CE9-2084-4003-0B8A409E45F2}"/>
              </a:ext>
            </a:extLst>
          </p:cNvPr>
          <p:cNvCxnSpPr/>
          <p:nvPr/>
        </p:nvCxnSpPr>
        <p:spPr>
          <a:xfrm>
            <a:off x="962617" y="4311592"/>
            <a:ext cx="0" cy="51834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87C9FA6F-7D86-A5A2-9958-689E616CDBDD}"/>
              </a:ext>
            </a:extLst>
          </p:cNvPr>
          <p:cNvCxnSpPr/>
          <p:nvPr/>
        </p:nvCxnSpPr>
        <p:spPr>
          <a:xfrm>
            <a:off x="962617" y="5199266"/>
            <a:ext cx="0" cy="51834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31B7B61A-1B5B-95CD-E5F3-EA03A7AB0D6D}"/>
              </a:ext>
            </a:extLst>
          </p:cNvPr>
          <p:cNvSpPr txBox="1"/>
          <p:nvPr/>
        </p:nvSpPr>
        <p:spPr>
          <a:xfrm>
            <a:off x="2109220" y="1279238"/>
            <a:ext cx="1696298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販売店⇒トヨタ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27638460-74D4-9E61-A261-19E1F5728E3E}"/>
              </a:ext>
            </a:extLst>
          </p:cNvPr>
          <p:cNvSpPr txBox="1"/>
          <p:nvPr/>
        </p:nvSpPr>
        <p:spPr>
          <a:xfrm>
            <a:off x="2109220" y="2574978"/>
            <a:ext cx="2619628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販売店⇒トヨタ⇒仕入先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2395CD9-5E10-3A8D-0D48-0D4635B990CF}"/>
              </a:ext>
            </a:extLst>
          </p:cNvPr>
          <p:cNvSpPr txBox="1"/>
          <p:nvPr/>
        </p:nvSpPr>
        <p:spPr>
          <a:xfrm>
            <a:off x="2957369" y="3084376"/>
            <a:ext cx="2850460" cy="646331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施工会社⇒施工管理会社</a:t>
            </a:r>
            <a:endParaRPr kumimoji="1" lang="en-US" altLang="ja-JP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⇒販売店⇒トヨタ⇒仕入先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2CA4FDA-D90B-4A36-AC55-68F48158DC72}"/>
              </a:ext>
            </a:extLst>
          </p:cNvPr>
          <p:cNvSpPr txBox="1"/>
          <p:nvPr/>
        </p:nvSpPr>
        <p:spPr>
          <a:xfrm>
            <a:off x="2330273" y="3950448"/>
            <a:ext cx="2613216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販売店⇒</a:t>
            </a:r>
            <a:r>
              <a:rPr kumimoji="1" lang="en-US" altLang="ja-JP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WPC</a:t>
            </a:r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⇒仕入先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56BD71F-82C9-CB75-752F-DCD22D684ADE}"/>
              </a:ext>
            </a:extLst>
          </p:cNvPr>
          <p:cNvSpPr txBox="1"/>
          <p:nvPr/>
        </p:nvSpPr>
        <p:spPr>
          <a:xfrm>
            <a:off x="3723443" y="4827971"/>
            <a:ext cx="772969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トヨタ</a:t>
            </a: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00CEAD4D-47AA-2B15-7405-BC6495A59E1E}"/>
              </a:ext>
            </a:extLst>
          </p:cNvPr>
          <p:cNvSpPr txBox="1"/>
          <p:nvPr/>
        </p:nvSpPr>
        <p:spPr>
          <a:xfrm>
            <a:off x="5875450" y="1279238"/>
            <a:ext cx="53960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・メール（メーリングリスト）で受領。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（本来、トヨタの市場不具合情報システム</a:t>
            </a:r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TQ-NET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使いたいが個人情報保護観点で利用不可）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BA1C0E16-6EE4-DF37-123D-0A879DFCDBC1}"/>
              </a:ext>
            </a:extLst>
          </p:cNvPr>
          <p:cNvSpPr txBox="1"/>
          <p:nvPr/>
        </p:nvSpPr>
        <p:spPr>
          <a:xfrm>
            <a:off x="5875450" y="2158724"/>
            <a:ext cx="48478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・販売店が入力しないと不具合品が発送できず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不具合解析に遅れが生じる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7DAD46B-DB83-A358-F192-127B7F168A45}"/>
              </a:ext>
            </a:extLst>
          </p:cNvPr>
          <p:cNvSpPr txBox="1"/>
          <p:nvPr/>
        </p:nvSpPr>
        <p:spPr>
          <a:xfrm>
            <a:off x="5875450" y="3054586"/>
            <a:ext cx="5963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・修理完了報告書（不具合情報、状況の詳細）が受領で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きず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不具合解析に遅れが生じる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D5729F66-5768-0E3B-4F7E-AF82F2E0749F}"/>
              </a:ext>
            </a:extLst>
          </p:cNvPr>
          <p:cNvSpPr txBox="1"/>
          <p:nvPr/>
        </p:nvSpPr>
        <p:spPr>
          <a:xfrm>
            <a:off x="5875450" y="4645268"/>
            <a:ext cx="564289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・モノ・情報を一覧ですぐに見たい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（メンテナンスは現状手動で実施）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・情報を一元化したエクセル</a:t>
            </a:r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つで管理したいが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仕入先と共有する必要あるため複数エクセルで管理。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</a:t>
            </a:r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重管理で抜けもれ発生リスクあり）</a:t>
            </a:r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91C37D09-F188-66DA-E9C2-8812B5499B7C}"/>
              </a:ext>
            </a:extLst>
          </p:cNvPr>
          <p:cNvSpPr txBox="1"/>
          <p:nvPr/>
        </p:nvSpPr>
        <p:spPr>
          <a:xfrm>
            <a:off x="5875450" y="6143617"/>
            <a:ext cx="5726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・不具合件数、不具合種別でソートをかけて分析したい。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B563A6E8-55F3-19E6-CFFF-B13C7409E104}"/>
              </a:ext>
            </a:extLst>
          </p:cNvPr>
          <p:cNvSpPr txBox="1"/>
          <p:nvPr/>
        </p:nvSpPr>
        <p:spPr>
          <a:xfrm>
            <a:off x="5875450" y="807063"/>
            <a:ext cx="1175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困りごと：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58D7E870-1AEC-32FB-79C8-0F3839D4E022}"/>
              </a:ext>
            </a:extLst>
          </p:cNvPr>
          <p:cNvSpPr txBox="1"/>
          <p:nvPr/>
        </p:nvSpPr>
        <p:spPr>
          <a:xfrm>
            <a:off x="303644" y="807063"/>
            <a:ext cx="1407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現状フロー：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693BD34-E8EF-1BCF-DDEE-3DD2F16C577C}"/>
              </a:ext>
            </a:extLst>
          </p:cNvPr>
          <p:cNvSpPr txBox="1"/>
          <p:nvPr/>
        </p:nvSpPr>
        <p:spPr>
          <a:xfrm>
            <a:off x="2957369" y="5717608"/>
            <a:ext cx="772969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トヨタ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1C9F16F-AB6E-1C30-6A0D-FA6269B50AD1}"/>
              </a:ext>
            </a:extLst>
          </p:cNvPr>
          <p:cNvSpPr txBox="1"/>
          <p:nvPr/>
        </p:nvSpPr>
        <p:spPr>
          <a:xfrm>
            <a:off x="5875450" y="3924432"/>
            <a:ext cx="5602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・不具合品追跡がしにくい。</a:t>
            </a:r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件</a:t>
            </a:r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件検索する必要ある。</a:t>
            </a:r>
          </a:p>
        </p:txBody>
      </p:sp>
    </p:spTree>
    <p:extLst>
      <p:ext uri="{BB962C8B-B14F-4D97-AF65-F5344CB8AC3E}">
        <p14:creationId xmlns:p14="http://schemas.microsoft.com/office/powerpoint/2010/main" val="2997034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F62E14C-623A-964E-A893-2BA6879A3C37}"/>
              </a:ext>
            </a:extLst>
          </p:cNvPr>
          <p:cNvSpPr txBox="1"/>
          <p:nvPr/>
        </p:nvSpPr>
        <p:spPr>
          <a:xfrm>
            <a:off x="-3368" y="5568"/>
            <a:ext cx="6882059" cy="626701"/>
          </a:xfrm>
          <a:prstGeom prst="rect">
            <a:avLst/>
          </a:prstGeom>
          <a:noFill/>
        </p:spPr>
        <p:txBody>
          <a:bodyPr wrap="none" lIns="72000" tIns="36000" rIns="72000" bIns="36000" rtlCol="0" anchor="ctr">
            <a:spAutoFit/>
          </a:bodyPr>
          <a:lstStyle/>
          <a:p>
            <a:r>
              <a:rPr kumimoji="1" lang="en-US" altLang="ja-JP" sz="3600" dirty="0">
                <a:latin typeface="Meiryo UI" panose="020B0604030504040204" pitchFamily="50" charset="-128"/>
                <a:ea typeface="Meiryo UI" panose="020B0604030504040204" pitchFamily="50" charset="-128"/>
              </a:rPr>
              <a:t>Appendix</a:t>
            </a:r>
            <a:r>
              <a:rPr kumimoji="1" lang="ja-JP" altLang="en-US" sz="3600" dirty="0">
                <a:latin typeface="Meiryo UI" panose="020B0604030504040204" pitchFamily="50" charset="-128"/>
                <a:ea typeface="Meiryo UI" panose="020B0604030504040204" pitchFamily="50" charset="-128"/>
              </a:rPr>
              <a:t>：システム開発の審査</a:t>
            </a:r>
            <a:r>
              <a:rPr kumimoji="1" lang="en-US" altLang="ja-JP" sz="3600" dirty="0">
                <a:latin typeface="Meiryo UI" panose="020B0604030504040204" pitchFamily="50" charset="-128"/>
                <a:ea typeface="Meiryo UI" panose="020B0604030504040204" pitchFamily="50" charset="-128"/>
              </a:rPr>
              <a:t>LT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1E827B0-1C02-EE70-4EB3-7419F2FE2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494" y="779572"/>
            <a:ext cx="9119011" cy="5505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550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F62E14C-623A-964E-A893-2BA6879A3C37}"/>
              </a:ext>
            </a:extLst>
          </p:cNvPr>
          <p:cNvSpPr txBox="1"/>
          <p:nvPr/>
        </p:nvSpPr>
        <p:spPr>
          <a:xfrm>
            <a:off x="-3368" y="5568"/>
            <a:ext cx="6882059" cy="626701"/>
          </a:xfrm>
          <a:prstGeom prst="rect">
            <a:avLst/>
          </a:prstGeom>
          <a:noFill/>
        </p:spPr>
        <p:txBody>
          <a:bodyPr wrap="none" lIns="72000" tIns="36000" rIns="72000" bIns="36000" rtlCol="0" anchor="ctr">
            <a:spAutoFit/>
          </a:bodyPr>
          <a:lstStyle/>
          <a:p>
            <a:r>
              <a:rPr kumimoji="1" lang="en-US" altLang="ja-JP" sz="3600" dirty="0">
                <a:latin typeface="Meiryo UI" panose="020B0604030504040204" pitchFamily="50" charset="-128"/>
                <a:ea typeface="Meiryo UI" panose="020B0604030504040204" pitchFamily="50" charset="-128"/>
              </a:rPr>
              <a:t>Appendix</a:t>
            </a:r>
            <a:r>
              <a:rPr kumimoji="1" lang="ja-JP" altLang="en-US" sz="3600" dirty="0">
                <a:latin typeface="Meiryo UI" panose="020B0604030504040204" pitchFamily="50" charset="-128"/>
                <a:ea typeface="Meiryo UI" panose="020B0604030504040204" pitchFamily="50" charset="-128"/>
              </a:rPr>
              <a:t>：システム開発の審査</a:t>
            </a:r>
            <a:r>
              <a:rPr kumimoji="1" lang="en-US" altLang="ja-JP" sz="3600" dirty="0">
                <a:latin typeface="Meiryo UI" panose="020B0604030504040204" pitchFamily="50" charset="-128"/>
                <a:ea typeface="Meiryo UI" panose="020B0604030504040204" pitchFamily="50" charset="-128"/>
              </a:rPr>
              <a:t>LT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CE741C6-6683-E7FF-6528-7ABCA4FE4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490" y="761790"/>
            <a:ext cx="5068899" cy="3171426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C50510B4-F948-665B-A1D7-031A7F3903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35288"/>
            <a:ext cx="5704356" cy="235053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DC27F52-7630-E3E6-C738-975CD61022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960" y="3472174"/>
            <a:ext cx="5532436" cy="3343004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90379F68-79AA-7C9C-3303-D3C82F95FA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490" y="3892875"/>
            <a:ext cx="4774509" cy="2959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1947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1C065CE-963D-63CF-8D10-F800A3D73AEE}"/>
              </a:ext>
            </a:extLst>
          </p:cNvPr>
          <p:cNvSpPr txBox="1"/>
          <p:nvPr/>
        </p:nvSpPr>
        <p:spPr>
          <a:xfrm>
            <a:off x="5238103" y="3214132"/>
            <a:ext cx="1068736" cy="626701"/>
          </a:xfrm>
          <a:prstGeom prst="rect">
            <a:avLst/>
          </a:prstGeom>
          <a:noFill/>
        </p:spPr>
        <p:txBody>
          <a:bodyPr wrap="none" lIns="72000" tIns="36000" rIns="72000" bIns="36000" rtlCol="0" anchor="ctr">
            <a:spAutoFit/>
          </a:bodyPr>
          <a:lstStyle/>
          <a:p>
            <a:r>
              <a:rPr kumimoji="1" lang="ja-JP" altLang="en-US" sz="3600" dirty="0">
                <a:latin typeface="Meiryo UI" panose="020B0604030504040204" pitchFamily="50" charset="-128"/>
                <a:ea typeface="Meiryo UI" panose="020B0604030504040204" pitchFamily="50" charset="-128"/>
              </a:rPr>
              <a:t>以上</a:t>
            </a:r>
            <a:endParaRPr kumimoji="1" lang="en-US" altLang="ja-JP" sz="3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23432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69A2B1AE92452458CEB470079EA8ECF" ma:contentTypeVersion="7" ma:contentTypeDescription="新しいドキュメントを作成します。" ma:contentTypeScope="" ma:versionID="6ef315cb19597e9e7ff73302ca71522a">
  <xsd:schema xmlns:xsd="http://www.w3.org/2001/XMLSchema" xmlns:xs="http://www.w3.org/2001/XMLSchema" xmlns:p="http://schemas.microsoft.com/office/2006/metadata/properties" xmlns:ns2="db651b74-da45-491c-b964-f21fd00939ac" targetNamespace="http://schemas.microsoft.com/office/2006/metadata/properties" ma:root="true" ma:fieldsID="06f87142c1fc017b8381c3d3142e5fb9" ns2:_="">
    <xsd:import namespace="db651b74-da45-491c-b964-f21fd00939a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b651b74-da45-491c-b964-f21fd00939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7DFF298-38DD-4BCA-B020-D470BEEFE68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BE84D28-F699-446E-8659-449FE2EE7C38}"/>
</file>

<file path=customXml/itemProps3.xml><?xml version="1.0" encoding="utf-8"?>
<ds:datastoreItem xmlns:ds="http://schemas.openxmlformats.org/officeDocument/2006/customXml" ds:itemID="{95DE6876-4112-4C3B-9CDD-86B5079B521C}">
  <ds:schemaRefs>
    <ds:schemaRef ds:uri="247dd3b0-50df-45af-8320-eb939bca1e06"/>
    <ds:schemaRef ds:uri="598ae6c2-a850-41b4-b9ab-a9d251b1073f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d1c1335e-f582-42a9-b6fe-5e1a16eb9bc8}" enabled="0" method="" siteId="{d1c1335e-f582-42a9-b6fe-5e1a16eb9bc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1327</TotalTime>
  <Words>582</Words>
  <Application>Microsoft Office PowerPoint</Application>
  <PresentationFormat>ワイド画面</PresentationFormat>
  <Paragraphs>90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BIZ UDPゴシック</vt:lpstr>
      <vt:lpstr>Meiryo UI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Ogoshi, Azuki/尾越 敦貴</dc:creator>
  <cp:lastModifiedBy>Hata, Hiroshi/秦 裕史</cp:lastModifiedBy>
  <cp:revision>6</cp:revision>
  <dcterms:created xsi:type="dcterms:W3CDTF">2024-05-16T01:31:49Z</dcterms:created>
  <dcterms:modified xsi:type="dcterms:W3CDTF">2026-01-21T04:25:45Z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0x010100169A2B1AE92452458CEB470079EA8ECF</vt:lpwstr>
  </property>
</Properties>
</file>