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3722" r:id="rId5"/>
  </p:sldMasterIdLst>
  <p:notesMasterIdLst>
    <p:notesMasterId r:id="rId15"/>
  </p:notesMasterIdLst>
  <p:sldIdLst>
    <p:sldId id="358" r:id="rId6"/>
    <p:sldId id="372" r:id="rId7"/>
    <p:sldId id="343" r:id="rId8"/>
    <p:sldId id="1123" r:id="rId9"/>
    <p:sldId id="371" r:id="rId10"/>
    <p:sldId id="1122" r:id="rId11"/>
    <p:sldId id="378" r:id="rId12"/>
    <p:sldId id="379" r:id="rId13"/>
    <p:sldId id="373"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D6FF"/>
    <a:srgbClr val="99BEEA"/>
    <a:srgbClr val="005CCA"/>
    <a:srgbClr val="E80000"/>
    <a:srgbClr val="FFFF00"/>
    <a:srgbClr val="009244"/>
    <a:srgbClr val="01B1C9"/>
    <a:srgbClr val="003D86"/>
    <a:srgbClr val="CACACA"/>
    <a:srgbClr val="013C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0" autoAdjust="0"/>
    <p:restoredTop sz="93333" autoAdjust="0"/>
  </p:normalViewPr>
  <p:slideViewPr>
    <p:cSldViewPr snapToGrid="0">
      <p:cViewPr varScale="1">
        <p:scale>
          <a:sx n="103" d="100"/>
          <a:sy n="103" d="100"/>
        </p:scale>
        <p:origin x="1062" y="108"/>
      </p:cViewPr>
      <p:guideLst/>
    </p:cSldViewPr>
  </p:slideViewPr>
  <p:outlineViewPr>
    <p:cViewPr>
      <p:scale>
        <a:sx n="33" d="100"/>
        <a:sy n="33" d="100"/>
      </p:scale>
      <p:origin x="0" y="-4938"/>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伊藤　栄昭" userId="d544308d-f661-4c0c-925a-034fb56a704b" providerId="ADAL" clId="{EB66C278-9B0E-4853-AA85-D6742C7D1679}"/>
    <pc:docChg chg="undo custSel delSld modSld sldOrd">
      <pc:chgData name="伊藤　栄昭" userId="d544308d-f661-4c0c-925a-034fb56a704b" providerId="ADAL" clId="{EB66C278-9B0E-4853-AA85-D6742C7D1679}" dt="2026-01-20T06:24:18.993" v="570" actId="20577"/>
      <pc:docMkLst>
        <pc:docMk/>
      </pc:docMkLst>
      <pc:sldChg chg="modSp mod">
        <pc:chgData name="伊藤　栄昭" userId="d544308d-f661-4c0c-925a-034fb56a704b" providerId="ADAL" clId="{EB66C278-9B0E-4853-AA85-D6742C7D1679}" dt="2026-01-20T06:24:18.993" v="570" actId="20577"/>
        <pc:sldMkLst>
          <pc:docMk/>
          <pc:sldMk cId="3809901963" sldId="343"/>
        </pc:sldMkLst>
        <pc:spChg chg="mod">
          <ac:chgData name="伊藤　栄昭" userId="d544308d-f661-4c0c-925a-034fb56a704b" providerId="ADAL" clId="{EB66C278-9B0E-4853-AA85-D6742C7D1679}" dt="2026-01-20T06:21:03.482" v="367" actId="20577"/>
          <ac:spMkLst>
            <pc:docMk/>
            <pc:sldMk cId="3809901963" sldId="343"/>
            <ac:spMk id="2" creationId="{E0423F55-F165-DEAA-0CFD-1EC438E189A3}"/>
          </ac:spMkLst>
        </pc:spChg>
        <pc:spChg chg="mod">
          <ac:chgData name="伊藤　栄昭" userId="d544308d-f661-4c0c-925a-034fb56a704b" providerId="ADAL" clId="{EB66C278-9B0E-4853-AA85-D6742C7D1679}" dt="2026-01-20T06:24:18.993" v="570" actId="20577"/>
          <ac:spMkLst>
            <pc:docMk/>
            <pc:sldMk cId="3809901963" sldId="343"/>
            <ac:spMk id="4" creationId="{D9D67A4E-33F7-D30D-CACB-0EA2B713E5AB}"/>
          </ac:spMkLst>
        </pc:spChg>
      </pc:sldChg>
      <pc:sldChg chg="del">
        <pc:chgData name="伊藤　栄昭" userId="d544308d-f661-4c0c-925a-034fb56a704b" providerId="ADAL" clId="{EB66C278-9B0E-4853-AA85-D6742C7D1679}" dt="2026-01-20T06:22:25.823" v="478" actId="47"/>
        <pc:sldMkLst>
          <pc:docMk/>
          <pc:sldMk cId="189956579" sldId="357"/>
        </pc:sldMkLst>
      </pc:sldChg>
      <pc:sldChg chg="modSp mod">
        <pc:chgData name="伊藤　栄昭" userId="d544308d-f661-4c0c-925a-034fb56a704b" providerId="ADAL" clId="{EB66C278-9B0E-4853-AA85-D6742C7D1679}" dt="2026-01-20T06:00:39.195" v="31" actId="20577"/>
        <pc:sldMkLst>
          <pc:docMk/>
          <pc:sldMk cId="2168247513" sldId="358"/>
        </pc:sldMkLst>
        <pc:spChg chg="mod">
          <ac:chgData name="伊藤　栄昭" userId="d544308d-f661-4c0c-925a-034fb56a704b" providerId="ADAL" clId="{EB66C278-9B0E-4853-AA85-D6742C7D1679}" dt="2026-01-20T06:00:24.581" v="21" actId="20577"/>
          <ac:spMkLst>
            <pc:docMk/>
            <pc:sldMk cId="2168247513" sldId="358"/>
            <ac:spMk id="7" creationId="{F300F2AF-AFB7-91A0-14A0-4703C06168F2}"/>
          </ac:spMkLst>
        </pc:spChg>
        <pc:spChg chg="mod">
          <ac:chgData name="伊藤　栄昭" userId="d544308d-f661-4c0c-925a-034fb56a704b" providerId="ADAL" clId="{EB66C278-9B0E-4853-AA85-D6742C7D1679}" dt="2026-01-20T06:00:39.195" v="31" actId="20577"/>
          <ac:spMkLst>
            <pc:docMk/>
            <pc:sldMk cId="2168247513" sldId="358"/>
            <ac:spMk id="8" creationId="{867DAE94-0A0C-BE28-4530-D9EAD698297A}"/>
          </ac:spMkLst>
        </pc:spChg>
      </pc:sldChg>
      <pc:sldChg chg="del">
        <pc:chgData name="伊藤　栄昭" userId="d544308d-f661-4c0c-925a-034fb56a704b" providerId="ADAL" clId="{EB66C278-9B0E-4853-AA85-D6742C7D1679}" dt="2026-01-20T06:22:46.166" v="482" actId="47"/>
        <pc:sldMkLst>
          <pc:docMk/>
          <pc:sldMk cId="2928988424" sldId="361"/>
        </pc:sldMkLst>
      </pc:sldChg>
      <pc:sldChg chg="del">
        <pc:chgData name="伊藤　栄昭" userId="d544308d-f661-4c0c-925a-034fb56a704b" providerId="ADAL" clId="{EB66C278-9B0E-4853-AA85-D6742C7D1679}" dt="2026-01-20T06:22:46.166" v="482" actId="47"/>
        <pc:sldMkLst>
          <pc:docMk/>
          <pc:sldMk cId="426325089" sldId="363"/>
        </pc:sldMkLst>
      </pc:sldChg>
      <pc:sldChg chg="del">
        <pc:chgData name="伊藤　栄昭" userId="d544308d-f661-4c0c-925a-034fb56a704b" providerId="ADAL" clId="{EB66C278-9B0E-4853-AA85-D6742C7D1679}" dt="2026-01-20T06:22:33.416" v="479" actId="47"/>
        <pc:sldMkLst>
          <pc:docMk/>
          <pc:sldMk cId="1280841678" sldId="365"/>
        </pc:sldMkLst>
      </pc:sldChg>
      <pc:sldChg chg="del">
        <pc:chgData name="伊藤　栄昭" userId="d544308d-f661-4c0c-925a-034fb56a704b" providerId="ADAL" clId="{EB66C278-9B0E-4853-AA85-D6742C7D1679}" dt="2026-01-20T06:22:46.166" v="482" actId="47"/>
        <pc:sldMkLst>
          <pc:docMk/>
          <pc:sldMk cId="98308736" sldId="367"/>
        </pc:sldMkLst>
      </pc:sldChg>
      <pc:sldChg chg="del">
        <pc:chgData name="伊藤　栄昭" userId="d544308d-f661-4c0c-925a-034fb56a704b" providerId="ADAL" clId="{EB66C278-9B0E-4853-AA85-D6742C7D1679}" dt="2026-01-20T06:22:25.823" v="478" actId="47"/>
        <pc:sldMkLst>
          <pc:docMk/>
          <pc:sldMk cId="1518094235" sldId="370"/>
        </pc:sldMkLst>
      </pc:sldChg>
      <pc:sldChg chg="addSp delSp modSp mod ord">
        <pc:chgData name="伊藤　栄昭" userId="d544308d-f661-4c0c-925a-034fb56a704b" providerId="ADAL" clId="{EB66C278-9B0E-4853-AA85-D6742C7D1679}" dt="2026-01-20T06:15:03.228" v="349" actId="20577"/>
        <pc:sldMkLst>
          <pc:docMk/>
          <pc:sldMk cId="1012137195" sldId="372"/>
        </pc:sldMkLst>
        <pc:spChg chg="add del mod">
          <ac:chgData name="伊藤　栄昭" userId="d544308d-f661-4c0c-925a-034fb56a704b" providerId="ADAL" clId="{EB66C278-9B0E-4853-AA85-D6742C7D1679}" dt="2026-01-20T06:15:03.228" v="349" actId="20577"/>
          <ac:spMkLst>
            <pc:docMk/>
            <pc:sldMk cId="1012137195" sldId="372"/>
            <ac:spMk id="2" creationId="{A78D2E8E-0951-B775-807A-C9B9C0A0375F}"/>
          </ac:spMkLst>
        </pc:spChg>
        <pc:spChg chg="mod">
          <ac:chgData name="伊藤　栄昭" userId="d544308d-f661-4c0c-925a-034fb56a704b" providerId="ADAL" clId="{EB66C278-9B0E-4853-AA85-D6742C7D1679}" dt="2026-01-20T06:11:05.649" v="99" actId="20577"/>
          <ac:spMkLst>
            <pc:docMk/>
            <pc:sldMk cId="1012137195" sldId="372"/>
            <ac:spMk id="3" creationId="{A6DB31DE-F680-CBE0-7AAE-2E2F8BC71A5A}"/>
          </ac:spMkLst>
        </pc:spChg>
        <pc:spChg chg="add del mod">
          <ac:chgData name="伊藤　栄昭" userId="d544308d-f661-4c0c-925a-034fb56a704b" providerId="ADAL" clId="{EB66C278-9B0E-4853-AA85-D6742C7D1679}" dt="2026-01-20T06:01:10.692" v="35" actId="478"/>
          <ac:spMkLst>
            <pc:docMk/>
            <pc:sldMk cId="1012137195" sldId="372"/>
            <ac:spMk id="7" creationId="{E6522872-81E5-FD5A-92A6-8C2985F9C635}"/>
          </ac:spMkLst>
        </pc:spChg>
        <pc:spChg chg="add del mod">
          <ac:chgData name="伊藤　栄昭" userId="d544308d-f661-4c0c-925a-034fb56a704b" providerId="ADAL" clId="{EB66C278-9B0E-4853-AA85-D6742C7D1679}" dt="2026-01-20T06:04:30.888" v="88" actId="478"/>
          <ac:spMkLst>
            <pc:docMk/>
            <pc:sldMk cId="1012137195" sldId="372"/>
            <ac:spMk id="13" creationId="{3F5D7162-98D6-2750-F990-265F25A92381}"/>
          </ac:spMkLst>
        </pc:spChg>
        <pc:spChg chg="add mod">
          <ac:chgData name="伊藤　栄昭" userId="d544308d-f661-4c0c-925a-034fb56a704b" providerId="ADAL" clId="{EB66C278-9B0E-4853-AA85-D6742C7D1679}" dt="2026-01-20T06:04:34.478" v="89" actId="1076"/>
          <ac:spMkLst>
            <pc:docMk/>
            <pc:sldMk cId="1012137195" sldId="372"/>
            <ac:spMk id="14" creationId="{E6A6F7A8-CAAF-147A-27FB-58AD21BCD974}"/>
          </ac:spMkLst>
        </pc:spChg>
        <pc:cxnChg chg="add mod">
          <ac:chgData name="伊藤　栄昭" userId="d544308d-f661-4c0c-925a-034fb56a704b" providerId="ADAL" clId="{EB66C278-9B0E-4853-AA85-D6742C7D1679}" dt="2026-01-20T06:02:06.763" v="43" actId="14100"/>
          <ac:cxnSpMkLst>
            <pc:docMk/>
            <pc:sldMk cId="1012137195" sldId="372"/>
            <ac:cxnSpMk id="9" creationId="{40238A52-7518-5E38-7C7D-FEE9FA06F994}"/>
          </ac:cxnSpMkLst>
        </pc:cxnChg>
      </pc:sldChg>
      <pc:sldChg chg="mod modShow">
        <pc:chgData name="伊藤　栄昭" userId="d544308d-f661-4c0c-925a-034fb56a704b" providerId="ADAL" clId="{EB66C278-9B0E-4853-AA85-D6742C7D1679}" dt="2026-01-20T06:23:00.142" v="485" actId="729"/>
        <pc:sldMkLst>
          <pc:docMk/>
          <pc:sldMk cId="1284808533" sldId="373"/>
        </pc:sldMkLst>
      </pc:sldChg>
      <pc:sldChg chg="del">
        <pc:chgData name="伊藤　栄昭" userId="d544308d-f661-4c0c-925a-034fb56a704b" providerId="ADAL" clId="{EB66C278-9B0E-4853-AA85-D6742C7D1679}" dt="2026-01-20T06:22:46.166" v="482" actId="47"/>
        <pc:sldMkLst>
          <pc:docMk/>
          <pc:sldMk cId="2666776452" sldId="375"/>
        </pc:sldMkLst>
      </pc:sldChg>
      <pc:sldChg chg="mod modShow">
        <pc:chgData name="伊藤　栄昭" userId="d544308d-f661-4c0c-925a-034fb56a704b" providerId="ADAL" clId="{EB66C278-9B0E-4853-AA85-D6742C7D1679}" dt="2026-01-20T06:23:00.142" v="485" actId="729"/>
        <pc:sldMkLst>
          <pc:docMk/>
          <pc:sldMk cId="3544136477" sldId="378"/>
        </pc:sldMkLst>
      </pc:sldChg>
      <pc:sldChg chg="mod modShow">
        <pc:chgData name="伊藤　栄昭" userId="d544308d-f661-4c0c-925a-034fb56a704b" providerId="ADAL" clId="{EB66C278-9B0E-4853-AA85-D6742C7D1679}" dt="2026-01-20T06:23:00.142" v="485" actId="729"/>
        <pc:sldMkLst>
          <pc:docMk/>
          <pc:sldMk cId="3721418710" sldId="379"/>
        </pc:sldMkLst>
      </pc:sldChg>
      <pc:sldChg chg="ord">
        <pc:chgData name="伊藤　栄昭" userId="d544308d-f661-4c0c-925a-034fb56a704b" providerId="ADAL" clId="{EB66C278-9B0E-4853-AA85-D6742C7D1679}" dt="2026-01-20T06:22:52.273" v="484"/>
        <pc:sldMkLst>
          <pc:docMk/>
          <pc:sldMk cId="1376304321" sldId="1122"/>
        </pc:sldMkLst>
      </pc:sldChg>
      <pc:sldChg chg="ord">
        <pc:chgData name="伊藤　栄昭" userId="d544308d-f661-4c0c-925a-034fb56a704b" providerId="ADAL" clId="{EB66C278-9B0E-4853-AA85-D6742C7D1679}" dt="2026-01-20T06:22:39.594" v="481"/>
        <pc:sldMkLst>
          <pc:docMk/>
          <pc:sldMk cId="1259112357" sldId="11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BB469-E51E-4C58-A21C-1B1609F21C19}" type="datetimeFigureOut">
              <a:rPr kumimoji="1" lang="ja-JP" altLang="en-US" smtClean="0"/>
              <a:t>2026/1/22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1A71E-2855-44A8-BCA5-F5A565FDDEF4}" type="slidenum">
              <a:rPr kumimoji="1" lang="ja-JP" altLang="en-US" smtClean="0"/>
              <a:t>‹#›</a:t>
            </a:fld>
            <a:endParaRPr kumimoji="1" lang="ja-JP" altLang="en-US"/>
          </a:p>
        </p:txBody>
      </p:sp>
    </p:spTree>
    <p:extLst>
      <p:ext uri="{BB962C8B-B14F-4D97-AF65-F5344CB8AC3E}">
        <p14:creationId xmlns:p14="http://schemas.microsoft.com/office/powerpoint/2010/main" val="23924495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プロジェクトのスタンス</a:t>
            </a:r>
            <a:r>
              <a:rPr kumimoji="1" lang="en-US" altLang="ja-JP" dirty="0"/>
              <a:t>】</a:t>
            </a:r>
            <a:r>
              <a:rPr kumimoji="1" lang="ja-JP" altLang="en-US" dirty="0"/>
              <a:t>：本プロジェクトは、システム構築のみならず、業務整理を含む上流工程からの検討となるため、貴社の状況（</a:t>
            </a:r>
            <a:r>
              <a:rPr kumimoji="1" lang="en-US" altLang="ja-JP" dirty="0"/>
              <a:t>IT</a:t>
            </a:r>
            <a:r>
              <a:rPr kumimoji="1" lang="ja-JP" altLang="en-US" dirty="0"/>
              <a:t>リテラシー・過去の経験）に合わせ、弊社が主体性を持ってリード（先導）する体制で推進いたします。</a:t>
            </a:r>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1</a:t>
            </a:fld>
            <a:endParaRPr kumimoji="1" lang="ja-JP" altLang="en-US"/>
          </a:p>
        </p:txBody>
      </p:sp>
    </p:spTree>
    <p:extLst>
      <p:ext uri="{BB962C8B-B14F-4D97-AF65-F5344CB8AC3E}">
        <p14:creationId xmlns:p14="http://schemas.microsoft.com/office/powerpoint/2010/main" val="4170022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BB208-58A8-657E-78FB-F3FC8F5152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BDF0AC-D1D9-B2CB-5529-21E4562FAA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228670-BD73-4DA5-938A-5312B462ABCF}"/>
              </a:ext>
            </a:extLst>
          </p:cNvPr>
          <p:cNvSpPr>
            <a:spLocks noGrp="1"/>
          </p:cNvSpPr>
          <p:nvPr>
            <p:ph type="body" idx="1"/>
          </p:nvPr>
        </p:nvSpPr>
        <p:spPr/>
        <p:txBody>
          <a:bodyPr/>
          <a:lstStyle/>
          <a:p>
            <a:r>
              <a:rPr kumimoji="1" lang="ja-JP" altLang="en-US" dirty="0"/>
              <a:t>メッセージラインの修正。オブラートに包んで、</a:t>
            </a:r>
            <a:endParaRPr kumimoji="1" lang="en-US" altLang="ja-JP" dirty="0"/>
          </a:p>
          <a:p>
            <a:r>
              <a:rPr kumimoji="1" lang="en-US" altLang="ja-JP" dirty="0"/>
              <a:t>9</a:t>
            </a:r>
            <a:r>
              <a:rPr kumimoji="1" lang="ja-JP" altLang="en-US" dirty="0"/>
              <a:t>月リリース</a:t>
            </a:r>
            <a:endParaRPr kumimoji="1" lang="en-US" altLang="ja-JP" dirty="0"/>
          </a:p>
          <a:p>
            <a:r>
              <a:rPr kumimoji="1" lang="en-US" altLang="ja-JP" dirty="0"/>
              <a:t>3</a:t>
            </a:r>
            <a:r>
              <a:rPr kumimoji="1" lang="ja-JP" altLang="en-US" dirty="0"/>
              <a:t>月末にシステム化構想する必要ある？（可能性としてあり得ますよ。ヒアリングをして、要件を多いので、遅らせませんか？？？）</a:t>
            </a:r>
            <a:endParaRPr kumimoji="1" lang="en-US" altLang="ja-JP" dirty="0"/>
          </a:p>
          <a:p>
            <a:r>
              <a:rPr kumimoji="1" lang="en-US" altLang="ja-JP" dirty="0"/>
              <a:t>16</a:t>
            </a:r>
            <a:r>
              <a:rPr kumimoji="1" lang="ja-JP" altLang="en-US" dirty="0"/>
              <a:t>の週に終わらせるように修正</a:t>
            </a:r>
            <a:endParaRPr kumimoji="1" lang="en-US" altLang="ja-JP" dirty="0"/>
          </a:p>
          <a:p>
            <a:r>
              <a:rPr kumimoji="1" lang="ja-JP" altLang="en-US" dirty="0"/>
              <a:t>がっつり開発の構想については、来月に回す？？</a:t>
            </a:r>
            <a:endParaRPr kumimoji="1" lang="en-US" altLang="ja-JP" dirty="0"/>
          </a:p>
          <a:p>
            <a:r>
              <a:rPr kumimoji="1" lang="ja-JP" altLang="en-US" dirty="0"/>
              <a:t>最終報告は、</a:t>
            </a:r>
            <a:r>
              <a:rPr kumimoji="1" lang="en-US" altLang="ja-JP" dirty="0"/>
              <a:t>16</a:t>
            </a:r>
            <a:r>
              <a:rPr kumimoji="1" lang="ja-JP" altLang="en-US" dirty="0"/>
              <a:t>の週に。</a:t>
            </a:r>
            <a:endParaRPr kumimoji="1" lang="en-US" altLang="ja-JP" dirty="0"/>
          </a:p>
          <a:p>
            <a:r>
              <a:rPr kumimoji="1" lang="ja-JP" altLang="en-US" dirty="0"/>
              <a:t>キックオフは</a:t>
            </a:r>
            <a:r>
              <a:rPr kumimoji="1" lang="en-US" altLang="ja-JP" dirty="0"/>
              <a:t>1</a:t>
            </a:r>
            <a:r>
              <a:rPr kumimoji="1" lang="ja-JP" altLang="en-US" dirty="0"/>
              <a:t>月の</a:t>
            </a:r>
            <a:r>
              <a:rPr kumimoji="1" lang="en-US" altLang="ja-JP" dirty="0"/>
              <a:t>5</a:t>
            </a:r>
            <a:r>
              <a:rPr kumimoji="1" lang="ja-JP" altLang="en-US" dirty="0"/>
              <a:t>の週</a:t>
            </a:r>
            <a:endParaRPr kumimoji="1" lang="en-US" altLang="ja-JP" dirty="0"/>
          </a:p>
        </p:txBody>
      </p:sp>
      <p:sp>
        <p:nvSpPr>
          <p:cNvPr id="4" name="スライド番号プレースホルダー 3">
            <a:extLst>
              <a:ext uri="{FF2B5EF4-FFF2-40B4-BE49-F238E27FC236}">
                <a16:creationId xmlns:a16="http://schemas.microsoft.com/office/drawing/2014/main" id="{30354121-3336-12C5-B80F-6160C27867FF}"/>
              </a:ext>
            </a:extLst>
          </p:cNvPr>
          <p:cNvSpPr>
            <a:spLocks noGrp="1"/>
          </p:cNvSpPr>
          <p:nvPr>
            <p:ph type="sldNum" sz="quarter" idx="5"/>
          </p:nvPr>
        </p:nvSpPr>
        <p:spPr/>
        <p:txBody>
          <a:bodyPr/>
          <a:lstStyle/>
          <a:p>
            <a:fld id="{5D41A71E-2855-44A8-BCA5-F5A565FDDEF4}" type="slidenum">
              <a:rPr kumimoji="1" lang="ja-JP" altLang="en-US" smtClean="0"/>
              <a:t>2</a:t>
            </a:fld>
            <a:endParaRPr kumimoji="1" lang="ja-JP" altLang="en-US"/>
          </a:p>
        </p:txBody>
      </p:sp>
    </p:spTree>
    <p:extLst>
      <p:ext uri="{BB962C8B-B14F-4D97-AF65-F5344CB8AC3E}">
        <p14:creationId xmlns:p14="http://schemas.microsoft.com/office/powerpoint/2010/main" val="1595928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9A353-8174-2192-F9E4-0EDF8424BF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9E9034-E23A-36BF-EB7B-D4C3B3C305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99C3E7-D816-23AC-07FB-CC67BC5A56C1}"/>
              </a:ext>
            </a:extLst>
          </p:cNvPr>
          <p:cNvSpPr>
            <a:spLocks noGrp="1"/>
          </p:cNvSpPr>
          <p:nvPr>
            <p:ph type="body" idx="1"/>
          </p:nvPr>
        </p:nvSpPr>
        <p:spPr/>
        <p:txBody>
          <a:bodyPr/>
          <a:lstStyle/>
          <a:p>
            <a:r>
              <a:rPr kumimoji="1" lang="ja-JP" altLang="en-US" dirty="0"/>
              <a:t>レビューするのはいつ？</a:t>
            </a:r>
            <a:endParaRPr kumimoji="1" lang="en-US" altLang="ja-JP" dirty="0"/>
          </a:p>
          <a:p>
            <a:r>
              <a:rPr kumimoji="1" lang="ja-JP" altLang="en-US" dirty="0"/>
              <a:t>お客様目線で、何しないといけないの？</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53D97926-663E-664C-ABB9-ABF14C3F2B04}"/>
              </a:ext>
            </a:extLst>
          </p:cNvPr>
          <p:cNvSpPr>
            <a:spLocks noGrp="1"/>
          </p:cNvSpPr>
          <p:nvPr>
            <p:ph type="sldNum" sz="quarter" idx="5"/>
          </p:nvPr>
        </p:nvSpPr>
        <p:spPr/>
        <p:txBody>
          <a:bodyPr/>
          <a:lstStyle/>
          <a:p>
            <a:fld id="{5D41A71E-2855-44A8-BCA5-F5A565FDDEF4}" type="slidenum">
              <a:rPr kumimoji="1" lang="ja-JP" altLang="en-US" smtClean="0"/>
              <a:t>4</a:t>
            </a:fld>
            <a:endParaRPr kumimoji="1" lang="ja-JP" altLang="en-US"/>
          </a:p>
        </p:txBody>
      </p:sp>
    </p:spTree>
    <p:extLst>
      <p:ext uri="{BB962C8B-B14F-4D97-AF65-F5344CB8AC3E}">
        <p14:creationId xmlns:p14="http://schemas.microsoft.com/office/powerpoint/2010/main" val="4016756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D41A71E-2855-44A8-BCA5-F5A565FDDEF4}" type="slidenum">
              <a:rPr kumimoji="1" lang="ja-JP" altLang="en-US" smtClean="0"/>
              <a:t>5</a:t>
            </a:fld>
            <a:endParaRPr kumimoji="1" lang="ja-JP" altLang="en-US"/>
          </a:p>
        </p:txBody>
      </p:sp>
    </p:spTree>
    <p:extLst>
      <p:ext uri="{BB962C8B-B14F-4D97-AF65-F5344CB8AC3E}">
        <p14:creationId xmlns:p14="http://schemas.microsoft.com/office/powerpoint/2010/main" val="1944887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0B53-1525-CFFD-9EB6-336F899568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3DB790-ACA8-0C42-BC40-22CD4973CE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4BAEEE6-D4DF-C694-E1A0-83ABF06B1254}"/>
              </a:ext>
            </a:extLst>
          </p:cNvPr>
          <p:cNvSpPr>
            <a:spLocks noGrp="1"/>
          </p:cNvSpPr>
          <p:nvPr>
            <p:ph type="body" idx="1"/>
          </p:nvPr>
        </p:nvSpPr>
        <p:spPr/>
        <p:txBody>
          <a:bodyPr/>
          <a:lstStyle/>
          <a:p>
            <a:r>
              <a:rPr kumimoji="1" lang="ja-JP" altLang="en-US" dirty="0"/>
              <a:t>業務フロー図はない可能性大</a:t>
            </a:r>
            <a:endParaRPr kumimoji="1" lang="en-US" altLang="ja-JP" dirty="0"/>
          </a:p>
          <a:p>
            <a:r>
              <a:rPr kumimoji="1" lang="ja-JP" altLang="en-US" dirty="0"/>
              <a:t>相手側はこれ。こちらはこれを明記する</a:t>
            </a:r>
            <a:endParaRPr kumimoji="1" lang="en-US" altLang="ja-JP" dirty="0"/>
          </a:p>
          <a:p>
            <a:r>
              <a:rPr kumimoji="1" lang="ja-JP" altLang="en-US" dirty="0"/>
              <a:t>役割分担を見えるようにする。</a:t>
            </a:r>
            <a:endParaRPr kumimoji="1" lang="en-US" altLang="ja-JP" dirty="0"/>
          </a:p>
          <a:p>
            <a:r>
              <a:rPr kumimoji="1" lang="ja-JP" altLang="en-US" dirty="0"/>
              <a:t>相手はこれをしてこちらはこれをする</a:t>
            </a:r>
            <a:endParaRPr kumimoji="1" lang="en-US" altLang="ja-JP" dirty="0"/>
          </a:p>
          <a:p>
            <a:endParaRPr kumimoji="1" lang="en-US" altLang="ja-JP" dirty="0"/>
          </a:p>
          <a:p>
            <a:r>
              <a:rPr kumimoji="1" lang="ja-JP" altLang="en-US" dirty="0"/>
              <a:t>ヒアリングシート</a:t>
            </a:r>
            <a:endParaRPr kumimoji="1" lang="en-US" altLang="ja-JP" dirty="0"/>
          </a:p>
          <a:p>
            <a:r>
              <a:rPr kumimoji="1" lang="ja-JP" altLang="en-US" dirty="0"/>
              <a:t>日程調節シート</a:t>
            </a:r>
            <a:endParaRPr kumimoji="1" lang="en-US" altLang="ja-JP" dirty="0"/>
          </a:p>
          <a:p>
            <a:r>
              <a:rPr kumimoji="1" lang="ja-JP" altLang="en-US" dirty="0"/>
              <a:t>これを用意して、入力してもらうように依頼する</a:t>
            </a:r>
          </a:p>
        </p:txBody>
      </p:sp>
      <p:sp>
        <p:nvSpPr>
          <p:cNvPr id="4" name="スライド番号プレースホルダー 3">
            <a:extLst>
              <a:ext uri="{FF2B5EF4-FFF2-40B4-BE49-F238E27FC236}">
                <a16:creationId xmlns:a16="http://schemas.microsoft.com/office/drawing/2014/main" id="{5FB2236F-AF97-FCD5-450D-49F12B797434}"/>
              </a:ext>
            </a:extLst>
          </p:cNvPr>
          <p:cNvSpPr>
            <a:spLocks noGrp="1"/>
          </p:cNvSpPr>
          <p:nvPr>
            <p:ph type="sldNum" sz="quarter" idx="5"/>
          </p:nvPr>
        </p:nvSpPr>
        <p:spPr/>
        <p:txBody>
          <a:bodyPr/>
          <a:lstStyle/>
          <a:p>
            <a:fld id="{5D41A71E-2855-44A8-BCA5-F5A565FDDEF4}" type="slidenum">
              <a:rPr kumimoji="1" lang="ja-JP" altLang="en-US" smtClean="0"/>
              <a:t>7</a:t>
            </a:fld>
            <a:endParaRPr kumimoji="1" lang="ja-JP" altLang="en-US"/>
          </a:p>
        </p:txBody>
      </p:sp>
    </p:spTree>
    <p:extLst>
      <p:ext uri="{BB962C8B-B14F-4D97-AF65-F5344CB8AC3E}">
        <p14:creationId xmlns:p14="http://schemas.microsoft.com/office/powerpoint/2010/main" val="1618568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7843-D664-12A8-8E54-3BBD319FCF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768C84-40CC-09F8-651E-88C66C82F2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377E2A-DC5F-EE5A-92B3-2C6757DAE347}"/>
              </a:ext>
            </a:extLst>
          </p:cNvPr>
          <p:cNvSpPr>
            <a:spLocks noGrp="1"/>
          </p:cNvSpPr>
          <p:nvPr>
            <p:ph type="body" idx="1"/>
          </p:nvPr>
        </p:nvSpPr>
        <p:spPr/>
        <p:txBody>
          <a:bodyPr/>
          <a:lstStyle/>
          <a:p>
            <a:r>
              <a:rPr kumimoji="1" lang="ja-JP" altLang="en-US" dirty="0"/>
              <a:t>業務フロー図はない可能性大</a:t>
            </a:r>
            <a:endParaRPr kumimoji="1" lang="en-US" altLang="ja-JP" dirty="0"/>
          </a:p>
          <a:p>
            <a:r>
              <a:rPr kumimoji="1" lang="ja-JP" altLang="en-US" dirty="0"/>
              <a:t>相手側はこれ。こちらはこれを明記する</a:t>
            </a:r>
            <a:endParaRPr kumimoji="1" lang="en-US" altLang="ja-JP" dirty="0"/>
          </a:p>
          <a:p>
            <a:r>
              <a:rPr kumimoji="1" lang="ja-JP" altLang="en-US" dirty="0"/>
              <a:t>役割分担を見えるようにする。</a:t>
            </a:r>
            <a:endParaRPr kumimoji="1" lang="en-US" altLang="ja-JP" dirty="0"/>
          </a:p>
          <a:p>
            <a:r>
              <a:rPr kumimoji="1" lang="ja-JP" altLang="en-US" dirty="0"/>
              <a:t>相手はこれをしてこちらはこれをする</a:t>
            </a:r>
            <a:endParaRPr kumimoji="1" lang="en-US" altLang="ja-JP" dirty="0"/>
          </a:p>
          <a:p>
            <a:endParaRPr kumimoji="1" lang="en-US" altLang="ja-JP" dirty="0"/>
          </a:p>
          <a:p>
            <a:r>
              <a:rPr kumimoji="1" lang="ja-JP" altLang="en-US" dirty="0"/>
              <a:t>ヒアリングシート</a:t>
            </a:r>
            <a:endParaRPr kumimoji="1" lang="en-US" altLang="ja-JP" dirty="0"/>
          </a:p>
          <a:p>
            <a:r>
              <a:rPr kumimoji="1" lang="ja-JP" altLang="en-US" dirty="0"/>
              <a:t>日程調節シート</a:t>
            </a:r>
            <a:endParaRPr kumimoji="1" lang="en-US" altLang="ja-JP" dirty="0"/>
          </a:p>
          <a:p>
            <a:r>
              <a:rPr kumimoji="1" lang="ja-JP" altLang="en-US" dirty="0"/>
              <a:t>これを用意して、入力してもらうように依頼する</a:t>
            </a:r>
          </a:p>
        </p:txBody>
      </p:sp>
      <p:sp>
        <p:nvSpPr>
          <p:cNvPr id="4" name="スライド番号プレースホルダー 3">
            <a:extLst>
              <a:ext uri="{FF2B5EF4-FFF2-40B4-BE49-F238E27FC236}">
                <a16:creationId xmlns:a16="http://schemas.microsoft.com/office/drawing/2014/main" id="{522CEFFB-22A2-8920-80B3-22A9F08496B7}"/>
              </a:ext>
            </a:extLst>
          </p:cNvPr>
          <p:cNvSpPr>
            <a:spLocks noGrp="1"/>
          </p:cNvSpPr>
          <p:nvPr>
            <p:ph type="sldNum" sz="quarter" idx="5"/>
          </p:nvPr>
        </p:nvSpPr>
        <p:spPr/>
        <p:txBody>
          <a:bodyPr/>
          <a:lstStyle/>
          <a:p>
            <a:fld id="{5D41A71E-2855-44A8-BCA5-F5A565FDDEF4}" type="slidenum">
              <a:rPr kumimoji="1" lang="ja-JP" altLang="en-US" smtClean="0"/>
              <a:t>8</a:t>
            </a:fld>
            <a:endParaRPr kumimoji="1" lang="ja-JP" altLang="en-US"/>
          </a:p>
        </p:txBody>
      </p:sp>
    </p:spTree>
    <p:extLst>
      <p:ext uri="{BB962C8B-B14F-4D97-AF65-F5344CB8AC3E}">
        <p14:creationId xmlns:p14="http://schemas.microsoft.com/office/powerpoint/2010/main" val="3026898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486D0-D463-85D8-C15B-9953A0F4C0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C903E7-1836-AEDE-798C-2EFAC32487A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09B0D5-E73D-20AC-D1E3-47CA521D4F3F}"/>
              </a:ext>
            </a:extLst>
          </p:cNvPr>
          <p:cNvSpPr>
            <a:spLocks noGrp="1"/>
          </p:cNvSpPr>
          <p:nvPr>
            <p:ph type="body" idx="1"/>
          </p:nvPr>
        </p:nvSpPr>
        <p:spPr/>
        <p:txBody>
          <a:bodyPr/>
          <a:lstStyle/>
          <a:p>
            <a:r>
              <a:rPr kumimoji="1" lang="ja-JP" altLang="en-US" dirty="0"/>
              <a:t>扱っているデータは何なのかを一番確認しないといけない</a:t>
            </a:r>
          </a:p>
        </p:txBody>
      </p:sp>
      <p:sp>
        <p:nvSpPr>
          <p:cNvPr id="4" name="スライド番号プレースホルダー 3">
            <a:extLst>
              <a:ext uri="{FF2B5EF4-FFF2-40B4-BE49-F238E27FC236}">
                <a16:creationId xmlns:a16="http://schemas.microsoft.com/office/drawing/2014/main" id="{5E1BB16D-9489-AE9A-AD4A-C98C19F6AFA0}"/>
              </a:ext>
            </a:extLst>
          </p:cNvPr>
          <p:cNvSpPr>
            <a:spLocks noGrp="1"/>
          </p:cNvSpPr>
          <p:nvPr>
            <p:ph type="sldNum" sz="quarter" idx="5"/>
          </p:nvPr>
        </p:nvSpPr>
        <p:spPr/>
        <p:txBody>
          <a:bodyPr/>
          <a:lstStyle/>
          <a:p>
            <a:fld id="{5D41A71E-2855-44A8-BCA5-F5A565FDDEF4}" type="slidenum">
              <a:rPr kumimoji="1" lang="ja-JP" altLang="en-US" smtClean="0"/>
              <a:t>9</a:t>
            </a:fld>
            <a:endParaRPr kumimoji="1" lang="ja-JP" altLang="en-US"/>
          </a:p>
        </p:txBody>
      </p:sp>
    </p:spTree>
    <p:extLst>
      <p:ext uri="{BB962C8B-B14F-4D97-AF65-F5344CB8AC3E}">
        <p14:creationId xmlns:p14="http://schemas.microsoft.com/office/powerpoint/2010/main" val="4006496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814282" y="1989088"/>
            <a:ext cx="10563436" cy="1371445"/>
          </a:xfrm>
          <a:prstGeom prst="rect">
            <a:avLst/>
          </a:prstGeom>
        </p:spPr>
        <p:txBody>
          <a:bodyPr lIns="0" tIns="0" rIns="0" bIns="0" anchor="b">
            <a:normAutofit/>
          </a:bodyPr>
          <a:lstStyle>
            <a:lvl1pPr algn="l">
              <a:defRPr sz="3600" b="1" i="0">
                <a:solidFill>
                  <a:srgbClr val="013C85"/>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814282" y="5470206"/>
            <a:ext cx="10563436" cy="360000"/>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814282" y="5930984"/>
            <a:ext cx="10563436" cy="360000"/>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814282" y="3453206"/>
            <a:ext cx="10563436" cy="947344"/>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9" name="テキスト プレースホルダー 12">
            <a:extLst>
              <a:ext uri="{FF2B5EF4-FFF2-40B4-BE49-F238E27FC236}">
                <a16:creationId xmlns:a16="http://schemas.microsoft.com/office/drawing/2014/main" id="{92E9DB0B-9077-D203-7FE6-5988DC6DECE7}"/>
              </a:ext>
            </a:extLst>
          </p:cNvPr>
          <p:cNvSpPr>
            <a:spLocks noGrp="1"/>
          </p:cNvSpPr>
          <p:nvPr>
            <p:ph type="body" sz="quarter" idx="19"/>
          </p:nvPr>
        </p:nvSpPr>
        <p:spPr>
          <a:xfrm>
            <a:off x="814282" y="5021958"/>
            <a:ext cx="10563436" cy="360000"/>
          </a:xfrm>
          <a:prstGeom prst="rect">
            <a:avLst/>
          </a:prstGeom>
        </p:spPr>
        <p:txBody>
          <a:bodyPr lIns="0" tIns="0" rIns="0" bIns="0">
            <a:noAutofit/>
          </a:bodyPr>
          <a:lstStyle>
            <a:lvl1pPr marL="0" indent="0">
              <a:buNone/>
              <a:defRPr sz="2400" b="0"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3" name="テキスト プレースホルダー 12">
            <a:extLst>
              <a:ext uri="{FF2B5EF4-FFF2-40B4-BE49-F238E27FC236}">
                <a16:creationId xmlns:a16="http://schemas.microsoft.com/office/drawing/2014/main" id="{EE60B748-7DA5-28DA-6FDB-CC4794F43AE4}"/>
              </a:ext>
            </a:extLst>
          </p:cNvPr>
          <p:cNvSpPr>
            <a:spLocks noGrp="1"/>
          </p:cNvSpPr>
          <p:nvPr>
            <p:ph type="body" sz="quarter" idx="17"/>
          </p:nvPr>
        </p:nvSpPr>
        <p:spPr>
          <a:xfrm>
            <a:off x="814282" y="561890"/>
            <a:ext cx="8640000" cy="432000"/>
          </a:xfrm>
          <a:prstGeom prst="rect">
            <a:avLst/>
          </a:prstGeom>
        </p:spPr>
        <p:txBody>
          <a:bodyPr lIns="0" tIns="0" rIns="0" bIns="0">
            <a:noAutofit/>
          </a:bodyPr>
          <a:lstStyle>
            <a:lvl1pPr marL="0" indent="0">
              <a:buNone/>
              <a:defRPr sz="2400" b="1" i="0">
                <a:solidFill>
                  <a:srgbClr val="013C85"/>
                </a:solidFill>
                <a:latin typeface="Yu Gothic Medium" panose="020B0400000000000000" pitchFamily="34" charset="-128"/>
                <a:ea typeface="Yu Gothic Medium" panose="020B0400000000000000" pitchFamily="34" charset="-128"/>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18239994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5207426" y="1989088"/>
            <a:ext cx="6170292" cy="1371445"/>
          </a:xfrm>
          <a:prstGeom prst="rect">
            <a:avLst/>
          </a:prstGeom>
        </p:spPr>
        <p:txBody>
          <a:bodyPr lIns="0" tIns="0" rIns="0" bIns="0" anchor="b">
            <a:normAutofit/>
          </a:bodyPr>
          <a:lstStyle>
            <a:lvl1pPr algn="l">
              <a:defRPr sz="3600" b="1" i="0" baseline="0">
                <a:solidFill>
                  <a:schemeClr val="bg1"/>
                </a:solidFill>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5205306" y="5470206"/>
            <a:ext cx="6172412" cy="360000"/>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5205306" y="5930984"/>
            <a:ext cx="6172412" cy="360000"/>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5205306" y="3453206"/>
            <a:ext cx="6172412" cy="947344"/>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7" name="テキスト プレースホルダー 12">
            <a:extLst>
              <a:ext uri="{FF2B5EF4-FFF2-40B4-BE49-F238E27FC236}">
                <a16:creationId xmlns:a16="http://schemas.microsoft.com/office/drawing/2014/main" id="{62007915-F4F5-B5F4-7D86-F096B722CDD5}"/>
              </a:ext>
            </a:extLst>
          </p:cNvPr>
          <p:cNvSpPr>
            <a:spLocks noGrp="1"/>
          </p:cNvSpPr>
          <p:nvPr>
            <p:ph type="body" sz="quarter" idx="16"/>
          </p:nvPr>
        </p:nvSpPr>
        <p:spPr>
          <a:xfrm>
            <a:off x="5205306" y="5021958"/>
            <a:ext cx="6172412" cy="360000"/>
          </a:xfrm>
          <a:prstGeom prst="rect">
            <a:avLst/>
          </a:prstGeom>
        </p:spPr>
        <p:txBody>
          <a:bodyPr lIns="0" tIns="0" rIns="0" bIns="0">
            <a:noAutofit/>
          </a:bodyPr>
          <a:lstStyle>
            <a:lvl1pPr marL="0" indent="0">
              <a:buNone/>
              <a:defRPr sz="2400" b="0" i="0" baseline="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9" name="テキスト プレースホルダー 12">
            <a:extLst>
              <a:ext uri="{FF2B5EF4-FFF2-40B4-BE49-F238E27FC236}">
                <a16:creationId xmlns:a16="http://schemas.microsoft.com/office/drawing/2014/main" id="{DE944634-006B-0CC4-1D48-DFAE926910BB}"/>
              </a:ext>
            </a:extLst>
          </p:cNvPr>
          <p:cNvSpPr>
            <a:spLocks noGrp="1"/>
          </p:cNvSpPr>
          <p:nvPr>
            <p:ph type="body" sz="quarter" idx="18"/>
          </p:nvPr>
        </p:nvSpPr>
        <p:spPr>
          <a:xfrm>
            <a:off x="5205306" y="561891"/>
            <a:ext cx="4248976" cy="360000"/>
          </a:xfrm>
          <a:prstGeom prst="rect">
            <a:avLst/>
          </a:prstGeom>
        </p:spPr>
        <p:txBody>
          <a:bodyPr lIns="0" tIns="0" rIns="0" bIns="0">
            <a:noAutofit/>
          </a:bodyPr>
          <a:lstStyle>
            <a:lvl1pPr marL="0" indent="0">
              <a:buNone/>
              <a:defRPr sz="2400" b="1" i="0" baseline="0">
                <a:solidFill>
                  <a:schemeClr val="bg1"/>
                </a:solidFill>
                <a:latin typeface="(日本語用のフォントを使用)"/>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8947274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F68FA6C3-7B99-178B-B61B-6F9C354A9599}"/>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目次</a:t>
            </a:r>
          </a:p>
        </p:txBody>
      </p:sp>
      <p:sp>
        <p:nvSpPr>
          <p:cNvPr id="4" name="Date Placeholder 3">
            <a:extLst>
              <a:ext uri="{FF2B5EF4-FFF2-40B4-BE49-F238E27FC236}">
                <a16:creationId xmlns:a16="http://schemas.microsoft.com/office/drawing/2014/main" id="{7FDA9D96-0593-35C3-1979-E826592B79F1}"/>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5" name="Slide Number Placeholder 5">
            <a:extLst>
              <a:ext uri="{FF2B5EF4-FFF2-40B4-BE49-F238E27FC236}">
                <a16:creationId xmlns:a16="http://schemas.microsoft.com/office/drawing/2014/main" id="{5E565B7F-EA3C-5F4C-83F4-5E84A10FF4D0}"/>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2" name="テキスト プレースホルダー 12">
            <a:extLst>
              <a:ext uri="{FF2B5EF4-FFF2-40B4-BE49-F238E27FC236}">
                <a16:creationId xmlns:a16="http://schemas.microsoft.com/office/drawing/2014/main" id="{F3315ADE-16E8-091A-1BE1-CE1257C6D330}"/>
              </a:ext>
            </a:extLst>
          </p:cNvPr>
          <p:cNvSpPr>
            <a:spLocks noGrp="1"/>
          </p:cNvSpPr>
          <p:nvPr>
            <p:ph type="body" sz="quarter" idx="15" hasCustomPrompt="1"/>
          </p:nvPr>
        </p:nvSpPr>
        <p:spPr>
          <a:xfrm>
            <a:off x="814282" y="1736725"/>
            <a:ext cx="540000" cy="3125834"/>
          </a:xfrm>
          <a:prstGeom prst="rect">
            <a:avLst/>
          </a:prstGeom>
        </p:spPr>
        <p:txBody>
          <a:bodyPr lIns="0" tIns="0" rIns="0" bIns="0">
            <a:noAutofit/>
          </a:bodyPr>
          <a:lstStyle>
            <a:lvl1pPr marL="0" indent="0" defTabSz="479968">
              <a:buNone/>
              <a:defRPr sz="2400" b="1" i="0">
                <a:solidFill>
                  <a:srgbClr val="013C85"/>
                </a:solidFill>
                <a:latin typeface="Yu Gothic" panose="020B0400000000000000" pitchFamily="34" charset="-128"/>
                <a:ea typeface="Yu Gothic" panose="020B0400000000000000" pitchFamily="34"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3" name="テキスト プレースホルダー 12">
            <a:extLst>
              <a:ext uri="{FF2B5EF4-FFF2-40B4-BE49-F238E27FC236}">
                <a16:creationId xmlns:a16="http://schemas.microsoft.com/office/drawing/2014/main" id="{A111D72C-386D-D961-0695-CC2D826257FF}"/>
              </a:ext>
            </a:extLst>
          </p:cNvPr>
          <p:cNvSpPr>
            <a:spLocks noGrp="1"/>
          </p:cNvSpPr>
          <p:nvPr>
            <p:ph type="body" sz="quarter" idx="17" hasCustomPrompt="1"/>
          </p:nvPr>
        </p:nvSpPr>
        <p:spPr>
          <a:xfrm>
            <a:off x="1396791" y="1736725"/>
            <a:ext cx="7012467" cy="3125834"/>
          </a:xfrm>
          <a:prstGeom prst="rect">
            <a:avLst/>
          </a:prstGeom>
        </p:spPr>
        <p:txBody>
          <a:bodyPr lIns="0" tIns="0" rIns="0" bIns="0">
            <a:noAutofit/>
          </a:bodyPr>
          <a:lstStyle>
            <a:lvl1pPr marL="0" indent="0" defTabSz="479968">
              <a:buFont typeface="Arial" panose="020B0604020202020204" pitchFamily="34" charset="0"/>
              <a:buNone/>
              <a:defRPr sz="2400" b="0" i="0">
                <a:solidFill>
                  <a:srgbClr val="013C85"/>
                </a:solidFill>
                <a:latin typeface="Yu Gothic Medium" panose="020B0400000000000000" pitchFamily="34" charset="-128"/>
                <a:ea typeface="Yu Gothic Medium" panose="020B0400000000000000" pitchFamily="34" charset="-128"/>
              </a:defRPr>
            </a:lvl1pPr>
            <a:lvl2pPr marL="457170" indent="0">
              <a:buNone/>
              <a:defRPr/>
            </a:lvl2pPr>
          </a:lstStyle>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325974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ページ（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00911B44-43E5-C652-2977-C75C89E671A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11" name="Slide Number Placeholder 5">
            <a:extLst>
              <a:ext uri="{FF2B5EF4-FFF2-40B4-BE49-F238E27FC236}">
                <a16:creationId xmlns:a16="http://schemas.microsoft.com/office/drawing/2014/main" id="{01FA6925-A068-A444-1957-B0B944CDD94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2" name="Title 1">
            <a:extLst>
              <a:ext uri="{FF2B5EF4-FFF2-40B4-BE49-F238E27FC236}">
                <a16:creationId xmlns:a16="http://schemas.microsoft.com/office/drawing/2014/main" id="{736F0C50-C194-741F-5AEB-FAA6A9B44669}"/>
              </a:ext>
            </a:extLst>
          </p:cNvPr>
          <p:cNvSpPr>
            <a:spLocks noGrp="1"/>
          </p:cNvSpPr>
          <p:nvPr>
            <p:ph type="ctrTitle"/>
          </p:nvPr>
        </p:nvSpPr>
        <p:spPr>
          <a:xfrm>
            <a:off x="814282" y="1921292"/>
            <a:ext cx="10563436" cy="1371445"/>
          </a:xfrm>
          <a:prstGeom prst="rect">
            <a:avLst/>
          </a:prstGeom>
        </p:spPr>
        <p:txBody>
          <a:bodyPr lIns="0" tIns="0" rIns="0" bIns="0" anchor="b">
            <a:normAutofit/>
          </a:bodyPr>
          <a:lstStyle>
            <a:lvl1pPr algn="l">
              <a:defRPr sz="3000" b="1" i="0">
                <a:solidFill>
                  <a:srgbClr val="013C85"/>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テキスト プレースホルダー 12">
            <a:extLst>
              <a:ext uri="{FF2B5EF4-FFF2-40B4-BE49-F238E27FC236}">
                <a16:creationId xmlns:a16="http://schemas.microsoft.com/office/drawing/2014/main" id="{C8443232-A4D7-0B6A-2119-B6107EBFC188}"/>
              </a:ext>
            </a:extLst>
          </p:cNvPr>
          <p:cNvSpPr>
            <a:spLocks noGrp="1"/>
          </p:cNvSpPr>
          <p:nvPr>
            <p:ph type="body" sz="quarter" idx="15"/>
          </p:nvPr>
        </p:nvSpPr>
        <p:spPr>
          <a:xfrm>
            <a:off x="814282" y="3471448"/>
            <a:ext cx="10563436" cy="1481924"/>
          </a:xfrm>
          <a:prstGeom prst="rect">
            <a:avLst/>
          </a:prstGeom>
        </p:spPr>
        <p:txBody>
          <a:bodyPr lIns="0" tIns="0" rIns="0" bIns="0">
            <a:noAutofit/>
          </a:bodyPr>
          <a:lstStyle>
            <a:lvl1pPr marL="0" indent="0">
              <a:buNone/>
              <a:defRPr sz="2400">
                <a:solidFill>
                  <a:srgbClr val="013C85"/>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4776279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ページ（White_BrandPromis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テキスト プレースホルダー 12">
            <a:extLst>
              <a:ext uri="{FF2B5EF4-FFF2-40B4-BE49-F238E27FC236}">
                <a16:creationId xmlns:a16="http://schemas.microsoft.com/office/drawing/2014/main" id="{A0D995C7-DCD1-BA44-4BF0-265113C3AE85}"/>
              </a:ext>
            </a:extLst>
          </p:cNvPr>
          <p:cNvSpPr>
            <a:spLocks noGrp="1"/>
          </p:cNvSpPr>
          <p:nvPr>
            <p:ph type="body" sz="quarter" idx="16"/>
          </p:nvPr>
        </p:nvSpPr>
        <p:spPr>
          <a:xfrm>
            <a:off x="5205924" y="3471448"/>
            <a:ext cx="6171794" cy="1481924"/>
          </a:xfrm>
          <a:prstGeom prst="rect">
            <a:avLst/>
          </a:prstGeom>
        </p:spPr>
        <p:txBody>
          <a:bodyPr lIns="0" tIns="0" rIns="0" bIns="0">
            <a:noAutofit/>
          </a:bodyPr>
          <a:lstStyle>
            <a:lvl1pPr marL="0" indent="0">
              <a:buNone/>
              <a:defRPr sz="2400">
                <a:solidFill>
                  <a:srgbClr val="013C85"/>
                </a:solidFill>
              </a:defRPr>
            </a:lvl1pPr>
          </a:lstStyle>
          <a:p>
            <a:pPr lvl="0"/>
            <a:r>
              <a:rPr kumimoji="1" lang="ja-JP" altLang="en-US" dirty="0"/>
              <a:t>マスター テキストの書式設定</a:t>
            </a:r>
          </a:p>
        </p:txBody>
      </p:sp>
      <p:sp>
        <p:nvSpPr>
          <p:cNvPr id="11" name="Title 1">
            <a:extLst>
              <a:ext uri="{FF2B5EF4-FFF2-40B4-BE49-F238E27FC236}">
                <a16:creationId xmlns:a16="http://schemas.microsoft.com/office/drawing/2014/main" id="{52AB5FDC-733A-C70A-FB12-285C92099A91}"/>
              </a:ext>
            </a:extLst>
          </p:cNvPr>
          <p:cNvSpPr>
            <a:spLocks noGrp="1"/>
          </p:cNvSpPr>
          <p:nvPr>
            <p:ph type="ctrTitle"/>
          </p:nvPr>
        </p:nvSpPr>
        <p:spPr>
          <a:xfrm>
            <a:off x="5205924" y="1921292"/>
            <a:ext cx="6171794" cy="1371445"/>
          </a:xfrm>
          <a:prstGeom prst="rect">
            <a:avLst/>
          </a:prstGeom>
        </p:spPr>
        <p:txBody>
          <a:bodyPr lIns="0" tIns="0" rIns="0" bIns="0" anchor="b">
            <a:normAutofit/>
          </a:bodyPr>
          <a:lstStyle>
            <a:lvl1pPr algn="l">
              <a:defRPr sz="3000" b="1" i="0">
                <a:solidFill>
                  <a:srgbClr val="013C85"/>
                </a:solidFill>
                <a:latin typeface="Yu Gothic" panose="020B0400000000000000" pitchFamily="34" charset="-128"/>
                <a:ea typeface="Yu Gothic" panose="020B0400000000000000" pitchFamily="34" charset="-128"/>
              </a:defRPr>
            </a:lvl1pPr>
          </a:lstStyle>
          <a:p>
            <a:r>
              <a:rPr lang="ja-JP" altLang="en-US" dirty="0"/>
              <a:t>マスター タイトルの書式設定</a:t>
            </a:r>
            <a:endParaRPr lang="en-US" dirty="0"/>
          </a:p>
        </p:txBody>
      </p:sp>
      <p:sp>
        <p:nvSpPr>
          <p:cNvPr id="2" name="Slide Number Placeholder 5">
            <a:extLst>
              <a:ext uri="{FF2B5EF4-FFF2-40B4-BE49-F238E27FC236}">
                <a16:creationId xmlns:a16="http://schemas.microsoft.com/office/drawing/2014/main" id="{556FBD49-6E8D-D0D0-1E72-1F8FE69ED2CA}"/>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dirty="0">
              <a:solidFill>
                <a:srgbClr val="013C85"/>
              </a:solidFill>
            </a:endParaRPr>
          </a:p>
        </p:txBody>
      </p:sp>
      <p:sp>
        <p:nvSpPr>
          <p:cNvPr id="3" name="Date Placeholder 3">
            <a:extLst>
              <a:ext uri="{FF2B5EF4-FFF2-40B4-BE49-F238E27FC236}">
                <a16:creationId xmlns:a16="http://schemas.microsoft.com/office/drawing/2014/main" id="{78D78511-D148-0EF9-172D-DA2C6D03DE7E}"/>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1"/>
                </a:solidFill>
              </a:rPr>
              <a:t>ⓒ ITOCHU Techno-Solutions Corporation</a:t>
            </a:r>
            <a:endParaRPr kumimoji="1" lang="ja-JP" altLang="en-US" sz="700">
              <a:solidFill>
                <a:schemeClr val="bg1"/>
              </a:solidFill>
            </a:endParaRPr>
          </a:p>
        </p:txBody>
      </p:sp>
    </p:spTree>
    <p:extLst>
      <p:ext uri="{BB962C8B-B14F-4D97-AF65-F5344CB8AC3E}">
        <p14:creationId xmlns:p14="http://schemas.microsoft.com/office/powerpoint/2010/main" val="387468084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本文ページ（White）_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4817DC41-1215-A6C0-4C88-636C2EFE7AD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9" name="Slide Number Placeholder 5">
            <a:extLst>
              <a:ext uri="{FF2B5EF4-FFF2-40B4-BE49-F238E27FC236}">
                <a16:creationId xmlns:a16="http://schemas.microsoft.com/office/drawing/2014/main" id="{023D640A-F364-BA6E-7B4B-222DF43A154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5" name="テキスト プレースホルダー 12">
            <a:extLst>
              <a:ext uri="{FF2B5EF4-FFF2-40B4-BE49-F238E27FC236}">
                <a16:creationId xmlns:a16="http://schemas.microsoft.com/office/drawing/2014/main" id="{D2BF2330-A7EB-FA53-0870-3EF26ACA6F67}"/>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10" name="タイトル 11">
            <a:extLst>
              <a:ext uri="{FF2B5EF4-FFF2-40B4-BE49-F238E27FC236}">
                <a16:creationId xmlns:a16="http://schemas.microsoft.com/office/drawing/2014/main" id="{AC814E34-4A98-288C-085A-C235D2DD9ED6}"/>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113415783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本文ページ（White）_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テキスト プレースホルダー 12">
            <a:extLst>
              <a:ext uri="{FF2B5EF4-FFF2-40B4-BE49-F238E27FC236}">
                <a16:creationId xmlns:a16="http://schemas.microsoft.com/office/drawing/2014/main" id="{F9155394-BEEF-1B33-612E-CF22A49FB2C2}"/>
              </a:ext>
            </a:extLst>
          </p:cNvPr>
          <p:cNvSpPr>
            <a:spLocks noGrp="1"/>
          </p:cNvSpPr>
          <p:nvPr>
            <p:ph type="body" sz="quarter" idx="19" hasCustomPrompt="1"/>
          </p:nvPr>
        </p:nvSpPr>
        <p:spPr>
          <a:xfrm>
            <a:off x="6428054" y="1268414"/>
            <a:ext cx="4949027" cy="4944102"/>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2" name="テキスト プレースホルダー 12">
            <a:extLst>
              <a:ext uri="{FF2B5EF4-FFF2-40B4-BE49-F238E27FC236}">
                <a16:creationId xmlns:a16="http://schemas.microsoft.com/office/drawing/2014/main" id="{5F10BDFD-D91E-C798-6FA4-23E8F647FEDC}"/>
              </a:ext>
            </a:extLst>
          </p:cNvPr>
          <p:cNvSpPr>
            <a:spLocks noGrp="1"/>
          </p:cNvSpPr>
          <p:nvPr>
            <p:ph type="body" sz="quarter" idx="18" hasCustomPrompt="1"/>
          </p:nvPr>
        </p:nvSpPr>
        <p:spPr>
          <a:xfrm>
            <a:off x="814918" y="1268414"/>
            <a:ext cx="4948392" cy="4944102"/>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8" name="Date Placeholder 3">
            <a:extLst>
              <a:ext uri="{FF2B5EF4-FFF2-40B4-BE49-F238E27FC236}">
                <a16:creationId xmlns:a16="http://schemas.microsoft.com/office/drawing/2014/main" id="{4817DC41-1215-A6C0-4C88-636C2EFE7AD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9" name="Slide Number Placeholder 5">
            <a:extLst>
              <a:ext uri="{FF2B5EF4-FFF2-40B4-BE49-F238E27FC236}">
                <a16:creationId xmlns:a16="http://schemas.microsoft.com/office/drawing/2014/main" id="{023D640A-F364-BA6E-7B4B-222DF43A154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5" name="タイトル 11">
            <a:extLst>
              <a:ext uri="{FF2B5EF4-FFF2-40B4-BE49-F238E27FC236}">
                <a16:creationId xmlns:a16="http://schemas.microsoft.com/office/drawing/2014/main" id="{5018D083-D2AC-153C-8510-2B3811294C6B}"/>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187763484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本文ページ（Photo）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15C3FDE2-46C8-2463-C44C-91188DA0B022}"/>
              </a:ext>
            </a:extLst>
          </p:cNvPr>
          <p:cNvSpPr>
            <a:spLocks noGrp="1"/>
          </p:cNvSpPr>
          <p:nvPr>
            <p:ph type="title" hasCustomPrompt="1"/>
          </p:nvPr>
        </p:nvSpPr>
        <p:spPr>
          <a:xfrm>
            <a:off x="6429600" y="1741550"/>
            <a:ext cx="4947481" cy="365125"/>
          </a:xfrm>
          <a:prstGeom prst="rect">
            <a:avLst/>
          </a:prstGeom>
        </p:spPr>
        <p:txBody>
          <a:bodyPr lIns="0" tIns="0" rIns="0" b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
        <p:nvSpPr>
          <p:cNvPr id="2" name="テキスト プレースホルダー 12">
            <a:extLst>
              <a:ext uri="{FF2B5EF4-FFF2-40B4-BE49-F238E27FC236}">
                <a16:creationId xmlns:a16="http://schemas.microsoft.com/office/drawing/2014/main" id="{422F49F7-97F3-7D1C-8735-21766B5E5CD8}"/>
              </a:ext>
            </a:extLst>
          </p:cNvPr>
          <p:cNvSpPr>
            <a:spLocks noGrp="1"/>
          </p:cNvSpPr>
          <p:nvPr>
            <p:ph type="body" sz="quarter" idx="19" hasCustomPrompt="1"/>
          </p:nvPr>
        </p:nvSpPr>
        <p:spPr>
          <a:xfrm>
            <a:off x="6428054" y="2630076"/>
            <a:ext cx="4949027" cy="3582440"/>
          </a:xfrm>
          <a:prstGeom prst="rect">
            <a:avLst/>
          </a:prstGeom>
        </p:spPr>
        <p:txBody>
          <a:bodyPr lIns="0" tIns="0" rIns="0" bIns="0">
            <a:noAutofit/>
          </a:bodyPr>
          <a:lstStyle>
            <a:lvl1pPr marL="176213" indent="-176213" defTabSz="479968">
              <a:spcBef>
                <a:spcPts val="600"/>
              </a:spcBef>
              <a:buFont typeface="Arial" panose="020B0604020202020204" pitchFamily="34" charset="0"/>
              <a:buChar char="•"/>
              <a:defRPr sz="2800" b="0" i="0">
                <a:solidFill>
                  <a:srgbClr val="013C85"/>
                </a:solidFill>
                <a:latin typeface="Yu Gothic Medium" panose="020B0400000000000000" pitchFamily="34" charset="-128"/>
                <a:ea typeface="Yu Gothic Medium" panose="020B0400000000000000" pitchFamily="34" charset="-128"/>
              </a:defRPr>
            </a:lvl1pPr>
            <a:lvl2pPr marL="442913" indent="-136525">
              <a:spcBef>
                <a:spcPts val="600"/>
              </a:spcBef>
              <a:defRPr b="0" i="0">
                <a:solidFill>
                  <a:srgbClr val="013C85"/>
                </a:solidFill>
                <a:latin typeface="Yu Gothic Medium" panose="020B0400000000000000" pitchFamily="34" charset="-128"/>
                <a:ea typeface="Yu Gothic Medium" panose="020B0400000000000000" pitchFamily="34" charset="-128"/>
              </a:defRPr>
            </a:lvl2pPr>
            <a:lvl3pPr marL="720725" indent="-146050">
              <a:spcBef>
                <a:spcPts val="600"/>
              </a:spcBef>
              <a:defRPr b="0" i="0">
                <a:solidFill>
                  <a:srgbClr val="013C85"/>
                </a:solidFill>
                <a:latin typeface="Yu Gothic Medium" panose="020B0400000000000000" pitchFamily="34" charset="-128"/>
                <a:ea typeface="Yu Gothic Medium" panose="020B0400000000000000" pitchFamily="34" charset="-128"/>
              </a:defRPr>
            </a:lvl3pPr>
            <a:lvl4pPr marL="989013" indent="-136525">
              <a:spcBef>
                <a:spcPts val="600"/>
              </a:spcBef>
              <a:defRPr b="0" i="0">
                <a:solidFill>
                  <a:srgbClr val="013C85"/>
                </a:solidFill>
                <a:latin typeface="Yu Gothic Medium" panose="020B0400000000000000" pitchFamily="34" charset="-128"/>
                <a:ea typeface="Yu Gothic Medium" panose="020B0400000000000000" pitchFamily="34" charset="-128"/>
              </a:defRPr>
            </a:lvl4pPr>
            <a:lvl5pPr marL="1255713" indent="-136525">
              <a:spcBef>
                <a:spcPts val="600"/>
              </a:spcBef>
              <a:defRPr b="0" i="0">
                <a:solidFill>
                  <a:srgbClr val="013C85"/>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16" name="Slide Number Placeholder 5">
            <a:extLst>
              <a:ext uri="{FF2B5EF4-FFF2-40B4-BE49-F238E27FC236}">
                <a16:creationId xmlns:a16="http://schemas.microsoft.com/office/drawing/2014/main" id="{7897D687-90EE-4A4F-C8E7-8CBB9A645AD9}"/>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3" name="図プレースホルダー 16">
            <a:extLst>
              <a:ext uri="{FF2B5EF4-FFF2-40B4-BE49-F238E27FC236}">
                <a16:creationId xmlns:a16="http://schemas.microsoft.com/office/drawing/2014/main" id="{0250B0A2-D4B9-A4DC-0554-2326F56D8D5C}"/>
              </a:ext>
            </a:extLst>
          </p:cNvPr>
          <p:cNvSpPr>
            <a:spLocks noGrp="1"/>
          </p:cNvSpPr>
          <p:nvPr>
            <p:ph type="pic" sz="quarter" idx="10"/>
          </p:nvPr>
        </p:nvSpPr>
        <p:spPr>
          <a:xfrm>
            <a:off x="0" y="0"/>
            <a:ext cx="6095206" cy="6858000"/>
          </a:xfrm>
          <a:prstGeom prst="rect">
            <a:avLst/>
          </a:prstGeom>
          <a:solidFill>
            <a:srgbClr val="CACACA"/>
          </a:solidFill>
        </p:spPr>
        <p:txBody>
          <a:bodyPr/>
          <a:lstStyle>
            <a:lvl1pPr>
              <a:defRPr lang="ja-JP" altLang="en-US" sz="1800">
                <a:solidFill>
                  <a:schemeClr val="accent6"/>
                </a:solidFill>
              </a:defRPr>
            </a:lvl1pPr>
          </a:lstStyle>
          <a:p>
            <a:pPr marL="0" lvl="0" indent="0" algn="ctr">
              <a:lnSpc>
                <a:spcPct val="100000"/>
              </a:lnSpc>
              <a:buNone/>
            </a:pPr>
            <a:endParaRPr kumimoji="1" lang="en-US" altLang="ja-JP" dirty="0"/>
          </a:p>
          <a:p>
            <a:pPr marL="0" lvl="0" indent="0" algn="ctr">
              <a:lnSpc>
                <a:spcPct val="100000"/>
              </a:lnSpc>
              <a:buNone/>
            </a:pPr>
            <a:r>
              <a:rPr kumimoji="1" lang="ja-JP" altLang="en-US"/>
              <a:t>下のアイコンをクリックして画像を入れてください。</a:t>
            </a:r>
          </a:p>
        </p:txBody>
      </p:sp>
      <p:sp>
        <p:nvSpPr>
          <p:cNvPr id="4" name="Date Placeholder 3">
            <a:extLst>
              <a:ext uri="{FF2B5EF4-FFF2-40B4-BE49-F238E27FC236}">
                <a16:creationId xmlns:a16="http://schemas.microsoft.com/office/drawing/2014/main" id="{F6F674F5-4E57-E04C-7651-6DF5B186CA40}"/>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dirty="0">
              <a:solidFill>
                <a:srgbClr val="013C85"/>
              </a:solidFill>
            </a:endParaRPr>
          </a:p>
        </p:txBody>
      </p:sp>
    </p:spTree>
    <p:extLst>
      <p:ext uri="{BB962C8B-B14F-4D97-AF65-F5344CB8AC3E}">
        <p14:creationId xmlns:p14="http://schemas.microsoft.com/office/powerpoint/2010/main" val="4137657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本文ページ（Photo）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図プレースホルダー 16">
            <a:extLst>
              <a:ext uri="{FF2B5EF4-FFF2-40B4-BE49-F238E27FC236}">
                <a16:creationId xmlns:a16="http://schemas.microsoft.com/office/drawing/2014/main" id="{40FE2F04-6B75-1C75-F9DF-825DA93754B6}"/>
              </a:ext>
            </a:extLst>
          </p:cNvPr>
          <p:cNvSpPr>
            <a:spLocks noGrp="1"/>
          </p:cNvSpPr>
          <p:nvPr>
            <p:ph type="pic" sz="quarter" idx="10"/>
          </p:nvPr>
        </p:nvSpPr>
        <p:spPr>
          <a:xfrm>
            <a:off x="0" y="1736726"/>
            <a:ext cx="12192000" cy="5121275"/>
          </a:xfrm>
          <a:prstGeom prst="rect">
            <a:avLst/>
          </a:prstGeom>
          <a:solidFill>
            <a:srgbClr val="CACACA"/>
          </a:solidFill>
        </p:spPr>
        <p:txBody>
          <a:bodyPr/>
          <a:lstStyle>
            <a:lvl1pPr marL="0" indent="0" algn="ctr">
              <a:lnSpc>
                <a:spcPct val="100000"/>
              </a:lnSpc>
              <a:buNone/>
              <a:defRPr sz="1800">
                <a:solidFill>
                  <a:schemeClr val="accent6"/>
                </a:solidFill>
              </a:defRPr>
            </a:lvl1pPr>
          </a:lstStyle>
          <a:p>
            <a:endParaRPr kumimoji="1" lang="en-US" altLang="ja-JP" dirty="0"/>
          </a:p>
          <a:p>
            <a:endParaRPr kumimoji="1" lang="en-US" altLang="ja-JP" dirty="0"/>
          </a:p>
          <a:p>
            <a:r>
              <a:rPr kumimoji="1" lang="ja-JP" altLang="en-US"/>
              <a:t>下のアイコンをクリックして画像を入れてください。</a:t>
            </a:r>
          </a:p>
        </p:txBody>
      </p:sp>
      <p:sp>
        <p:nvSpPr>
          <p:cNvPr id="8" name="Date Placeholder 3">
            <a:extLst>
              <a:ext uri="{FF2B5EF4-FFF2-40B4-BE49-F238E27FC236}">
                <a16:creationId xmlns:a16="http://schemas.microsoft.com/office/drawing/2014/main" id="{3F42955C-2661-77B4-7E94-6C49CE94C967}"/>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rgbClr val="013C85"/>
                </a:solidFill>
              </a:rPr>
              <a:t>ⓒ ITOCHU Techno-Solutions Corporation</a:t>
            </a:r>
            <a:endParaRPr kumimoji="1" lang="ja-JP" altLang="en-US" sz="700">
              <a:solidFill>
                <a:srgbClr val="013C85"/>
              </a:solidFill>
            </a:endParaRPr>
          </a:p>
        </p:txBody>
      </p:sp>
      <p:sp>
        <p:nvSpPr>
          <p:cNvPr id="9" name="Slide Number Placeholder 5">
            <a:extLst>
              <a:ext uri="{FF2B5EF4-FFF2-40B4-BE49-F238E27FC236}">
                <a16:creationId xmlns:a16="http://schemas.microsoft.com/office/drawing/2014/main" id="{3121B00E-FCA3-D75D-90B2-7E55D24110B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rgbClr val="013C85"/>
                </a:solidFill>
              </a:rPr>
              <a:pPr/>
              <a:t>‹#›</a:t>
            </a:fld>
            <a:endParaRPr kumimoji="1" lang="ja-JP" altLang="en-US" sz="1600">
              <a:solidFill>
                <a:srgbClr val="013C85"/>
              </a:solidFill>
            </a:endParaRPr>
          </a:p>
        </p:txBody>
      </p:sp>
      <p:sp>
        <p:nvSpPr>
          <p:cNvPr id="2" name="タイトル 11">
            <a:extLst>
              <a:ext uri="{FF2B5EF4-FFF2-40B4-BE49-F238E27FC236}">
                <a16:creationId xmlns:a16="http://schemas.microsoft.com/office/drawing/2014/main" id="{4888B4B8-7FA4-9F5C-FE43-6ADC1EAC8415}"/>
              </a:ext>
            </a:extLst>
          </p:cNvPr>
          <p:cNvSpPr>
            <a:spLocks noGrp="1"/>
          </p:cNvSpPr>
          <p:nvPr>
            <p:ph type="title" hasCustomPrompt="1"/>
          </p:nvPr>
        </p:nvSpPr>
        <p:spPr>
          <a:xfrm>
            <a:off x="390525" y="347572"/>
            <a:ext cx="9367501" cy="432000"/>
          </a:xfrm>
          <a:prstGeom prst="rect">
            <a:avLst/>
          </a:prstGeom>
        </p:spPr>
        <p:txBody>
          <a:bodyPr lIns="0" tIns="0" rIns="0"/>
          <a:lstStyle>
            <a:lvl1pPr>
              <a:defRPr kumimoji="1" lang="ja-JP" altLang="en-US" sz="2800" b="1" i="0" kern="1200" dirty="0">
                <a:solidFill>
                  <a:srgbClr val="013C85"/>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2580151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裏表紙（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0363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裏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022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正方形/長方形 5"/>
          <p:cNvSpPr>
            <a:spLocks noChangeArrowheads="1"/>
          </p:cNvSpPr>
          <p:nvPr userDrawn="1"/>
        </p:nvSpPr>
        <p:spPr bwMode="auto">
          <a:xfrm>
            <a:off x="2117" y="6591300"/>
            <a:ext cx="12192000" cy="268288"/>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600" dirty="0"/>
          </a:p>
        </p:txBody>
      </p:sp>
      <p:sp>
        <p:nvSpPr>
          <p:cNvPr id="3" name="正方形/長方形 6"/>
          <p:cNvSpPr>
            <a:spLocks noChangeArrowheads="1"/>
          </p:cNvSpPr>
          <p:nvPr userDrawn="1"/>
        </p:nvSpPr>
        <p:spPr bwMode="auto">
          <a:xfrm>
            <a:off x="0" y="5"/>
            <a:ext cx="12192000" cy="765175"/>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867" dirty="0">
              <a:latin typeface="+mj-ea"/>
              <a:ea typeface="+mj-ea"/>
            </a:endParaRPr>
          </a:p>
        </p:txBody>
      </p:sp>
      <p:sp>
        <p:nvSpPr>
          <p:cNvPr id="4" name="フッター プレースホルダー 2"/>
          <p:cNvSpPr txBox="1">
            <a:spLocks/>
          </p:cNvSpPr>
          <p:nvPr userDrawn="1"/>
        </p:nvSpPr>
        <p:spPr bwMode="auto">
          <a:xfrm>
            <a:off x="2351584" y="6633356"/>
            <a:ext cx="74168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ctr" rtl="0" fontAlgn="base">
              <a:spcBef>
                <a:spcPct val="0"/>
              </a:spcBef>
              <a:spcAft>
                <a:spcPct val="0"/>
              </a:spcAft>
              <a:defRPr kumimoji="0" sz="1200" b="1" kern="120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r>
              <a:rPr lang="en-US" altLang="ja-JP" sz="1600" dirty="0">
                <a:solidFill>
                  <a:srgbClr val="FFFFFF"/>
                </a:solidFill>
                <a:latin typeface="Yu Gothic UI" panose="020B0500000000000000" pitchFamily="50" charset="-128"/>
                <a:ea typeface="Yu Gothic UI" panose="020B0500000000000000" pitchFamily="50" charset="-128"/>
              </a:rPr>
              <a:t>Copyright</a:t>
            </a:r>
            <a:r>
              <a:rPr lang="en-US" altLang="ja-JP" sz="1600">
                <a:solidFill>
                  <a:srgbClr val="FFFFFF"/>
                </a:solidFill>
                <a:latin typeface="Yu Gothic UI" panose="020B0500000000000000" pitchFamily="50" charset="-128"/>
                <a:ea typeface="Yu Gothic UI" panose="020B0500000000000000" pitchFamily="50" charset="-128"/>
              </a:rPr>
              <a:t>Ⓒ 2025 </a:t>
            </a:r>
            <a:r>
              <a:rPr lang="ja-JP" altLang="en-US" sz="1600" dirty="0">
                <a:solidFill>
                  <a:srgbClr val="FFFFFF"/>
                </a:solidFill>
                <a:latin typeface="Yu Gothic UI" panose="020B0500000000000000" pitchFamily="50" charset="-128"/>
                <a:ea typeface="Yu Gothic UI" panose="020B0500000000000000" pitchFamily="50" charset="-128"/>
              </a:rPr>
              <a:t>ITOCHU Techno-Solutions Corporation</a:t>
            </a:r>
            <a:endParaRPr lang="en-US" altLang="ja-JP" sz="1600" dirty="0">
              <a:solidFill>
                <a:srgbClr val="FFFFFF"/>
              </a:solidFill>
              <a:latin typeface="Yu Gothic UI" panose="020B0500000000000000" pitchFamily="50" charset="-128"/>
              <a:ea typeface="Yu Gothic UI" panose="020B0500000000000000" pitchFamily="50" charset="-128"/>
            </a:endParaRPr>
          </a:p>
        </p:txBody>
      </p:sp>
      <p:sp>
        <p:nvSpPr>
          <p:cNvPr id="5" name="スライド番号プレースホルダー 3"/>
          <p:cNvSpPr txBox="1">
            <a:spLocks/>
          </p:cNvSpPr>
          <p:nvPr userDrawn="1"/>
        </p:nvSpPr>
        <p:spPr bwMode="auto">
          <a:xfrm>
            <a:off x="9604672" y="6586542"/>
            <a:ext cx="25400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r" rtl="0" fontAlgn="base">
              <a:spcBef>
                <a:spcPct val="0"/>
              </a:spcBef>
              <a:spcAft>
                <a:spcPct val="0"/>
              </a:spcAft>
              <a:defRPr kumimoji="0" sz="1400" kern="1200" smtClean="0">
                <a:solidFill>
                  <a:schemeClr val="tx1"/>
                </a:solidFill>
                <a:latin typeface="+mn-lt"/>
                <a:ea typeface="ＭＳ Ｐゴシック" pitchFamily="50" charset="-128"/>
                <a:cs typeface="+mn-cs"/>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fld id="{B41ED6DE-3A14-4AEB-906A-5F7EF2945454}" type="slidenum">
              <a:rPr lang="ja-JP" altLang="en-US" sz="1600" b="1">
                <a:solidFill>
                  <a:schemeClr val="bg1"/>
                </a:solidFill>
                <a:latin typeface="ＭＳ Ｐゴシック"/>
              </a:rPr>
              <a:pPr>
                <a:defRPr/>
              </a:pPr>
              <a:t>‹#›</a:t>
            </a:fld>
            <a:endParaRPr lang="en-US" altLang="ja-JP" sz="1600" b="1" dirty="0">
              <a:solidFill>
                <a:schemeClr val="bg1"/>
              </a:solidFill>
              <a:latin typeface="ＭＳ Ｐゴシック"/>
            </a:endParaRPr>
          </a:p>
        </p:txBody>
      </p:sp>
      <p:sp>
        <p:nvSpPr>
          <p:cNvPr id="6" name="テキスト プレースホルダー 10"/>
          <p:cNvSpPr>
            <a:spLocks noGrp="1"/>
          </p:cNvSpPr>
          <p:nvPr>
            <p:ph type="body" sz="quarter" idx="12"/>
          </p:nvPr>
        </p:nvSpPr>
        <p:spPr>
          <a:xfrm>
            <a:off x="143339" y="123917"/>
            <a:ext cx="8832981" cy="424767"/>
          </a:xfrm>
          <a:prstGeom prst="rect">
            <a:avLst/>
          </a:prstGeom>
        </p:spPr>
        <p:txBody>
          <a:bodyPr/>
          <a:lstStyle>
            <a:lvl1pPr marL="457177" indent="-457177">
              <a:buClr>
                <a:schemeClr val="bg1"/>
              </a:buClr>
              <a:buFont typeface="Wingdings" panose="05000000000000000000" pitchFamily="2" charset="2"/>
              <a:buChar char="n"/>
              <a:defRPr sz="3200">
                <a:solidFill>
                  <a:schemeClr val="bg1"/>
                </a:solidFill>
                <a:latin typeface="+mj-ea"/>
                <a:ea typeface="+mj-ea"/>
              </a:defRPr>
            </a:lvl1pPr>
          </a:lstStyle>
          <a:p>
            <a:pPr lvl="0"/>
            <a:r>
              <a:rPr lang="ja-JP" altLang="en-US" dirty="0"/>
              <a:t>マスター テキストの書式設定</a:t>
            </a:r>
          </a:p>
        </p:txBody>
      </p:sp>
      <p:sp>
        <p:nvSpPr>
          <p:cNvPr id="12" name="コンテンツ プレースホルダー 2"/>
          <p:cNvSpPr>
            <a:spLocks noGrp="1"/>
          </p:cNvSpPr>
          <p:nvPr>
            <p:ph idx="1"/>
          </p:nvPr>
        </p:nvSpPr>
        <p:spPr>
          <a:xfrm>
            <a:off x="609600" y="1124745"/>
            <a:ext cx="10972800" cy="5001419"/>
          </a:xfrm>
          <a:prstGeom prst="rect">
            <a:avLst/>
          </a:prstGeo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382190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5207426" y="1989088"/>
            <a:ext cx="6170292" cy="1371445"/>
          </a:xfrm>
          <a:prstGeom prst="rect">
            <a:avLst/>
          </a:prstGeom>
        </p:spPr>
        <p:txBody>
          <a:bodyPr lIns="0" tIns="0" rIns="0" bIns="0" anchor="b">
            <a:normAutofit/>
          </a:bodyPr>
          <a:lstStyle>
            <a:lvl1pPr algn="l">
              <a:defRPr sz="3600" b="1" i="0" baseline="0">
                <a:solidFill>
                  <a:schemeClr val="bg2"/>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5205306" y="5470206"/>
            <a:ext cx="6172412" cy="360000"/>
          </a:xfrm>
          <a:prstGeom prst="rect">
            <a:avLst/>
          </a:prstGeom>
        </p:spPr>
        <p:txBody>
          <a:bodyPr lIns="0" tIns="0" rIns="0" bIns="0">
            <a:noAutofit/>
          </a:bodyPr>
          <a:lstStyle>
            <a:lvl1pPr marL="0" indent="0">
              <a:buNone/>
              <a:defRPr kumimoji="1" lang="ja-JP" altLang="en-US"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5205306" y="5930984"/>
            <a:ext cx="6172412" cy="360000"/>
          </a:xfrm>
          <a:prstGeom prst="rect">
            <a:avLst/>
          </a:prstGeom>
        </p:spPr>
        <p:txBody>
          <a:bodyPr lIns="0" tIns="0" rIns="0" bIns="0">
            <a:noAutofit/>
          </a:bodyPr>
          <a:lstStyle>
            <a:lvl1pPr marL="0" indent="0">
              <a:buNone/>
              <a:defRPr kumimoji="1" lang="ja-JP" altLang="en-US"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5205306" y="3453206"/>
            <a:ext cx="6172412" cy="947344"/>
          </a:xfrm>
          <a:prstGeom prst="rect">
            <a:avLst/>
          </a:prstGeom>
        </p:spPr>
        <p:txBody>
          <a:bodyPr lIns="0" tIns="0" rIns="0" bIns="0">
            <a:noAutofit/>
          </a:bodyPr>
          <a:lstStyle>
            <a:lvl1pPr marL="0" indent="0">
              <a:buNone/>
              <a:defRPr sz="2400" b="0" i="0" baseline="0">
                <a:solidFill>
                  <a:schemeClr val="bg2"/>
                </a:solidFill>
                <a:latin typeface="+mj-lt"/>
                <a:ea typeface="游ゴシック" panose="020B0400000000000000" pitchFamily="50" charset="-128"/>
              </a:defRPr>
            </a:lvl1pPr>
          </a:lstStyle>
          <a:p>
            <a:pPr lvl="0"/>
            <a:r>
              <a:rPr kumimoji="1" lang="ja-JP" altLang="en-US" dirty="0"/>
              <a:t>マスター テキストの書式設定</a:t>
            </a:r>
          </a:p>
        </p:txBody>
      </p:sp>
      <p:sp>
        <p:nvSpPr>
          <p:cNvPr id="7" name="テキスト プレースホルダー 12">
            <a:extLst>
              <a:ext uri="{FF2B5EF4-FFF2-40B4-BE49-F238E27FC236}">
                <a16:creationId xmlns:a16="http://schemas.microsoft.com/office/drawing/2014/main" id="{62007915-F4F5-B5F4-7D86-F096B722CDD5}"/>
              </a:ext>
            </a:extLst>
          </p:cNvPr>
          <p:cNvSpPr>
            <a:spLocks noGrp="1"/>
          </p:cNvSpPr>
          <p:nvPr>
            <p:ph type="body" sz="quarter" idx="16"/>
          </p:nvPr>
        </p:nvSpPr>
        <p:spPr>
          <a:xfrm>
            <a:off x="5205306" y="5021958"/>
            <a:ext cx="6172412" cy="360000"/>
          </a:xfrm>
          <a:prstGeom prst="rect">
            <a:avLst/>
          </a:prstGeom>
        </p:spPr>
        <p:txBody>
          <a:bodyPr lIns="0" tIns="0" rIns="0" bIns="0">
            <a:noAutofit/>
          </a:bodyPr>
          <a:lstStyle>
            <a:lvl1pPr marL="0" indent="0">
              <a:buNone/>
              <a:defRPr kumimoji="1" lang="ja-JP" altLang="en-US"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3" name="テキスト プレースホルダー 12">
            <a:extLst>
              <a:ext uri="{FF2B5EF4-FFF2-40B4-BE49-F238E27FC236}">
                <a16:creationId xmlns:a16="http://schemas.microsoft.com/office/drawing/2014/main" id="{EC5E5A87-055B-CC48-B155-1E58CEE1FD6B}"/>
              </a:ext>
            </a:extLst>
          </p:cNvPr>
          <p:cNvSpPr>
            <a:spLocks noGrp="1"/>
          </p:cNvSpPr>
          <p:nvPr>
            <p:ph type="body" sz="quarter" idx="17"/>
          </p:nvPr>
        </p:nvSpPr>
        <p:spPr>
          <a:xfrm>
            <a:off x="5205306" y="561890"/>
            <a:ext cx="4248976" cy="432000"/>
          </a:xfrm>
          <a:prstGeom prst="rect">
            <a:avLst/>
          </a:prstGeom>
        </p:spPr>
        <p:txBody>
          <a:bodyPr lIns="0" tIns="0" rIns="0" bIns="0">
            <a:noAutofit/>
          </a:bodyPr>
          <a:lstStyle>
            <a:lvl1pPr marL="0" indent="0">
              <a:buNone/>
              <a:defRPr kumimoji="1" lang="ja-JP" altLang="en-US" sz="2400" b="1"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Tree>
    <p:extLst>
      <p:ext uri="{BB962C8B-B14F-4D97-AF65-F5344CB8AC3E}">
        <p14:creationId xmlns:p14="http://schemas.microsoft.com/office/powerpoint/2010/main" val="331072386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次（BrandPromis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34B65B-0338-7BEC-DB85-C77E40F3B3AE}"/>
              </a:ext>
            </a:extLst>
          </p:cNvPr>
          <p:cNvSpPr>
            <a:spLocks noGrp="1"/>
          </p:cNvSpPr>
          <p:nvPr>
            <p:ph type="title" hasCustomPrompt="1"/>
          </p:nvPr>
        </p:nvSpPr>
        <p:spPr>
          <a:xfrm>
            <a:off x="396000" y="345600"/>
            <a:ext cx="9360000" cy="364947"/>
          </a:xfrm>
          <a:prstGeom prst="rect">
            <a:avLst/>
          </a:prstGeom>
        </p:spPr>
        <p:txBody>
          <a:bodyPr lIns="0" tIns="0" rIns="0" bIns="0"/>
          <a:lstStyle>
            <a:lvl1pPr>
              <a:defRPr kumimoji="1" lang="ja-JP" altLang="en-US" sz="2800" b="1" i="0" kern="1200" baseline="0" dirty="0">
                <a:solidFill>
                  <a:schemeClr val="bg2"/>
                </a:solidFill>
                <a:latin typeface="游ゴシック" panose="020B0400000000000000" pitchFamily="50" charset="-128"/>
                <a:ea typeface="游ゴシック" panose="020B0400000000000000" pitchFamily="50"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目次</a:t>
            </a:r>
          </a:p>
        </p:txBody>
      </p:sp>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テキスト プレースホルダー 12">
            <a:extLst>
              <a:ext uri="{FF2B5EF4-FFF2-40B4-BE49-F238E27FC236}">
                <a16:creationId xmlns:a16="http://schemas.microsoft.com/office/drawing/2014/main" id="{BFF33CFC-0549-1543-73EC-446B3C671DD5}"/>
              </a:ext>
            </a:extLst>
          </p:cNvPr>
          <p:cNvSpPr>
            <a:spLocks noGrp="1"/>
          </p:cNvSpPr>
          <p:nvPr>
            <p:ph type="body" sz="quarter" idx="17" hasCustomPrompt="1"/>
          </p:nvPr>
        </p:nvSpPr>
        <p:spPr>
          <a:xfrm>
            <a:off x="814282" y="1736726"/>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5" name="テキスト プレースホルダー 12">
            <a:extLst>
              <a:ext uri="{FF2B5EF4-FFF2-40B4-BE49-F238E27FC236}">
                <a16:creationId xmlns:a16="http://schemas.microsoft.com/office/drawing/2014/main" id="{C2D53A55-D2D1-2FC9-17CB-D037E0C36CDA}"/>
              </a:ext>
            </a:extLst>
          </p:cNvPr>
          <p:cNvSpPr>
            <a:spLocks noGrp="1"/>
          </p:cNvSpPr>
          <p:nvPr>
            <p:ph type="body" sz="quarter" idx="19" hasCustomPrompt="1"/>
          </p:nvPr>
        </p:nvSpPr>
        <p:spPr>
          <a:xfrm>
            <a:off x="1301001" y="1736726"/>
            <a:ext cx="4571687" cy="663575"/>
          </a:xfrm>
          <a:prstGeom prst="rect">
            <a:avLst/>
          </a:prstGeom>
        </p:spPr>
        <p:txBody>
          <a:bodyPr lIns="0" tIns="0" rIns="0" bIns="0">
            <a:noAutofit/>
          </a:bodyPr>
          <a:lstStyle>
            <a:lvl1pPr marL="0" indent="0" defTabSz="479968">
              <a:buFont typeface="Arial" panose="020B0604020202020204" pitchFamily="34" charset="0"/>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vl2pPr marL="457170" indent="0">
              <a:buNone/>
              <a:defRPr>
                <a:solidFill>
                  <a:schemeClr val="bg1"/>
                </a:solidFill>
              </a:defRPr>
            </a:lvl2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9" name="テキスト プレースホルダー 12">
            <a:extLst>
              <a:ext uri="{FF2B5EF4-FFF2-40B4-BE49-F238E27FC236}">
                <a16:creationId xmlns:a16="http://schemas.microsoft.com/office/drawing/2014/main" id="{5BBBF76E-4B32-365C-5F2B-2ED1F2568EED}"/>
              </a:ext>
            </a:extLst>
          </p:cNvPr>
          <p:cNvSpPr>
            <a:spLocks noGrp="1"/>
          </p:cNvSpPr>
          <p:nvPr>
            <p:ph type="body" sz="quarter" idx="20" hasCustomPrompt="1"/>
          </p:nvPr>
        </p:nvSpPr>
        <p:spPr>
          <a:xfrm>
            <a:off x="814282" y="265977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0" name="テキスト プレースホルダー 12">
            <a:extLst>
              <a:ext uri="{FF2B5EF4-FFF2-40B4-BE49-F238E27FC236}">
                <a16:creationId xmlns:a16="http://schemas.microsoft.com/office/drawing/2014/main" id="{72219218-2BF5-6F59-A39D-2D14AA64DB44}"/>
              </a:ext>
            </a:extLst>
          </p:cNvPr>
          <p:cNvSpPr>
            <a:spLocks noGrp="1"/>
          </p:cNvSpPr>
          <p:nvPr>
            <p:ph type="body" sz="quarter" idx="21"/>
          </p:nvPr>
        </p:nvSpPr>
        <p:spPr>
          <a:xfrm>
            <a:off x="1301001" y="265977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1" name="テキスト プレースホルダー 12">
            <a:extLst>
              <a:ext uri="{FF2B5EF4-FFF2-40B4-BE49-F238E27FC236}">
                <a16:creationId xmlns:a16="http://schemas.microsoft.com/office/drawing/2014/main" id="{EE512878-A966-CEA2-FC3B-8C9E8A1CB1ED}"/>
              </a:ext>
            </a:extLst>
          </p:cNvPr>
          <p:cNvSpPr>
            <a:spLocks noGrp="1"/>
          </p:cNvSpPr>
          <p:nvPr>
            <p:ph type="body" sz="quarter" idx="22" hasCustomPrompt="1"/>
          </p:nvPr>
        </p:nvSpPr>
        <p:spPr>
          <a:xfrm>
            <a:off x="814282" y="3569588"/>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2" name="テキスト プレースホルダー 12">
            <a:extLst>
              <a:ext uri="{FF2B5EF4-FFF2-40B4-BE49-F238E27FC236}">
                <a16:creationId xmlns:a16="http://schemas.microsoft.com/office/drawing/2014/main" id="{F7FAB665-AC8F-2C72-C947-3AB07CC1FA94}"/>
              </a:ext>
            </a:extLst>
          </p:cNvPr>
          <p:cNvSpPr>
            <a:spLocks noGrp="1"/>
          </p:cNvSpPr>
          <p:nvPr>
            <p:ph type="body" sz="quarter" idx="23"/>
          </p:nvPr>
        </p:nvSpPr>
        <p:spPr>
          <a:xfrm>
            <a:off x="1301001" y="3569588"/>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3" name="テキスト プレースホルダー 12">
            <a:extLst>
              <a:ext uri="{FF2B5EF4-FFF2-40B4-BE49-F238E27FC236}">
                <a16:creationId xmlns:a16="http://schemas.microsoft.com/office/drawing/2014/main" id="{8B6417D6-654D-3B96-1007-DEAECEFD0C52}"/>
              </a:ext>
            </a:extLst>
          </p:cNvPr>
          <p:cNvSpPr>
            <a:spLocks noGrp="1"/>
          </p:cNvSpPr>
          <p:nvPr>
            <p:ph type="body" sz="quarter" idx="24" hasCustomPrompt="1"/>
          </p:nvPr>
        </p:nvSpPr>
        <p:spPr>
          <a:xfrm>
            <a:off x="814282" y="448283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4" name="テキスト プレースホルダー 12">
            <a:extLst>
              <a:ext uri="{FF2B5EF4-FFF2-40B4-BE49-F238E27FC236}">
                <a16:creationId xmlns:a16="http://schemas.microsoft.com/office/drawing/2014/main" id="{5B1B1BFE-AB5A-3082-779B-03D370242C9B}"/>
              </a:ext>
            </a:extLst>
          </p:cNvPr>
          <p:cNvSpPr>
            <a:spLocks noGrp="1"/>
          </p:cNvSpPr>
          <p:nvPr>
            <p:ph type="body" sz="quarter" idx="25"/>
          </p:nvPr>
        </p:nvSpPr>
        <p:spPr>
          <a:xfrm>
            <a:off x="1301001" y="448283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5" name="テキスト プレースホルダー 12">
            <a:extLst>
              <a:ext uri="{FF2B5EF4-FFF2-40B4-BE49-F238E27FC236}">
                <a16:creationId xmlns:a16="http://schemas.microsoft.com/office/drawing/2014/main" id="{79263F1A-F880-AF75-7AC3-3F6C23F71974}"/>
              </a:ext>
            </a:extLst>
          </p:cNvPr>
          <p:cNvSpPr>
            <a:spLocks noGrp="1"/>
          </p:cNvSpPr>
          <p:nvPr>
            <p:ph type="body" sz="quarter" idx="26" hasCustomPrompt="1"/>
          </p:nvPr>
        </p:nvSpPr>
        <p:spPr>
          <a:xfrm>
            <a:off x="6233990" y="1736726"/>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6" name="テキスト プレースホルダー 12">
            <a:extLst>
              <a:ext uri="{FF2B5EF4-FFF2-40B4-BE49-F238E27FC236}">
                <a16:creationId xmlns:a16="http://schemas.microsoft.com/office/drawing/2014/main" id="{C6202829-8413-3616-0EEE-5C30E27A25CD}"/>
              </a:ext>
            </a:extLst>
          </p:cNvPr>
          <p:cNvSpPr>
            <a:spLocks noGrp="1"/>
          </p:cNvSpPr>
          <p:nvPr>
            <p:ph type="body" sz="quarter" idx="27"/>
          </p:nvPr>
        </p:nvSpPr>
        <p:spPr>
          <a:xfrm>
            <a:off x="6720709" y="1736726"/>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7" name="テキスト プレースホルダー 12">
            <a:extLst>
              <a:ext uri="{FF2B5EF4-FFF2-40B4-BE49-F238E27FC236}">
                <a16:creationId xmlns:a16="http://schemas.microsoft.com/office/drawing/2014/main" id="{44A1FB7E-AF88-C752-6C70-639109338AE7}"/>
              </a:ext>
            </a:extLst>
          </p:cNvPr>
          <p:cNvSpPr>
            <a:spLocks noGrp="1"/>
          </p:cNvSpPr>
          <p:nvPr>
            <p:ph type="body" sz="quarter" idx="28" hasCustomPrompt="1"/>
          </p:nvPr>
        </p:nvSpPr>
        <p:spPr>
          <a:xfrm>
            <a:off x="6233990" y="265977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18" name="テキスト プレースホルダー 12">
            <a:extLst>
              <a:ext uri="{FF2B5EF4-FFF2-40B4-BE49-F238E27FC236}">
                <a16:creationId xmlns:a16="http://schemas.microsoft.com/office/drawing/2014/main" id="{C05BF193-6E26-AC8C-89E9-EFD28A7B291A}"/>
              </a:ext>
            </a:extLst>
          </p:cNvPr>
          <p:cNvSpPr>
            <a:spLocks noGrp="1"/>
          </p:cNvSpPr>
          <p:nvPr>
            <p:ph type="body" sz="quarter" idx="29"/>
          </p:nvPr>
        </p:nvSpPr>
        <p:spPr>
          <a:xfrm>
            <a:off x="6720709" y="265977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19" name="テキスト プレースホルダー 12">
            <a:extLst>
              <a:ext uri="{FF2B5EF4-FFF2-40B4-BE49-F238E27FC236}">
                <a16:creationId xmlns:a16="http://schemas.microsoft.com/office/drawing/2014/main" id="{96D897ED-6C29-32CC-9E0C-A98B237197E4}"/>
              </a:ext>
            </a:extLst>
          </p:cNvPr>
          <p:cNvSpPr>
            <a:spLocks noGrp="1"/>
          </p:cNvSpPr>
          <p:nvPr>
            <p:ph type="body" sz="quarter" idx="30" hasCustomPrompt="1"/>
          </p:nvPr>
        </p:nvSpPr>
        <p:spPr>
          <a:xfrm>
            <a:off x="6233990" y="3569588"/>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20" name="テキスト プレースホルダー 12">
            <a:extLst>
              <a:ext uri="{FF2B5EF4-FFF2-40B4-BE49-F238E27FC236}">
                <a16:creationId xmlns:a16="http://schemas.microsoft.com/office/drawing/2014/main" id="{9E7B7369-4B53-4C54-006E-CB7B544D3422}"/>
              </a:ext>
            </a:extLst>
          </p:cNvPr>
          <p:cNvSpPr>
            <a:spLocks noGrp="1"/>
          </p:cNvSpPr>
          <p:nvPr>
            <p:ph type="body" sz="quarter" idx="31"/>
          </p:nvPr>
        </p:nvSpPr>
        <p:spPr>
          <a:xfrm>
            <a:off x="6720709" y="3569588"/>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
        <p:nvSpPr>
          <p:cNvPr id="21" name="テキスト プレースホルダー 12">
            <a:extLst>
              <a:ext uri="{FF2B5EF4-FFF2-40B4-BE49-F238E27FC236}">
                <a16:creationId xmlns:a16="http://schemas.microsoft.com/office/drawing/2014/main" id="{0DBEA6BB-E5A1-EACF-2B35-FD0DEC242151}"/>
              </a:ext>
            </a:extLst>
          </p:cNvPr>
          <p:cNvSpPr>
            <a:spLocks noGrp="1"/>
          </p:cNvSpPr>
          <p:nvPr>
            <p:ph type="body" sz="quarter" idx="32" hasCustomPrompt="1"/>
          </p:nvPr>
        </p:nvSpPr>
        <p:spPr>
          <a:xfrm>
            <a:off x="6233990" y="4482833"/>
            <a:ext cx="468000" cy="663575"/>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p:txBody>
      </p:sp>
      <p:sp>
        <p:nvSpPr>
          <p:cNvPr id="22" name="テキスト プレースホルダー 12">
            <a:extLst>
              <a:ext uri="{FF2B5EF4-FFF2-40B4-BE49-F238E27FC236}">
                <a16:creationId xmlns:a16="http://schemas.microsoft.com/office/drawing/2014/main" id="{12D47016-60C8-2B2D-D9C9-E5162F8B9D95}"/>
              </a:ext>
            </a:extLst>
          </p:cNvPr>
          <p:cNvSpPr>
            <a:spLocks noGrp="1"/>
          </p:cNvSpPr>
          <p:nvPr>
            <p:ph type="body" sz="quarter" idx="33"/>
          </p:nvPr>
        </p:nvSpPr>
        <p:spPr>
          <a:xfrm>
            <a:off x="6720709" y="4482833"/>
            <a:ext cx="4571687" cy="663575"/>
          </a:xfrm>
          <a:prstGeom prst="rect">
            <a:avLst/>
          </a:prstGeom>
        </p:spPr>
        <p:txBody>
          <a:bodyPr lIns="0" tIns="0" rIns="0" bIns="0">
            <a:noAutofit/>
          </a:bodyPr>
          <a:lstStyle>
            <a:lvl1pPr marL="0" indent="0" defTabSz="479968">
              <a:buNone/>
              <a:defRPr kumimoji="1" lang="en-US" altLang="ja-JP" sz="2400" b="0" i="0" kern="1200" dirty="0">
                <a:solidFill>
                  <a:schemeClr val="bg1"/>
                </a:solidFill>
                <a:latin typeface="Yu Gothic Medium" panose="020B0400000000000000" pitchFamily="34" charset="-128"/>
                <a:ea typeface="Yu Gothic Medium" panose="020B0400000000000000" pitchFamily="34" charset="-128"/>
                <a:cs typeface="+mn-cs"/>
              </a:defRPr>
            </a:lvl1pPr>
          </a:lstStyle>
          <a:p>
            <a:pPr marL="0" lvl="0" indent="0" algn="l" defTabSz="479968"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52040208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次（BrandPromis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A3ADD520-9AEF-F30E-D910-19A35551EA38}"/>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
        <p:nvSpPr>
          <p:cNvPr id="10" name="Slide Number Placeholder 5">
            <a:extLst>
              <a:ext uri="{FF2B5EF4-FFF2-40B4-BE49-F238E27FC236}">
                <a16:creationId xmlns:a16="http://schemas.microsoft.com/office/drawing/2014/main" id="{C4B143FC-CABC-9641-1F86-03195F7275A0}"/>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テキスト プレースホルダー 12">
            <a:extLst>
              <a:ext uri="{FF2B5EF4-FFF2-40B4-BE49-F238E27FC236}">
                <a16:creationId xmlns:a16="http://schemas.microsoft.com/office/drawing/2014/main" id="{999A443F-732A-B472-701F-E3FCA360DEE2}"/>
              </a:ext>
            </a:extLst>
          </p:cNvPr>
          <p:cNvSpPr>
            <a:spLocks noGrp="1"/>
          </p:cNvSpPr>
          <p:nvPr>
            <p:ph type="body" sz="quarter" idx="15" hasCustomPrompt="1"/>
          </p:nvPr>
        </p:nvSpPr>
        <p:spPr>
          <a:xfrm>
            <a:off x="5215021" y="1736725"/>
            <a:ext cx="540000" cy="3125834"/>
          </a:xfrm>
          <a:prstGeom prst="rect">
            <a:avLst/>
          </a:prstGeom>
        </p:spPr>
        <p:txBody>
          <a:bodyPr lIns="0" tIns="0" rIns="0" bIns="0">
            <a:noAutofit/>
          </a:bodyPr>
          <a:lstStyle>
            <a:lvl1pPr marL="0" indent="0" defTabSz="479968">
              <a:buNone/>
              <a:defRPr sz="2400" b="1" i="0" baseline="0">
                <a:solidFill>
                  <a:schemeClr val="bg2"/>
                </a:solidFill>
                <a:latin typeface="游ゴシック" panose="020B0400000000000000" pitchFamily="50" charset="-128"/>
                <a:ea typeface="游ゴシック" panose="020B0400000000000000" pitchFamily="50"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4" name="テキスト プレースホルダー 12">
            <a:extLst>
              <a:ext uri="{FF2B5EF4-FFF2-40B4-BE49-F238E27FC236}">
                <a16:creationId xmlns:a16="http://schemas.microsoft.com/office/drawing/2014/main" id="{F23E55FC-F091-22F3-23B3-53139762959B}"/>
              </a:ext>
            </a:extLst>
          </p:cNvPr>
          <p:cNvSpPr>
            <a:spLocks noGrp="1"/>
          </p:cNvSpPr>
          <p:nvPr>
            <p:ph type="body" sz="quarter" idx="17"/>
          </p:nvPr>
        </p:nvSpPr>
        <p:spPr>
          <a:xfrm>
            <a:off x="5797530" y="1736725"/>
            <a:ext cx="5580188" cy="3125834"/>
          </a:xfrm>
          <a:prstGeom prst="rect">
            <a:avLst/>
          </a:prstGeom>
        </p:spPr>
        <p:txBody>
          <a:bodyPr lIns="0" tIns="0" rIns="0" bIns="0">
            <a:noAutofit/>
          </a:bodyPr>
          <a:lstStyle>
            <a:lvl1pPr marL="0" indent="0" defTabSz="479968">
              <a:buClr>
                <a:schemeClr val="bg1"/>
              </a:buClr>
              <a:buFontTx/>
              <a:buNone/>
              <a:defRPr sz="2400" b="0" i="0" baseline="0">
                <a:solidFill>
                  <a:schemeClr val="bg2"/>
                </a:solidFill>
                <a:latin typeface="游ゴシック" panose="020B0400000000000000" pitchFamily="50" charset="-128"/>
                <a:ea typeface="游ゴシック" panose="020B0400000000000000" pitchFamily="50" charset="-128"/>
              </a:defRPr>
            </a:lvl1pPr>
          </a:lstStyle>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a:p>
            <a:pPr lvl="0"/>
            <a:r>
              <a:rPr kumimoji="1" lang="ja-JP" altLang="en-US" dirty="0"/>
              <a:t>マスター テキストの書式設定</a:t>
            </a:r>
            <a:endParaRPr kumimoji="1" lang="en-US" altLang="ja-JP" dirty="0"/>
          </a:p>
        </p:txBody>
      </p:sp>
      <p:sp>
        <p:nvSpPr>
          <p:cNvPr id="6" name="タイトル 1">
            <a:extLst>
              <a:ext uri="{FF2B5EF4-FFF2-40B4-BE49-F238E27FC236}">
                <a16:creationId xmlns:a16="http://schemas.microsoft.com/office/drawing/2014/main" id="{7A730699-D02B-17D3-E676-0A461999EAF2}"/>
              </a:ext>
            </a:extLst>
          </p:cNvPr>
          <p:cNvSpPr>
            <a:spLocks noGrp="1"/>
          </p:cNvSpPr>
          <p:nvPr>
            <p:ph type="title" hasCustomPrompt="1"/>
          </p:nvPr>
        </p:nvSpPr>
        <p:spPr>
          <a:xfrm>
            <a:off x="396000" y="345600"/>
            <a:ext cx="9360000" cy="364947"/>
          </a:xfrm>
          <a:prstGeom prst="rect">
            <a:avLst/>
          </a:prstGeom>
        </p:spPr>
        <p:txBody>
          <a:bodyPr lIns="0" tIns="0" rIns="0" bIns="0"/>
          <a:lstStyle>
            <a:lvl1pPr>
              <a:defRPr kumimoji="1" lang="ja-JP" altLang="en-US" sz="2800" b="1" i="0" kern="1200" baseline="0" dirty="0">
                <a:solidFill>
                  <a:schemeClr val="bg2"/>
                </a:solidFill>
                <a:latin typeface="游ゴシック" panose="020B0400000000000000" pitchFamily="50" charset="-128"/>
                <a:ea typeface="游ゴシック" panose="020B0400000000000000" pitchFamily="50"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目次</a:t>
            </a:r>
          </a:p>
        </p:txBody>
      </p:sp>
    </p:spTree>
    <p:extLst>
      <p:ext uri="{BB962C8B-B14F-4D97-AF65-F5344CB8AC3E}">
        <p14:creationId xmlns:p14="http://schemas.microsoft.com/office/powerpoint/2010/main" val="2363815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タイトルページ（BrandPromis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Title 1">
            <a:extLst>
              <a:ext uri="{FF2B5EF4-FFF2-40B4-BE49-F238E27FC236}">
                <a16:creationId xmlns:a16="http://schemas.microsoft.com/office/drawing/2014/main" id="{FEF48B94-E222-7D77-2CFF-9E2FB718F00A}"/>
              </a:ext>
            </a:extLst>
          </p:cNvPr>
          <p:cNvSpPr>
            <a:spLocks noGrp="1"/>
          </p:cNvSpPr>
          <p:nvPr>
            <p:ph type="ctrTitle"/>
          </p:nvPr>
        </p:nvSpPr>
        <p:spPr>
          <a:xfrm>
            <a:off x="814282" y="1921292"/>
            <a:ext cx="10563436" cy="1371445"/>
          </a:xfrm>
          <a:prstGeom prst="rect">
            <a:avLst/>
          </a:prstGeom>
        </p:spPr>
        <p:txBody>
          <a:bodyPr lIns="0" tIns="0" rIns="0" bIns="0" anchor="b">
            <a:normAutofit/>
          </a:bodyPr>
          <a:lstStyle>
            <a:lvl1pPr algn="l">
              <a:defRPr sz="3000" b="1" i="0" baseline="0">
                <a:solidFill>
                  <a:schemeClr val="bg2"/>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5" name="テキスト プレースホルダー 12">
            <a:extLst>
              <a:ext uri="{FF2B5EF4-FFF2-40B4-BE49-F238E27FC236}">
                <a16:creationId xmlns:a16="http://schemas.microsoft.com/office/drawing/2014/main" id="{8F53CC41-86F1-5FEB-59ED-3C83DAC49FB2}"/>
              </a:ext>
            </a:extLst>
          </p:cNvPr>
          <p:cNvSpPr>
            <a:spLocks noGrp="1"/>
          </p:cNvSpPr>
          <p:nvPr>
            <p:ph type="body" sz="quarter" idx="15"/>
          </p:nvPr>
        </p:nvSpPr>
        <p:spPr>
          <a:xfrm>
            <a:off x="814282" y="3471448"/>
            <a:ext cx="10563436" cy="1481924"/>
          </a:xfrm>
          <a:prstGeom prst="rect">
            <a:avLst/>
          </a:prstGeom>
        </p:spPr>
        <p:txBody>
          <a:bodyPr lIns="0" tIns="0" rIns="0" bIns="0">
            <a:noAutofit/>
          </a:bodyPr>
          <a:lstStyle>
            <a:lvl1pPr marL="0" indent="0">
              <a:buNone/>
              <a:defRPr kumimoji="1" lang="ja-JP" altLang="en-US" sz="24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Tree>
    <p:extLst>
      <p:ext uri="{BB962C8B-B14F-4D97-AF65-F5344CB8AC3E}">
        <p14:creationId xmlns:p14="http://schemas.microsoft.com/office/powerpoint/2010/main" val="70923826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ページ（BrandPromis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テキスト プレースホルダー 12">
            <a:extLst>
              <a:ext uri="{FF2B5EF4-FFF2-40B4-BE49-F238E27FC236}">
                <a16:creationId xmlns:a16="http://schemas.microsoft.com/office/drawing/2014/main" id="{B49D2075-5F46-8658-D08C-83AAD1EE03E9}"/>
              </a:ext>
            </a:extLst>
          </p:cNvPr>
          <p:cNvSpPr>
            <a:spLocks noGrp="1"/>
          </p:cNvSpPr>
          <p:nvPr>
            <p:ph type="body" sz="quarter" idx="16"/>
          </p:nvPr>
        </p:nvSpPr>
        <p:spPr>
          <a:xfrm>
            <a:off x="5205924" y="3471448"/>
            <a:ext cx="6171794" cy="1481924"/>
          </a:xfrm>
          <a:prstGeom prst="rect">
            <a:avLst/>
          </a:prstGeom>
        </p:spPr>
        <p:txBody>
          <a:bodyPr lIns="0" tIns="0" rIns="0" bIns="0">
            <a:noAutofit/>
          </a:bodyPr>
          <a:lstStyle>
            <a:lvl1pPr marL="0" indent="0">
              <a:buNone/>
              <a:defRPr kumimoji="1" lang="ja-JP" altLang="en-US" sz="24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マスター テキストの書式設定</a:t>
            </a:r>
          </a:p>
        </p:txBody>
      </p:sp>
      <p:sp>
        <p:nvSpPr>
          <p:cNvPr id="8" name="Title 1">
            <a:extLst>
              <a:ext uri="{FF2B5EF4-FFF2-40B4-BE49-F238E27FC236}">
                <a16:creationId xmlns:a16="http://schemas.microsoft.com/office/drawing/2014/main" id="{4B3C6615-4460-A918-DCD4-E3A933B13474}"/>
              </a:ext>
            </a:extLst>
          </p:cNvPr>
          <p:cNvSpPr>
            <a:spLocks noGrp="1"/>
          </p:cNvSpPr>
          <p:nvPr>
            <p:ph type="ctrTitle"/>
          </p:nvPr>
        </p:nvSpPr>
        <p:spPr>
          <a:xfrm>
            <a:off x="5205924" y="1921292"/>
            <a:ext cx="6171794" cy="1371445"/>
          </a:xfrm>
          <a:prstGeom prst="rect">
            <a:avLst/>
          </a:prstGeom>
        </p:spPr>
        <p:txBody>
          <a:bodyPr lIns="0" tIns="0" rIns="0" bIns="0" anchor="b">
            <a:normAutofit/>
          </a:bodyPr>
          <a:lstStyle>
            <a:lvl1pPr algn="l">
              <a:defRPr sz="3000" b="1" i="0" baseline="0">
                <a:solidFill>
                  <a:schemeClr val="bg2"/>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2" name="Slide Number Placeholder 5">
            <a:extLst>
              <a:ext uri="{FF2B5EF4-FFF2-40B4-BE49-F238E27FC236}">
                <a16:creationId xmlns:a16="http://schemas.microsoft.com/office/drawing/2014/main" id="{8A4F962E-989C-44C8-D7C4-364E76AA8CE8}"/>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baseline="0" smtClean="0">
                <a:solidFill>
                  <a:schemeClr val="bg2"/>
                </a:solidFill>
                <a:latin typeface="游ゴシック" panose="020B0400000000000000" pitchFamily="50" charset="-128"/>
                <a:ea typeface="游ゴシック" panose="020B0400000000000000" pitchFamily="50" charset="-128"/>
              </a:rPr>
              <a:pPr/>
              <a:t>‹#›</a:t>
            </a:fld>
            <a:endParaRPr kumimoji="1" lang="ja-JP" altLang="en-US" sz="1600" baseline="0">
              <a:solidFill>
                <a:schemeClr val="bg2"/>
              </a:solidFill>
              <a:latin typeface="游ゴシック" panose="020B0400000000000000" pitchFamily="50" charset="-128"/>
              <a:ea typeface="游ゴシック" panose="020B0400000000000000" pitchFamily="50" charset="-128"/>
            </a:endParaRPr>
          </a:p>
        </p:txBody>
      </p:sp>
      <p:sp>
        <p:nvSpPr>
          <p:cNvPr id="3" name="Date Placeholder 3">
            <a:extLst>
              <a:ext uri="{FF2B5EF4-FFF2-40B4-BE49-F238E27FC236}">
                <a16:creationId xmlns:a16="http://schemas.microsoft.com/office/drawing/2014/main" id="{59873948-0703-919A-CCC3-D30E5E5D2DAB}"/>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baseline="0" dirty="0">
                <a:solidFill>
                  <a:schemeClr val="bg2"/>
                </a:solidFill>
                <a:latin typeface="游ゴシック" panose="020B0400000000000000" pitchFamily="50" charset="-128"/>
                <a:ea typeface="游ゴシック" panose="020B0400000000000000" pitchFamily="50" charset="-128"/>
              </a:rPr>
              <a:t>ⓒ ITOCHU Techno-Solutions Corporation</a:t>
            </a:r>
            <a:endParaRPr kumimoji="1" lang="ja-JP" altLang="en-US" sz="700" baseline="0">
              <a:solidFill>
                <a:schemeClr val="bg2"/>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91478336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本文ページ（BrandPromise）1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B675AF0F-7B87-9248-402A-36410A0B8967}"/>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
        <p:nvSpPr>
          <p:cNvPr id="2" name="Date Placeholder 3">
            <a:extLst>
              <a:ext uri="{FF2B5EF4-FFF2-40B4-BE49-F238E27FC236}">
                <a16:creationId xmlns:a16="http://schemas.microsoft.com/office/drawing/2014/main" id="{2D05F00B-A01F-4E34-DFB1-FFDA344A1B1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5" name="Slide Number Placeholder 5">
            <a:extLst>
              <a:ext uri="{FF2B5EF4-FFF2-40B4-BE49-F238E27FC236}">
                <a16:creationId xmlns:a16="http://schemas.microsoft.com/office/drawing/2014/main" id="{88415C5B-2E93-D069-B675-2017D40F5759}"/>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9" name="テキスト プレースホルダー 12">
            <a:extLst>
              <a:ext uri="{FF2B5EF4-FFF2-40B4-BE49-F238E27FC236}">
                <a16:creationId xmlns:a16="http://schemas.microsoft.com/office/drawing/2014/main" id="{595AE3B8-559D-4355-5E2D-72148584185D}"/>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180975" indent="-180975" defTabSz="479968">
              <a:buFont typeface="Arial" panose="020B0604020202020204" pitchFamily="34" charset="0"/>
              <a:buChar char="•"/>
              <a:tabLst/>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Tree>
    <p:extLst>
      <p:ext uri="{BB962C8B-B14F-4D97-AF65-F5344CB8AC3E}">
        <p14:creationId xmlns:p14="http://schemas.microsoft.com/office/powerpoint/2010/main" val="271253697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本文ページ（BrandPromise）1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プレースホルダー 12">
            <a:extLst>
              <a:ext uri="{FF2B5EF4-FFF2-40B4-BE49-F238E27FC236}">
                <a16:creationId xmlns:a16="http://schemas.microsoft.com/office/drawing/2014/main" id="{DBD829DC-0049-3F39-DBDB-7DA5131862B2}"/>
              </a:ext>
            </a:extLst>
          </p:cNvPr>
          <p:cNvSpPr>
            <a:spLocks noGrp="1"/>
          </p:cNvSpPr>
          <p:nvPr>
            <p:ph type="body" sz="quarter" idx="15" hasCustomPrompt="1"/>
          </p:nvPr>
        </p:nvSpPr>
        <p:spPr>
          <a:xfrm>
            <a:off x="816856" y="1270414"/>
            <a:ext cx="4948042"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6" name="テキスト プレースホルダー 12">
            <a:extLst>
              <a:ext uri="{FF2B5EF4-FFF2-40B4-BE49-F238E27FC236}">
                <a16:creationId xmlns:a16="http://schemas.microsoft.com/office/drawing/2014/main" id="{310E6BF0-BCEE-7DAB-3F79-2F0B87294F08}"/>
              </a:ext>
            </a:extLst>
          </p:cNvPr>
          <p:cNvSpPr>
            <a:spLocks noGrp="1"/>
          </p:cNvSpPr>
          <p:nvPr>
            <p:ph type="body" sz="quarter" idx="18" hasCustomPrompt="1"/>
          </p:nvPr>
        </p:nvSpPr>
        <p:spPr>
          <a:xfrm>
            <a:off x="6424529" y="1270414"/>
            <a:ext cx="4950615"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9" name="Date Placeholder 3">
            <a:extLst>
              <a:ext uri="{FF2B5EF4-FFF2-40B4-BE49-F238E27FC236}">
                <a16:creationId xmlns:a16="http://schemas.microsoft.com/office/drawing/2014/main" id="{2EFA939F-E277-912C-B89E-E2784FE7CCE1}"/>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10" name="Slide Number Placeholder 5">
            <a:extLst>
              <a:ext uri="{FF2B5EF4-FFF2-40B4-BE49-F238E27FC236}">
                <a16:creationId xmlns:a16="http://schemas.microsoft.com/office/drawing/2014/main" id="{9977001E-1F62-7C8A-1040-7F6370353716}"/>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3" name="タイトル 2">
            <a:extLst>
              <a:ext uri="{FF2B5EF4-FFF2-40B4-BE49-F238E27FC236}">
                <a16:creationId xmlns:a16="http://schemas.microsoft.com/office/drawing/2014/main" id="{3CD246A4-20A9-4983-E3D8-F7845E4F5953}"/>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922117042"/>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本文ページ（BrandPromise）2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039158A-9C9D-D34B-0201-33A03E4B1F2D}"/>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3" name="Slide Number Placeholder 5">
            <a:extLst>
              <a:ext uri="{FF2B5EF4-FFF2-40B4-BE49-F238E27FC236}">
                <a16:creationId xmlns:a16="http://schemas.microsoft.com/office/drawing/2014/main" id="{DD437AEB-C021-E2F2-EE89-620ED1D0A22F}"/>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9" name="テキスト プレースホルダー 12">
            <a:extLst>
              <a:ext uri="{FF2B5EF4-FFF2-40B4-BE49-F238E27FC236}">
                <a16:creationId xmlns:a16="http://schemas.microsoft.com/office/drawing/2014/main" id="{85CF175B-6024-9305-048C-39B5542FA51D}"/>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4" name="タイトル 2">
            <a:extLst>
              <a:ext uri="{FF2B5EF4-FFF2-40B4-BE49-F238E27FC236}">
                <a16:creationId xmlns:a16="http://schemas.microsoft.com/office/drawing/2014/main" id="{DC4D89E1-6019-CD11-5098-6FDF8AC7601D}"/>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78964427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本文ページ（BrandPromise）2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プレースホルダー 12">
            <a:extLst>
              <a:ext uri="{FF2B5EF4-FFF2-40B4-BE49-F238E27FC236}">
                <a16:creationId xmlns:a16="http://schemas.microsoft.com/office/drawing/2014/main" id="{5411DECF-C299-69A5-0451-143896502498}"/>
              </a:ext>
            </a:extLst>
          </p:cNvPr>
          <p:cNvSpPr>
            <a:spLocks noGrp="1"/>
          </p:cNvSpPr>
          <p:nvPr>
            <p:ph type="body" sz="quarter" idx="15" hasCustomPrompt="1"/>
          </p:nvPr>
        </p:nvSpPr>
        <p:spPr>
          <a:xfrm>
            <a:off x="817200" y="1270800"/>
            <a:ext cx="4948042"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3" name="テキスト プレースホルダー 12">
            <a:extLst>
              <a:ext uri="{FF2B5EF4-FFF2-40B4-BE49-F238E27FC236}">
                <a16:creationId xmlns:a16="http://schemas.microsoft.com/office/drawing/2014/main" id="{8F4F74A1-4514-B98B-404D-67FD74B13826}"/>
              </a:ext>
            </a:extLst>
          </p:cNvPr>
          <p:cNvSpPr>
            <a:spLocks noGrp="1"/>
          </p:cNvSpPr>
          <p:nvPr>
            <p:ph type="body" sz="quarter" idx="18" hasCustomPrompt="1"/>
          </p:nvPr>
        </p:nvSpPr>
        <p:spPr>
          <a:xfrm>
            <a:off x="6428585" y="1282919"/>
            <a:ext cx="4950615" cy="4944102"/>
          </a:xfrm>
          <a:prstGeom prst="rect">
            <a:avLst/>
          </a:prstGeom>
        </p:spPr>
        <p:txBody>
          <a:bodyPr lIns="0" tIns="0" rIns="0" bIns="0">
            <a:noAutofit/>
          </a:bodyPr>
          <a:lstStyle>
            <a:lvl1pPr marL="179388" indent="-179388" defTabSz="479968">
              <a:buFont typeface="Arial" panose="020B0604020202020204" pitchFamily="34" charset="0"/>
              <a:buChar char="•"/>
              <a:defRPr sz="2800" b="0" i="0">
                <a:solidFill>
                  <a:schemeClr val="bg2"/>
                </a:solidFill>
                <a:latin typeface="Yu Gothic Medium" panose="020B0400000000000000" pitchFamily="34" charset="-128"/>
                <a:ea typeface="Yu Gothic Medium" panose="020B0400000000000000" pitchFamily="34" charset="-128"/>
              </a:defRPr>
            </a:lvl1pPr>
            <a:lvl2pPr marL="447675" indent="-180975">
              <a:defRPr b="0" i="0">
                <a:solidFill>
                  <a:schemeClr val="bg2"/>
                </a:solidFill>
                <a:latin typeface="Yu Gothic Medium" panose="020B0400000000000000" pitchFamily="34" charset="-128"/>
                <a:ea typeface="Yu Gothic Medium" panose="020B0400000000000000" pitchFamily="34" charset="-128"/>
              </a:defRPr>
            </a:lvl2pPr>
            <a:lvl3pPr marL="719138" indent="-180975">
              <a:defRPr b="0" i="0">
                <a:solidFill>
                  <a:schemeClr val="bg2"/>
                </a:solidFill>
                <a:latin typeface="Yu Gothic Medium" panose="020B0400000000000000" pitchFamily="34" charset="-128"/>
                <a:ea typeface="Yu Gothic Medium" panose="020B0400000000000000" pitchFamily="34" charset="-128"/>
              </a:defRPr>
            </a:lvl3pPr>
            <a:lvl4pPr marL="985838" indent="-180975">
              <a:defRPr b="0" i="0">
                <a:solidFill>
                  <a:schemeClr val="bg2"/>
                </a:solidFill>
                <a:latin typeface="Yu Gothic Medium" panose="020B0400000000000000" pitchFamily="34" charset="-128"/>
                <a:ea typeface="Yu Gothic Medium" panose="020B0400000000000000" pitchFamily="34" charset="-128"/>
              </a:defRPr>
            </a:lvl4pPr>
            <a:lvl5pPr marL="1257300" indent="-180975">
              <a:tabLst>
                <a:tab pos="1076325" algn="l"/>
              </a:tabLst>
              <a:defRPr b="0" i="0">
                <a:solidFill>
                  <a:schemeClr val="bg2"/>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dirty="0"/>
              <a:t>テキストの書式設定</a:t>
            </a:r>
            <a:endParaRPr kumimoji="1" lang="en-US" altLang="ja-JP" dirty="0"/>
          </a:p>
          <a:p>
            <a:pPr lvl="1"/>
            <a:r>
              <a:rPr kumimoji="1" lang="ja-JP" altLang="en-US" dirty="0"/>
              <a:t>テキスト</a:t>
            </a:r>
            <a:endParaRPr kumimoji="1" lang="en-US" altLang="ja-JP" dirty="0"/>
          </a:p>
          <a:p>
            <a:pPr lvl="2"/>
            <a:r>
              <a:rPr kumimoji="1" lang="ja-JP" altLang="en-US" dirty="0"/>
              <a:t>テキスト</a:t>
            </a:r>
            <a:endParaRPr kumimoji="1" lang="en-US" altLang="ja-JP" dirty="0"/>
          </a:p>
          <a:p>
            <a:pPr lvl="3"/>
            <a:r>
              <a:rPr kumimoji="1" lang="ja-JP" altLang="en-US" dirty="0"/>
              <a:t>テキスト</a:t>
            </a:r>
            <a:endParaRPr kumimoji="1" lang="en-US" altLang="ja-JP" dirty="0"/>
          </a:p>
          <a:p>
            <a:pPr lvl="4"/>
            <a:r>
              <a:rPr kumimoji="1" lang="ja-JP" altLang="en-US" dirty="0"/>
              <a:t>テキスト</a:t>
            </a:r>
            <a:endParaRPr kumimoji="1" lang="en-US" altLang="ja-JP" dirty="0"/>
          </a:p>
        </p:txBody>
      </p:sp>
      <p:sp>
        <p:nvSpPr>
          <p:cNvPr id="5" name="Date Placeholder 3">
            <a:extLst>
              <a:ext uri="{FF2B5EF4-FFF2-40B4-BE49-F238E27FC236}">
                <a16:creationId xmlns:a16="http://schemas.microsoft.com/office/drawing/2014/main" id="{A3D03859-B735-5B46-EA88-4FE6F7498165}"/>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2"/>
                </a:solidFill>
              </a:rPr>
              <a:t>ⓒ ITOCHU Techno-Solutions Corporation</a:t>
            </a:r>
            <a:endParaRPr kumimoji="1" lang="ja-JP" altLang="en-US" sz="700">
              <a:solidFill>
                <a:schemeClr val="bg2"/>
              </a:solidFill>
            </a:endParaRPr>
          </a:p>
        </p:txBody>
      </p:sp>
      <p:sp>
        <p:nvSpPr>
          <p:cNvPr id="6" name="Slide Number Placeholder 5">
            <a:extLst>
              <a:ext uri="{FF2B5EF4-FFF2-40B4-BE49-F238E27FC236}">
                <a16:creationId xmlns:a16="http://schemas.microsoft.com/office/drawing/2014/main" id="{DE052843-D2AD-DFE5-DECC-ED205632FF2D}"/>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2"/>
                </a:solidFill>
              </a:rPr>
              <a:pPr/>
              <a:t>‹#›</a:t>
            </a:fld>
            <a:endParaRPr kumimoji="1" lang="ja-JP" altLang="en-US" sz="1600">
              <a:solidFill>
                <a:schemeClr val="bg2"/>
              </a:solidFill>
            </a:endParaRPr>
          </a:p>
        </p:txBody>
      </p:sp>
      <p:sp>
        <p:nvSpPr>
          <p:cNvPr id="4" name="タイトル 2">
            <a:extLst>
              <a:ext uri="{FF2B5EF4-FFF2-40B4-BE49-F238E27FC236}">
                <a16:creationId xmlns:a16="http://schemas.microsoft.com/office/drawing/2014/main" id="{124C8BBD-F76E-BFF3-575B-EF57C8A464F2}"/>
              </a:ext>
            </a:extLst>
          </p:cNvPr>
          <p:cNvSpPr>
            <a:spLocks noGrp="1"/>
          </p:cNvSpPr>
          <p:nvPr>
            <p:ph type="title" hasCustomPrompt="1"/>
          </p:nvPr>
        </p:nvSpPr>
        <p:spPr>
          <a:xfrm>
            <a:off x="399600" y="349200"/>
            <a:ext cx="9358425" cy="430371"/>
          </a:xfrm>
          <a:prstGeom prst="rect">
            <a:avLst/>
          </a:prstGeom>
        </p:spPr>
        <p:txBody>
          <a:bodyPr lIns="0" tIns="0" rIns="0"/>
          <a:lstStyle>
            <a:lvl1pPr>
              <a:defRPr kumimoji="1" lang="ja-JP" altLang="en-US" sz="2800" b="1" i="0" kern="1200" dirty="0">
                <a:solidFill>
                  <a:schemeClr val="bg2"/>
                </a:solidFill>
                <a:latin typeface="Yu Gothic" panose="020B0400000000000000" pitchFamily="34" charset="-128"/>
                <a:ea typeface="Yu Gothic" panose="020B0400000000000000" pitchFamily="34" charset="-128"/>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kumimoji="1" lang="ja-JP" altLang="en-US" dirty="0"/>
              <a:t>タイトルの書式設定</a:t>
            </a:r>
          </a:p>
        </p:txBody>
      </p:sp>
    </p:spTree>
    <p:extLst>
      <p:ext uri="{BB962C8B-B14F-4D97-AF65-F5344CB8AC3E}">
        <p14:creationId xmlns:p14="http://schemas.microsoft.com/office/powerpoint/2010/main" val="282293752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裏表紙（BrandProm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959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5801203"/>
      </p:ext>
    </p:extLst>
  </p:cSld>
  <p:clrMap bg1="lt1" tx1="dk1" bg2="lt2" tx2="dk2" accent1="accent1" accent2="accent2" accent3="accent3" accent4="accent4" accent5="accent5" accent6="accent6" hlink="hlink" folHlink="folHlink"/>
  <p:sldLayoutIdLst>
    <p:sldLayoutId id="2147483696" r:id="rId1"/>
    <p:sldLayoutId id="2147483721" r:id="rId2"/>
    <p:sldLayoutId id="2147483697" r:id="rId3"/>
    <p:sldLayoutId id="2147483698" r:id="rId4"/>
    <p:sldLayoutId id="2147483699" r:id="rId5"/>
    <p:sldLayoutId id="2147483700" r:id="rId6"/>
    <p:sldLayoutId id="2147483701" r:id="rId7"/>
    <p:sldLayoutId id="2147483702" r:id="rId8"/>
    <p:sldLayoutId id="2147483703" r:id="rId9"/>
    <p:sldLayoutId id="2147483717" r:id="rId10"/>
    <p:sldLayoutId id="2147483720" r:id="rId11"/>
    <p:sldLayoutId id="2147483733"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3">
          <p15:clr>
            <a:srgbClr val="F26B43"/>
          </p15:clr>
        </p15:guide>
        <p15:guide id="5" orient="horz" pos="391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12548"/>
        </a:solidFill>
        <a:effectLst/>
      </p:bgPr>
    </p:bg>
    <p:spTree>
      <p:nvGrpSpPr>
        <p:cNvPr id="1" name=""/>
        <p:cNvGrpSpPr/>
        <p:nvPr/>
      </p:nvGrpSpPr>
      <p:grpSpPr>
        <a:xfrm>
          <a:off x="0" y="0"/>
          <a:ext cx="0" cy="0"/>
          <a:chOff x="0" y="0"/>
          <a:chExt cx="0" cy="0"/>
        </a:xfrm>
      </p:grpSpPr>
      <p:grpSp>
        <p:nvGrpSpPr>
          <p:cNvPr id="102" name="グループ化 101">
            <a:extLst>
              <a:ext uri="{FF2B5EF4-FFF2-40B4-BE49-F238E27FC236}">
                <a16:creationId xmlns:a16="http://schemas.microsoft.com/office/drawing/2014/main" id="{2A6515A1-C749-A0BC-346F-9E9C625C5863}"/>
              </a:ext>
            </a:extLst>
          </p:cNvPr>
          <p:cNvGrpSpPr/>
          <p:nvPr userDrawn="1"/>
        </p:nvGrpSpPr>
        <p:grpSpPr>
          <a:xfrm>
            <a:off x="-2646410" y="0"/>
            <a:ext cx="2427336" cy="3886563"/>
            <a:chOff x="-2646410" y="0"/>
            <a:chExt cx="2427336" cy="3886563"/>
          </a:xfrm>
        </p:grpSpPr>
        <p:grpSp>
          <p:nvGrpSpPr>
            <p:cNvPr id="103" name="グループ化 102">
              <a:extLst>
                <a:ext uri="{FF2B5EF4-FFF2-40B4-BE49-F238E27FC236}">
                  <a16:creationId xmlns:a16="http://schemas.microsoft.com/office/drawing/2014/main" id="{19C9587B-15BF-A9AB-0C96-71EB75119A11}"/>
                </a:ext>
              </a:extLst>
            </p:cNvPr>
            <p:cNvGrpSpPr/>
            <p:nvPr userDrawn="1"/>
          </p:nvGrpSpPr>
          <p:grpSpPr>
            <a:xfrm>
              <a:off x="-2646407" y="4228"/>
              <a:ext cx="377678" cy="1861107"/>
              <a:chOff x="-3408415" y="-29139"/>
              <a:chExt cx="452007" cy="2227368"/>
            </a:xfrm>
          </p:grpSpPr>
          <p:grpSp>
            <p:nvGrpSpPr>
              <p:cNvPr id="146" name="グループ化 145">
                <a:extLst>
                  <a:ext uri="{FF2B5EF4-FFF2-40B4-BE49-F238E27FC236}">
                    <a16:creationId xmlns:a16="http://schemas.microsoft.com/office/drawing/2014/main" id="{B6FE1A51-6305-DC4F-77C3-52DABE489F12}"/>
                  </a:ext>
                </a:extLst>
              </p:cNvPr>
              <p:cNvGrpSpPr/>
              <p:nvPr userDrawn="1"/>
            </p:nvGrpSpPr>
            <p:grpSpPr>
              <a:xfrm>
                <a:off x="-3408415" y="123410"/>
                <a:ext cx="452007" cy="2074819"/>
                <a:chOff x="-2709812" y="0"/>
                <a:chExt cx="763449" cy="3504430"/>
              </a:xfrm>
            </p:grpSpPr>
            <p:sp>
              <p:nvSpPr>
                <p:cNvPr id="148" name="正方形/長方形 147">
                  <a:extLst>
                    <a:ext uri="{FF2B5EF4-FFF2-40B4-BE49-F238E27FC236}">
                      <a16:creationId xmlns:a16="http://schemas.microsoft.com/office/drawing/2014/main" id="{C5DBBDCB-3CE3-30FC-A7B9-01E60F0D3B6B}"/>
                    </a:ext>
                  </a:extLst>
                </p:cNvPr>
                <p:cNvSpPr/>
                <p:nvPr userDrawn="1"/>
              </p:nvSpPr>
              <p:spPr>
                <a:xfrm>
                  <a:off x="-2709812" y="0"/>
                  <a:ext cx="763449" cy="7168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49" name="正方形/長方形 148">
                  <a:extLst>
                    <a:ext uri="{FF2B5EF4-FFF2-40B4-BE49-F238E27FC236}">
                      <a16:creationId xmlns:a16="http://schemas.microsoft.com/office/drawing/2014/main" id="{B55946F3-4F27-B931-8272-0BE2CFD6E60E}"/>
                    </a:ext>
                  </a:extLst>
                </p:cNvPr>
                <p:cNvSpPr/>
                <p:nvPr userDrawn="1"/>
              </p:nvSpPr>
              <p:spPr>
                <a:xfrm>
                  <a:off x="-2709812" y="929207"/>
                  <a:ext cx="763449" cy="71680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50" name="正方形/長方形 149">
                  <a:extLst>
                    <a:ext uri="{FF2B5EF4-FFF2-40B4-BE49-F238E27FC236}">
                      <a16:creationId xmlns:a16="http://schemas.microsoft.com/office/drawing/2014/main" id="{236D03E7-F13E-9EBA-BD8C-AC69BCD60757}"/>
                    </a:ext>
                  </a:extLst>
                </p:cNvPr>
                <p:cNvSpPr/>
                <p:nvPr userDrawn="1"/>
              </p:nvSpPr>
              <p:spPr>
                <a:xfrm>
                  <a:off x="-2709812" y="1858417"/>
                  <a:ext cx="763449" cy="71680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sp>
              <p:nvSpPr>
                <p:cNvPr id="151" name="正方形/長方形 150">
                  <a:extLst>
                    <a:ext uri="{FF2B5EF4-FFF2-40B4-BE49-F238E27FC236}">
                      <a16:creationId xmlns:a16="http://schemas.microsoft.com/office/drawing/2014/main" id="{DA49A960-13EB-D5D9-8D00-6EFE7F3E2818}"/>
                    </a:ext>
                  </a:extLst>
                </p:cNvPr>
                <p:cNvSpPr/>
                <p:nvPr userDrawn="1"/>
              </p:nvSpPr>
              <p:spPr>
                <a:xfrm>
                  <a:off x="-2709812" y="2787621"/>
                  <a:ext cx="763449" cy="71680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grpSp>
          <p:sp>
            <p:nvSpPr>
              <p:cNvPr id="147" name="正方形/長方形 146">
                <a:extLst>
                  <a:ext uri="{FF2B5EF4-FFF2-40B4-BE49-F238E27FC236}">
                    <a16:creationId xmlns:a16="http://schemas.microsoft.com/office/drawing/2014/main" id="{7A7151D1-90FE-BC82-CEDE-BC2863D2D256}"/>
                  </a:ext>
                </a:extLst>
              </p:cNvPr>
              <p:cNvSpPr/>
              <p:nvPr userDrawn="1"/>
            </p:nvSpPr>
            <p:spPr>
              <a:xfrm>
                <a:off x="-3333738" y="-2913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1</a:t>
                </a:r>
                <a:endPar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endParaRPr>
              </a:p>
            </p:txBody>
          </p:sp>
        </p:grpSp>
        <p:grpSp>
          <p:nvGrpSpPr>
            <p:cNvPr id="104" name="グループ化 103">
              <a:extLst>
                <a:ext uri="{FF2B5EF4-FFF2-40B4-BE49-F238E27FC236}">
                  <a16:creationId xmlns:a16="http://schemas.microsoft.com/office/drawing/2014/main" id="{BB3B4968-03F7-EFB5-9D05-1226DCE43BC3}"/>
                </a:ext>
              </a:extLst>
            </p:cNvPr>
            <p:cNvGrpSpPr/>
            <p:nvPr userDrawn="1"/>
          </p:nvGrpSpPr>
          <p:grpSpPr>
            <a:xfrm>
              <a:off x="-1963191" y="0"/>
              <a:ext cx="377678" cy="1865335"/>
              <a:chOff x="-2590733" y="-34199"/>
              <a:chExt cx="452006" cy="2232435"/>
            </a:xfrm>
          </p:grpSpPr>
          <p:grpSp>
            <p:nvGrpSpPr>
              <p:cNvPr id="140" name="グループ化 139">
                <a:extLst>
                  <a:ext uri="{FF2B5EF4-FFF2-40B4-BE49-F238E27FC236}">
                    <a16:creationId xmlns:a16="http://schemas.microsoft.com/office/drawing/2014/main" id="{40870C4B-4B8C-762F-1233-8CA263DD493D}"/>
                  </a:ext>
                </a:extLst>
              </p:cNvPr>
              <p:cNvGrpSpPr/>
              <p:nvPr userDrawn="1"/>
            </p:nvGrpSpPr>
            <p:grpSpPr>
              <a:xfrm>
                <a:off x="-2590733" y="123410"/>
                <a:ext cx="452006" cy="2074826"/>
                <a:chOff x="-1330808" y="19671"/>
                <a:chExt cx="763449" cy="3504430"/>
              </a:xfrm>
            </p:grpSpPr>
            <p:sp>
              <p:nvSpPr>
                <p:cNvPr id="142" name="正方形/長方形 141">
                  <a:extLst>
                    <a:ext uri="{FF2B5EF4-FFF2-40B4-BE49-F238E27FC236}">
                      <a16:creationId xmlns:a16="http://schemas.microsoft.com/office/drawing/2014/main" id="{07B4AAAF-C516-C67C-186D-AB136F2C776D}"/>
                    </a:ext>
                  </a:extLst>
                </p:cNvPr>
                <p:cNvSpPr/>
                <p:nvPr userDrawn="1"/>
              </p:nvSpPr>
              <p:spPr>
                <a:xfrm>
                  <a:off x="-1330808" y="19671"/>
                  <a:ext cx="763449" cy="7168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43" name="正方形/長方形 142">
                  <a:extLst>
                    <a:ext uri="{FF2B5EF4-FFF2-40B4-BE49-F238E27FC236}">
                      <a16:creationId xmlns:a16="http://schemas.microsoft.com/office/drawing/2014/main" id="{AABC157E-89C4-C3A2-79E3-A95F9497C9D7}"/>
                    </a:ext>
                  </a:extLst>
                </p:cNvPr>
                <p:cNvSpPr/>
                <p:nvPr userDrawn="1"/>
              </p:nvSpPr>
              <p:spPr>
                <a:xfrm>
                  <a:off x="-1330808" y="948878"/>
                  <a:ext cx="763449" cy="716808"/>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dirty="0">
                    <a:ln>
                      <a:noFill/>
                    </a:ln>
                    <a:solidFill>
                      <a:srgbClr val="005CCA"/>
                    </a:solidFill>
                    <a:effectLst/>
                    <a:uLnTx/>
                    <a:uFillTx/>
                    <a:latin typeface="游ゴシック Medium"/>
                    <a:ea typeface="游ゴシック Medium"/>
                  </a:endParaRPr>
                </a:p>
              </p:txBody>
            </p:sp>
            <p:sp>
              <p:nvSpPr>
                <p:cNvPr id="144" name="正方形/長方形 143">
                  <a:extLst>
                    <a:ext uri="{FF2B5EF4-FFF2-40B4-BE49-F238E27FC236}">
                      <a16:creationId xmlns:a16="http://schemas.microsoft.com/office/drawing/2014/main" id="{3E8B0085-338C-84C0-240F-C5979C644520}"/>
                    </a:ext>
                  </a:extLst>
                </p:cNvPr>
                <p:cNvSpPr/>
                <p:nvPr userDrawn="1"/>
              </p:nvSpPr>
              <p:spPr>
                <a:xfrm>
                  <a:off x="-1330808" y="1878086"/>
                  <a:ext cx="763449" cy="716808"/>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sp>
              <p:nvSpPr>
                <p:cNvPr id="145" name="正方形/長方形 144">
                  <a:extLst>
                    <a:ext uri="{FF2B5EF4-FFF2-40B4-BE49-F238E27FC236}">
                      <a16:creationId xmlns:a16="http://schemas.microsoft.com/office/drawing/2014/main" id="{1EAE1E9D-4608-F208-B806-081AF05F2419}"/>
                    </a:ext>
                  </a:extLst>
                </p:cNvPr>
                <p:cNvSpPr/>
                <p:nvPr userDrawn="1"/>
              </p:nvSpPr>
              <p:spPr>
                <a:xfrm>
                  <a:off x="-1330808" y="2807293"/>
                  <a:ext cx="763449" cy="71680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lang="ja-JP" altLang="en-US" b="0" i="0" u="none" strike="noStrike" cap="none" spc="0" normalizeH="0" baseline="0" noProof="0">
                    <a:ln>
                      <a:noFill/>
                    </a:ln>
                    <a:solidFill>
                      <a:srgbClr val="005CCA"/>
                    </a:solidFill>
                    <a:effectLst/>
                    <a:uLnTx/>
                    <a:uFillTx/>
                    <a:latin typeface="游ゴシック Medium"/>
                    <a:ea typeface="游ゴシック Medium"/>
                  </a:endParaRPr>
                </a:p>
              </p:txBody>
            </p:sp>
          </p:grpSp>
          <p:sp>
            <p:nvSpPr>
              <p:cNvPr id="141" name="正方形/長方形 140">
                <a:extLst>
                  <a:ext uri="{FF2B5EF4-FFF2-40B4-BE49-F238E27FC236}">
                    <a16:creationId xmlns:a16="http://schemas.microsoft.com/office/drawing/2014/main" id="{45281B4E-3FC9-2CAE-9D3A-531038B9295A}"/>
                  </a:ext>
                </a:extLst>
              </p:cNvPr>
              <p:cNvSpPr/>
              <p:nvPr userDrawn="1"/>
            </p:nvSpPr>
            <p:spPr>
              <a:xfrm>
                <a:off x="-2516059" y="-3419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2</a:t>
                </a:r>
              </a:p>
            </p:txBody>
          </p:sp>
        </p:grpSp>
        <p:grpSp>
          <p:nvGrpSpPr>
            <p:cNvPr id="105" name="グループ化 104">
              <a:extLst>
                <a:ext uri="{FF2B5EF4-FFF2-40B4-BE49-F238E27FC236}">
                  <a16:creationId xmlns:a16="http://schemas.microsoft.com/office/drawing/2014/main" id="{2E766990-C27E-EA55-1781-F033EDF09B32}"/>
                </a:ext>
              </a:extLst>
            </p:cNvPr>
            <p:cNvGrpSpPr/>
            <p:nvPr userDrawn="1"/>
          </p:nvGrpSpPr>
          <p:grpSpPr>
            <a:xfrm>
              <a:off x="-2646410" y="2018118"/>
              <a:ext cx="377678" cy="1868445"/>
              <a:chOff x="-3408411" y="2381088"/>
              <a:chExt cx="452006" cy="2236157"/>
            </a:xfrm>
          </p:grpSpPr>
          <p:grpSp>
            <p:nvGrpSpPr>
              <p:cNvPr id="134" name="グループ化 133">
                <a:extLst>
                  <a:ext uri="{FF2B5EF4-FFF2-40B4-BE49-F238E27FC236}">
                    <a16:creationId xmlns:a16="http://schemas.microsoft.com/office/drawing/2014/main" id="{F2683BAA-BB59-78DB-06E7-869C1221F5D6}"/>
                  </a:ext>
                </a:extLst>
              </p:cNvPr>
              <p:cNvGrpSpPr/>
              <p:nvPr userDrawn="1"/>
            </p:nvGrpSpPr>
            <p:grpSpPr>
              <a:xfrm>
                <a:off x="-3408411" y="2542419"/>
                <a:ext cx="452006" cy="2074826"/>
                <a:chOff x="-1330809" y="3775503"/>
                <a:chExt cx="763449" cy="3504430"/>
              </a:xfrm>
            </p:grpSpPr>
            <p:sp>
              <p:nvSpPr>
                <p:cNvPr id="136" name="正方形/長方形 135">
                  <a:extLst>
                    <a:ext uri="{FF2B5EF4-FFF2-40B4-BE49-F238E27FC236}">
                      <a16:creationId xmlns:a16="http://schemas.microsoft.com/office/drawing/2014/main" id="{7D1A4794-6B14-F565-B081-495B32B5C4FF}"/>
                    </a:ext>
                  </a:extLst>
                </p:cNvPr>
                <p:cNvSpPr/>
                <p:nvPr userDrawn="1"/>
              </p:nvSpPr>
              <p:spPr>
                <a:xfrm>
                  <a:off x="-1330809" y="3775503"/>
                  <a:ext cx="763449" cy="71680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37" name="正方形/長方形 136">
                  <a:extLst>
                    <a:ext uri="{FF2B5EF4-FFF2-40B4-BE49-F238E27FC236}">
                      <a16:creationId xmlns:a16="http://schemas.microsoft.com/office/drawing/2014/main" id="{3DFEE7B0-E14B-4F30-E950-763555BBEE1F}"/>
                    </a:ext>
                  </a:extLst>
                </p:cNvPr>
                <p:cNvSpPr/>
                <p:nvPr userDrawn="1"/>
              </p:nvSpPr>
              <p:spPr>
                <a:xfrm>
                  <a:off x="-1330809" y="4704710"/>
                  <a:ext cx="763449" cy="71680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8" name="正方形/長方形 137">
                  <a:extLst>
                    <a:ext uri="{FF2B5EF4-FFF2-40B4-BE49-F238E27FC236}">
                      <a16:creationId xmlns:a16="http://schemas.microsoft.com/office/drawing/2014/main" id="{2FC9360E-B924-EA87-A03C-E03C9061289F}"/>
                    </a:ext>
                  </a:extLst>
                </p:cNvPr>
                <p:cNvSpPr/>
                <p:nvPr userDrawn="1"/>
              </p:nvSpPr>
              <p:spPr>
                <a:xfrm>
                  <a:off x="-1330809" y="5633918"/>
                  <a:ext cx="763449" cy="71680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9" name="正方形/長方形 138">
                  <a:extLst>
                    <a:ext uri="{FF2B5EF4-FFF2-40B4-BE49-F238E27FC236}">
                      <a16:creationId xmlns:a16="http://schemas.microsoft.com/office/drawing/2014/main" id="{8BD22451-53EC-469E-E205-88E7CA78C936}"/>
                    </a:ext>
                  </a:extLst>
                </p:cNvPr>
                <p:cNvSpPr/>
                <p:nvPr userDrawn="1"/>
              </p:nvSpPr>
              <p:spPr>
                <a:xfrm>
                  <a:off x="-1330809" y="6563125"/>
                  <a:ext cx="763449" cy="71680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35" name="正方形/長方形 134">
                <a:extLst>
                  <a:ext uri="{FF2B5EF4-FFF2-40B4-BE49-F238E27FC236}">
                    <a16:creationId xmlns:a16="http://schemas.microsoft.com/office/drawing/2014/main" id="{D582AC40-7A97-BBE5-3EE2-BA527C697A33}"/>
                  </a:ext>
                </a:extLst>
              </p:cNvPr>
              <p:cNvSpPr/>
              <p:nvPr userDrawn="1"/>
            </p:nvSpPr>
            <p:spPr>
              <a:xfrm>
                <a:off x="-3333738" y="2381088"/>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5</a:t>
                </a:r>
                <a:endPar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endParaRPr>
              </a:p>
            </p:txBody>
          </p:sp>
        </p:grpSp>
        <p:grpSp>
          <p:nvGrpSpPr>
            <p:cNvPr id="106" name="グループ化 105">
              <a:extLst>
                <a:ext uri="{FF2B5EF4-FFF2-40B4-BE49-F238E27FC236}">
                  <a16:creationId xmlns:a16="http://schemas.microsoft.com/office/drawing/2014/main" id="{3066F049-37DA-95B9-6155-1BBB19F2BF45}"/>
                </a:ext>
              </a:extLst>
            </p:cNvPr>
            <p:cNvGrpSpPr/>
            <p:nvPr userDrawn="1"/>
          </p:nvGrpSpPr>
          <p:grpSpPr>
            <a:xfrm>
              <a:off x="-2061270" y="2018118"/>
              <a:ext cx="573838" cy="1868445"/>
              <a:chOff x="-2708115" y="2381088"/>
              <a:chExt cx="686770" cy="2236157"/>
            </a:xfrm>
          </p:grpSpPr>
          <p:grpSp>
            <p:nvGrpSpPr>
              <p:cNvPr id="128" name="グループ化 127">
                <a:extLst>
                  <a:ext uri="{FF2B5EF4-FFF2-40B4-BE49-F238E27FC236}">
                    <a16:creationId xmlns:a16="http://schemas.microsoft.com/office/drawing/2014/main" id="{AD7F60A5-E7D5-8761-B432-943E2E8E9F01}"/>
                  </a:ext>
                </a:extLst>
              </p:cNvPr>
              <p:cNvGrpSpPr/>
              <p:nvPr userDrawn="1"/>
            </p:nvGrpSpPr>
            <p:grpSpPr>
              <a:xfrm>
                <a:off x="-2590735" y="2542419"/>
                <a:ext cx="452006" cy="2074826"/>
                <a:chOff x="-2709812" y="3727359"/>
                <a:chExt cx="763449" cy="3504430"/>
              </a:xfrm>
            </p:grpSpPr>
            <p:sp>
              <p:nvSpPr>
                <p:cNvPr id="130" name="正方形/長方形 129">
                  <a:extLst>
                    <a:ext uri="{FF2B5EF4-FFF2-40B4-BE49-F238E27FC236}">
                      <a16:creationId xmlns:a16="http://schemas.microsoft.com/office/drawing/2014/main" id="{E2AF2B24-2F6F-FB67-BB2F-4247C0F08AB5}"/>
                    </a:ext>
                  </a:extLst>
                </p:cNvPr>
                <p:cNvSpPr/>
                <p:nvPr userDrawn="1"/>
              </p:nvSpPr>
              <p:spPr>
                <a:xfrm>
                  <a:off x="-2709812" y="3727359"/>
                  <a:ext cx="763449" cy="71680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31" name="正方形/長方形 130">
                  <a:extLst>
                    <a:ext uri="{FF2B5EF4-FFF2-40B4-BE49-F238E27FC236}">
                      <a16:creationId xmlns:a16="http://schemas.microsoft.com/office/drawing/2014/main" id="{6427A5AE-FA19-A10B-C2DE-2DEECBF4A238}"/>
                    </a:ext>
                  </a:extLst>
                </p:cNvPr>
                <p:cNvSpPr/>
                <p:nvPr userDrawn="1"/>
              </p:nvSpPr>
              <p:spPr>
                <a:xfrm>
                  <a:off x="-2709812" y="4656566"/>
                  <a:ext cx="763449" cy="716808"/>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2" name="正方形/長方形 131">
                  <a:extLst>
                    <a:ext uri="{FF2B5EF4-FFF2-40B4-BE49-F238E27FC236}">
                      <a16:creationId xmlns:a16="http://schemas.microsoft.com/office/drawing/2014/main" id="{1CAF8E8D-D934-9FDF-C688-38672487728E}"/>
                    </a:ext>
                  </a:extLst>
                </p:cNvPr>
                <p:cNvSpPr/>
                <p:nvPr userDrawn="1"/>
              </p:nvSpPr>
              <p:spPr>
                <a:xfrm>
                  <a:off x="-2709812" y="5585774"/>
                  <a:ext cx="763449" cy="71680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33" name="正方形/長方形 132">
                  <a:extLst>
                    <a:ext uri="{FF2B5EF4-FFF2-40B4-BE49-F238E27FC236}">
                      <a16:creationId xmlns:a16="http://schemas.microsoft.com/office/drawing/2014/main" id="{D159FC81-2728-81BE-B71E-F6D3D3238539}"/>
                    </a:ext>
                  </a:extLst>
                </p:cNvPr>
                <p:cNvSpPr/>
                <p:nvPr userDrawn="1"/>
              </p:nvSpPr>
              <p:spPr>
                <a:xfrm>
                  <a:off x="-2709812" y="6514981"/>
                  <a:ext cx="763449" cy="71680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29" name="正方形/長方形 128">
                <a:extLst>
                  <a:ext uri="{FF2B5EF4-FFF2-40B4-BE49-F238E27FC236}">
                    <a16:creationId xmlns:a16="http://schemas.microsoft.com/office/drawing/2014/main" id="{DCF544CF-1A01-E6C7-05D6-57979C5646DF}"/>
                  </a:ext>
                </a:extLst>
              </p:cNvPr>
              <p:cNvSpPr/>
              <p:nvPr userDrawn="1"/>
            </p:nvSpPr>
            <p:spPr>
              <a:xfrm>
                <a:off x="-2708115" y="2381088"/>
                <a:ext cx="686770"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6</a:t>
                </a:r>
                <a:r>
                  <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rPr>
                  <a:t>　</a:t>
                </a:r>
              </a:p>
            </p:txBody>
          </p:sp>
        </p:grpSp>
        <p:grpSp>
          <p:nvGrpSpPr>
            <p:cNvPr id="107" name="グループ化 106">
              <a:extLst>
                <a:ext uri="{FF2B5EF4-FFF2-40B4-BE49-F238E27FC236}">
                  <a16:creationId xmlns:a16="http://schemas.microsoft.com/office/drawing/2014/main" id="{0A5CED1E-AFBF-9F55-9F4C-69096769B199}"/>
                </a:ext>
              </a:extLst>
            </p:cNvPr>
            <p:cNvGrpSpPr/>
            <p:nvPr userDrawn="1"/>
          </p:nvGrpSpPr>
          <p:grpSpPr>
            <a:xfrm>
              <a:off x="-1279971" y="4228"/>
              <a:ext cx="377678" cy="1861107"/>
              <a:chOff x="-1773055" y="-29139"/>
              <a:chExt cx="452006" cy="2227375"/>
            </a:xfrm>
          </p:grpSpPr>
          <p:grpSp>
            <p:nvGrpSpPr>
              <p:cNvPr id="122" name="グループ化 121">
                <a:extLst>
                  <a:ext uri="{FF2B5EF4-FFF2-40B4-BE49-F238E27FC236}">
                    <a16:creationId xmlns:a16="http://schemas.microsoft.com/office/drawing/2014/main" id="{023E381B-5D05-3C14-DF2B-5BC258628EA8}"/>
                  </a:ext>
                </a:extLst>
              </p:cNvPr>
              <p:cNvGrpSpPr/>
              <p:nvPr userDrawn="1"/>
            </p:nvGrpSpPr>
            <p:grpSpPr>
              <a:xfrm>
                <a:off x="-1773055" y="123410"/>
                <a:ext cx="452006" cy="2074826"/>
                <a:chOff x="-2709812" y="0"/>
                <a:chExt cx="763449" cy="3504430"/>
              </a:xfrm>
            </p:grpSpPr>
            <p:sp>
              <p:nvSpPr>
                <p:cNvPr id="124" name="正方形/長方形 123">
                  <a:extLst>
                    <a:ext uri="{FF2B5EF4-FFF2-40B4-BE49-F238E27FC236}">
                      <a16:creationId xmlns:a16="http://schemas.microsoft.com/office/drawing/2014/main" id="{B7F1742F-83FF-F6CF-5E40-7F0AF56FCB09}"/>
                    </a:ext>
                  </a:extLst>
                </p:cNvPr>
                <p:cNvSpPr/>
                <p:nvPr userDrawn="1"/>
              </p:nvSpPr>
              <p:spPr>
                <a:xfrm>
                  <a:off x="-2709812" y="0"/>
                  <a:ext cx="763449" cy="71680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25" name="正方形/長方形 124">
                  <a:extLst>
                    <a:ext uri="{FF2B5EF4-FFF2-40B4-BE49-F238E27FC236}">
                      <a16:creationId xmlns:a16="http://schemas.microsoft.com/office/drawing/2014/main" id="{A3272A49-1BCD-717D-0268-966D21623E22}"/>
                    </a:ext>
                  </a:extLst>
                </p:cNvPr>
                <p:cNvSpPr/>
                <p:nvPr userDrawn="1"/>
              </p:nvSpPr>
              <p:spPr>
                <a:xfrm>
                  <a:off x="-2709812" y="929207"/>
                  <a:ext cx="763449" cy="71680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26" name="正方形/長方形 125">
                  <a:extLst>
                    <a:ext uri="{FF2B5EF4-FFF2-40B4-BE49-F238E27FC236}">
                      <a16:creationId xmlns:a16="http://schemas.microsoft.com/office/drawing/2014/main" id="{DED85DD5-E50D-766F-8623-6B50C9CFA87A}"/>
                    </a:ext>
                  </a:extLst>
                </p:cNvPr>
                <p:cNvSpPr/>
                <p:nvPr userDrawn="1"/>
              </p:nvSpPr>
              <p:spPr>
                <a:xfrm>
                  <a:off x="-2709812" y="1858417"/>
                  <a:ext cx="763449" cy="71680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27" name="正方形/長方形 126">
                  <a:extLst>
                    <a:ext uri="{FF2B5EF4-FFF2-40B4-BE49-F238E27FC236}">
                      <a16:creationId xmlns:a16="http://schemas.microsoft.com/office/drawing/2014/main" id="{1FE065B6-0F30-3D92-DD0E-7A91C29FF69E}"/>
                    </a:ext>
                  </a:extLst>
                </p:cNvPr>
                <p:cNvSpPr/>
                <p:nvPr userDrawn="1"/>
              </p:nvSpPr>
              <p:spPr>
                <a:xfrm>
                  <a:off x="-2709812" y="2787621"/>
                  <a:ext cx="763449" cy="71680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23" name="正方形/長方形 122">
                <a:extLst>
                  <a:ext uri="{FF2B5EF4-FFF2-40B4-BE49-F238E27FC236}">
                    <a16:creationId xmlns:a16="http://schemas.microsoft.com/office/drawing/2014/main" id="{4B82D84B-34A8-26AB-7924-585AF7B5A387}"/>
                  </a:ext>
                </a:extLst>
              </p:cNvPr>
              <p:cNvSpPr/>
              <p:nvPr userDrawn="1"/>
            </p:nvSpPr>
            <p:spPr>
              <a:xfrm>
                <a:off x="-1698382" y="-2913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3</a:t>
                </a:r>
                <a:endParaRPr kumimoji="1" lang="ja-JP" altLang="en-US" sz="1200" b="0" i="0" u="none" strike="noStrike" kern="1200" cap="none" spc="0" normalizeH="0" baseline="0" noProof="0" dirty="0">
                  <a:ln>
                    <a:noFill/>
                  </a:ln>
                  <a:solidFill>
                    <a:srgbClr val="000000"/>
                  </a:solidFill>
                  <a:effectLst/>
                  <a:uLnTx/>
                  <a:uFillTx/>
                  <a:latin typeface="游ゴシック Medium"/>
                  <a:ea typeface="游ゴシック Medium"/>
                  <a:cs typeface="+mn-cs"/>
                </a:endParaRPr>
              </a:p>
            </p:txBody>
          </p:sp>
        </p:grpSp>
        <p:grpSp>
          <p:nvGrpSpPr>
            <p:cNvPr id="108" name="グループ化 107">
              <a:extLst>
                <a:ext uri="{FF2B5EF4-FFF2-40B4-BE49-F238E27FC236}">
                  <a16:creationId xmlns:a16="http://schemas.microsoft.com/office/drawing/2014/main" id="{6B0EDBF4-D181-DB2B-3469-AB949D9B5BFD}"/>
                </a:ext>
              </a:extLst>
            </p:cNvPr>
            <p:cNvGrpSpPr/>
            <p:nvPr userDrawn="1"/>
          </p:nvGrpSpPr>
          <p:grpSpPr>
            <a:xfrm>
              <a:off x="-596752" y="0"/>
              <a:ext cx="377678" cy="1865335"/>
              <a:chOff x="-955378" y="-34199"/>
              <a:chExt cx="452006" cy="2232435"/>
            </a:xfrm>
          </p:grpSpPr>
          <p:grpSp>
            <p:nvGrpSpPr>
              <p:cNvPr id="116" name="グループ化 115">
                <a:extLst>
                  <a:ext uri="{FF2B5EF4-FFF2-40B4-BE49-F238E27FC236}">
                    <a16:creationId xmlns:a16="http://schemas.microsoft.com/office/drawing/2014/main" id="{40AAA9F9-DCF7-86B4-A99E-D7A5C0D8FED8}"/>
                  </a:ext>
                </a:extLst>
              </p:cNvPr>
              <p:cNvGrpSpPr/>
              <p:nvPr userDrawn="1"/>
            </p:nvGrpSpPr>
            <p:grpSpPr>
              <a:xfrm>
                <a:off x="-955378" y="123410"/>
                <a:ext cx="452006" cy="2074826"/>
                <a:chOff x="-1330808" y="19671"/>
                <a:chExt cx="763449" cy="3504430"/>
              </a:xfrm>
            </p:grpSpPr>
            <p:sp>
              <p:nvSpPr>
                <p:cNvPr id="118" name="正方形/長方形 117">
                  <a:extLst>
                    <a:ext uri="{FF2B5EF4-FFF2-40B4-BE49-F238E27FC236}">
                      <a16:creationId xmlns:a16="http://schemas.microsoft.com/office/drawing/2014/main" id="{95EE3A91-4193-4D56-20B6-8B0DC98830E6}"/>
                    </a:ext>
                  </a:extLst>
                </p:cNvPr>
                <p:cNvSpPr/>
                <p:nvPr userDrawn="1"/>
              </p:nvSpPr>
              <p:spPr>
                <a:xfrm>
                  <a:off x="-1330808" y="19671"/>
                  <a:ext cx="763449" cy="71680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19" name="正方形/長方形 118">
                  <a:extLst>
                    <a:ext uri="{FF2B5EF4-FFF2-40B4-BE49-F238E27FC236}">
                      <a16:creationId xmlns:a16="http://schemas.microsoft.com/office/drawing/2014/main" id="{04C6B256-A8A6-EFEE-A8B7-727ED1490A1D}"/>
                    </a:ext>
                  </a:extLst>
                </p:cNvPr>
                <p:cNvSpPr/>
                <p:nvPr userDrawn="1"/>
              </p:nvSpPr>
              <p:spPr>
                <a:xfrm>
                  <a:off x="-1330808" y="948878"/>
                  <a:ext cx="763449" cy="71680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20" name="正方形/長方形 119">
                  <a:extLst>
                    <a:ext uri="{FF2B5EF4-FFF2-40B4-BE49-F238E27FC236}">
                      <a16:creationId xmlns:a16="http://schemas.microsoft.com/office/drawing/2014/main" id="{5656D044-813D-8F3F-39AF-CCB0602F4EB6}"/>
                    </a:ext>
                  </a:extLst>
                </p:cNvPr>
                <p:cNvSpPr/>
                <p:nvPr userDrawn="1"/>
              </p:nvSpPr>
              <p:spPr>
                <a:xfrm>
                  <a:off x="-1330808" y="1878086"/>
                  <a:ext cx="763449" cy="71680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21" name="正方形/長方形 120">
                  <a:extLst>
                    <a:ext uri="{FF2B5EF4-FFF2-40B4-BE49-F238E27FC236}">
                      <a16:creationId xmlns:a16="http://schemas.microsoft.com/office/drawing/2014/main" id="{06A491B0-B518-8721-DBB2-F26C8B566B9B}"/>
                    </a:ext>
                  </a:extLst>
                </p:cNvPr>
                <p:cNvSpPr/>
                <p:nvPr userDrawn="1"/>
              </p:nvSpPr>
              <p:spPr>
                <a:xfrm>
                  <a:off x="-1330808" y="2807293"/>
                  <a:ext cx="763449" cy="71680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17" name="正方形/長方形 116">
                <a:extLst>
                  <a:ext uri="{FF2B5EF4-FFF2-40B4-BE49-F238E27FC236}">
                    <a16:creationId xmlns:a16="http://schemas.microsoft.com/office/drawing/2014/main" id="{E073D5D5-DDBE-EE82-CE72-8A5B42EA1680}"/>
                  </a:ext>
                </a:extLst>
              </p:cNvPr>
              <p:cNvSpPr/>
              <p:nvPr userDrawn="1"/>
            </p:nvSpPr>
            <p:spPr>
              <a:xfrm>
                <a:off x="-880704" y="-34199"/>
                <a:ext cx="302661"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游ゴシック Medium"/>
                    <a:ea typeface="游ゴシック Medium"/>
                    <a:cs typeface="+mn-cs"/>
                  </a:rPr>
                  <a:t>4</a:t>
                </a:r>
              </a:p>
            </p:txBody>
          </p:sp>
        </p:grpSp>
        <p:grpSp>
          <p:nvGrpSpPr>
            <p:cNvPr id="109" name="グループ化 108">
              <a:extLst>
                <a:ext uri="{FF2B5EF4-FFF2-40B4-BE49-F238E27FC236}">
                  <a16:creationId xmlns:a16="http://schemas.microsoft.com/office/drawing/2014/main" id="{AD002CB7-4376-DB68-5EB0-AA01AA4F437E}"/>
                </a:ext>
              </a:extLst>
            </p:cNvPr>
            <p:cNvGrpSpPr/>
            <p:nvPr userDrawn="1"/>
          </p:nvGrpSpPr>
          <p:grpSpPr>
            <a:xfrm>
              <a:off x="-1471064" y="2018118"/>
              <a:ext cx="759864" cy="1868445"/>
              <a:chOff x="-2001755" y="2381088"/>
              <a:chExt cx="909406" cy="2236157"/>
            </a:xfrm>
          </p:grpSpPr>
          <p:grpSp>
            <p:nvGrpSpPr>
              <p:cNvPr id="110" name="グループ化 109">
                <a:extLst>
                  <a:ext uri="{FF2B5EF4-FFF2-40B4-BE49-F238E27FC236}">
                    <a16:creationId xmlns:a16="http://schemas.microsoft.com/office/drawing/2014/main" id="{7D4E3791-B8FC-B255-0AFF-79FEED2E0CD5}"/>
                  </a:ext>
                </a:extLst>
              </p:cNvPr>
              <p:cNvGrpSpPr/>
              <p:nvPr userDrawn="1"/>
            </p:nvGrpSpPr>
            <p:grpSpPr>
              <a:xfrm>
                <a:off x="-1773055" y="2542419"/>
                <a:ext cx="452006" cy="2074826"/>
                <a:chOff x="-1330809" y="3775503"/>
                <a:chExt cx="763449" cy="3504430"/>
              </a:xfrm>
            </p:grpSpPr>
            <p:sp>
              <p:nvSpPr>
                <p:cNvPr id="112" name="正方形/長方形 111">
                  <a:extLst>
                    <a:ext uri="{FF2B5EF4-FFF2-40B4-BE49-F238E27FC236}">
                      <a16:creationId xmlns:a16="http://schemas.microsoft.com/office/drawing/2014/main" id="{2889D937-03E5-EF51-3CB8-FAC88D3A84A8}"/>
                    </a:ext>
                  </a:extLst>
                </p:cNvPr>
                <p:cNvSpPr/>
                <p:nvPr userDrawn="1"/>
              </p:nvSpPr>
              <p:spPr>
                <a:xfrm>
                  <a:off x="-1330809" y="3775503"/>
                  <a:ext cx="763449" cy="71680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005CCA"/>
                    </a:solidFill>
                    <a:effectLst/>
                    <a:uLnTx/>
                    <a:uFillTx/>
                    <a:latin typeface="游ゴシック Medium"/>
                    <a:ea typeface="游ゴシック Medium"/>
                    <a:cs typeface="+mn-cs"/>
                  </a:endParaRPr>
                </a:p>
              </p:txBody>
            </p:sp>
            <p:sp>
              <p:nvSpPr>
                <p:cNvPr id="113" name="正方形/長方形 112">
                  <a:extLst>
                    <a:ext uri="{FF2B5EF4-FFF2-40B4-BE49-F238E27FC236}">
                      <a16:creationId xmlns:a16="http://schemas.microsoft.com/office/drawing/2014/main" id="{95F57B1B-29D1-91D8-2222-2194A05CE9FA}"/>
                    </a:ext>
                  </a:extLst>
                </p:cNvPr>
                <p:cNvSpPr/>
                <p:nvPr userDrawn="1"/>
              </p:nvSpPr>
              <p:spPr>
                <a:xfrm>
                  <a:off x="-1330809" y="4704710"/>
                  <a:ext cx="763449" cy="71680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14" name="正方形/長方形 113">
                  <a:extLst>
                    <a:ext uri="{FF2B5EF4-FFF2-40B4-BE49-F238E27FC236}">
                      <a16:creationId xmlns:a16="http://schemas.microsoft.com/office/drawing/2014/main" id="{FDB56576-C641-A72F-3B69-C6966BEB231D}"/>
                    </a:ext>
                  </a:extLst>
                </p:cNvPr>
                <p:cNvSpPr/>
                <p:nvPr userDrawn="1"/>
              </p:nvSpPr>
              <p:spPr>
                <a:xfrm>
                  <a:off x="-1330809" y="5633918"/>
                  <a:ext cx="763449" cy="716808"/>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sp>
              <p:nvSpPr>
                <p:cNvPr id="115" name="正方形/長方形 114">
                  <a:extLst>
                    <a:ext uri="{FF2B5EF4-FFF2-40B4-BE49-F238E27FC236}">
                      <a16:creationId xmlns:a16="http://schemas.microsoft.com/office/drawing/2014/main" id="{7A2D6452-CCFB-C707-E69D-E6E0C8DB562E}"/>
                    </a:ext>
                  </a:extLst>
                </p:cNvPr>
                <p:cNvSpPr/>
                <p:nvPr userDrawn="1"/>
              </p:nvSpPr>
              <p:spPr>
                <a:xfrm>
                  <a:off x="-1330809" y="6563125"/>
                  <a:ext cx="763449" cy="71680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5CCA"/>
                    </a:solidFill>
                    <a:effectLst/>
                    <a:uLnTx/>
                    <a:uFillTx/>
                    <a:latin typeface="游ゴシック Medium"/>
                    <a:ea typeface="游ゴシック Medium"/>
                    <a:cs typeface="+mn-cs"/>
                  </a:endParaRPr>
                </a:p>
              </p:txBody>
            </p:sp>
          </p:grpSp>
          <p:sp>
            <p:nvSpPr>
              <p:cNvPr id="111" name="正方形/長方形 110">
                <a:extLst>
                  <a:ext uri="{FF2B5EF4-FFF2-40B4-BE49-F238E27FC236}">
                    <a16:creationId xmlns:a16="http://schemas.microsoft.com/office/drawing/2014/main" id="{57FEB6A0-EAC7-6854-E2E3-B57600242B05}"/>
                  </a:ext>
                </a:extLst>
              </p:cNvPr>
              <p:cNvSpPr/>
              <p:nvPr userDrawn="1"/>
            </p:nvSpPr>
            <p:spPr>
              <a:xfrm>
                <a:off x="-2001755" y="2381088"/>
                <a:ext cx="909406" cy="1065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游ゴシック Medium"/>
                    <a:ea typeface="游ゴシック Medium"/>
                    <a:cs typeface="+mn-cs"/>
                  </a:rPr>
                  <a:t>アクセント</a:t>
                </a:r>
              </a:p>
            </p:txBody>
          </p:sp>
        </p:grpSp>
      </p:grpSp>
    </p:spTree>
    <p:extLst>
      <p:ext uri="{BB962C8B-B14F-4D97-AF65-F5344CB8AC3E}">
        <p14:creationId xmlns:p14="http://schemas.microsoft.com/office/powerpoint/2010/main" val="413739606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4">
          <p15:clr>
            <a:srgbClr val="F26B43"/>
          </p15:clr>
        </p15:guide>
        <p15:guide id="5" orient="horz" pos="391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5ECB1922-25FE-A4E3-2488-69E90036576E}"/>
              </a:ext>
            </a:extLst>
          </p:cNvPr>
          <p:cNvSpPr>
            <a:spLocks noGrp="1"/>
          </p:cNvSpPr>
          <p:nvPr>
            <p:ph type="ctrTitle"/>
          </p:nvPr>
        </p:nvSpPr>
        <p:spPr/>
        <p:txBody>
          <a:bodyPr/>
          <a:lstStyle/>
          <a:p>
            <a:r>
              <a:rPr lang="ja-JP" altLang="en-US" dirty="0"/>
              <a:t>充電器販売・施工</a:t>
            </a:r>
            <a:br>
              <a:rPr lang="en-US" altLang="ja-JP" dirty="0"/>
            </a:br>
            <a:r>
              <a:rPr lang="en-US" altLang="ja-JP" dirty="0"/>
              <a:t>DX</a:t>
            </a:r>
            <a:r>
              <a:rPr lang="ja-JP" altLang="en-US"/>
              <a:t>支援プロジェクト　</a:t>
            </a:r>
            <a:endParaRPr lang="ja-JP" altLang="en-US" dirty="0"/>
          </a:p>
        </p:txBody>
      </p:sp>
      <p:sp>
        <p:nvSpPr>
          <p:cNvPr id="6" name="テキスト プレースホルダー 5">
            <a:extLst>
              <a:ext uri="{FF2B5EF4-FFF2-40B4-BE49-F238E27FC236}">
                <a16:creationId xmlns:a16="http://schemas.microsoft.com/office/drawing/2014/main" id="{16EF2503-8D7B-F022-1695-DDB920A97C0A}"/>
              </a:ext>
            </a:extLst>
          </p:cNvPr>
          <p:cNvSpPr>
            <a:spLocks noGrp="1"/>
          </p:cNvSpPr>
          <p:nvPr>
            <p:ph type="body" sz="quarter" idx="13"/>
          </p:nvPr>
        </p:nvSpPr>
        <p:spPr/>
        <p:txBody>
          <a:bodyPr/>
          <a:lstStyle/>
          <a:p>
            <a:r>
              <a:rPr lang="ja-JP" altLang="en-US" sz="2000" dirty="0"/>
              <a:t>データビジネス企画推進部　データビジネス第１課</a:t>
            </a:r>
          </a:p>
          <a:p>
            <a:endParaRPr lang="ja-JP" altLang="en-US" sz="2000" dirty="0"/>
          </a:p>
        </p:txBody>
      </p:sp>
      <p:sp>
        <p:nvSpPr>
          <p:cNvPr id="7" name="テキスト プレースホルダー 6">
            <a:extLst>
              <a:ext uri="{FF2B5EF4-FFF2-40B4-BE49-F238E27FC236}">
                <a16:creationId xmlns:a16="http://schemas.microsoft.com/office/drawing/2014/main" id="{F300F2AF-AFB7-91A0-14A0-4703C06168F2}"/>
              </a:ext>
            </a:extLst>
          </p:cNvPr>
          <p:cNvSpPr>
            <a:spLocks noGrp="1"/>
          </p:cNvSpPr>
          <p:nvPr>
            <p:ph type="body" sz="quarter" idx="14"/>
          </p:nvPr>
        </p:nvSpPr>
        <p:spPr/>
        <p:txBody>
          <a:bodyPr/>
          <a:lstStyle/>
          <a:p>
            <a:pPr algn="r"/>
            <a:r>
              <a:rPr lang="en-US" altLang="ja-JP" dirty="0"/>
              <a:t>2026.1.21</a:t>
            </a:r>
            <a:endParaRPr lang="ja-JP" altLang="en-US" dirty="0"/>
          </a:p>
        </p:txBody>
      </p:sp>
      <p:sp>
        <p:nvSpPr>
          <p:cNvPr id="8" name="テキスト プレースホルダー 7">
            <a:extLst>
              <a:ext uri="{FF2B5EF4-FFF2-40B4-BE49-F238E27FC236}">
                <a16:creationId xmlns:a16="http://schemas.microsoft.com/office/drawing/2014/main" id="{867DAE94-0A0C-BE28-4530-D9EAD698297A}"/>
              </a:ext>
            </a:extLst>
          </p:cNvPr>
          <p:cNvSpPr>
            <a:spLocks noGrp="1"/>
          </p:cNvSpPr>
          <p:nvPr>
            <p:ph type="body" sz="quarter" idx="15"/>
          </p:nvPr>
        </p:nvSpPr>
        <p:spPr/>
        <p:txBody>
          <a:bodyPr anchor="ctr"/>
          <a:lstStyle/>
          <a:p>
            <a:r>
              <a:rPr lang="ja-JP" altLang="en-US" sz="2800" b="1" dirty="0"/>
              <a:t>週次定例</a:t>
            </a:r>
            <a:r>
              <a:rPr lang="en-US" altLang="ja-JP" sz="2800" b="1" dirty="0"/>
              <a:t>_01</a:t>
            </a:r>
            <a:endParaRPr lang="ja-JP" altLang="en-US" sz="2800" b="1" dirty="0"/>
          </a:p>
        </p:txBody>
      </p:sp>
      <p:sp>
        <p:nvSpPr>
          <p:cNvPr id="9" name="テキスト プレースホルダー 8">
            <a:extLst>
              <a:ext uri="{FF2B5EF4-FFF2-40B4-BE49-F238E27FC236}">
                <a16:creationId xmlns:a16="http://schemas.microsoft.com/office/drawing/2014/main" id="{AEFEE0F8-C4B7-771A-687B-829B245D2FEC}"/>
              </a:ext>
            </a:extLst>
          </p:cNvPr>
          <p:cNvSpPr>
            <a:spLocks noGrp="1"/>
          </p:cNvSpPr>
          <p:nvPr>
            <p:ph type="body" sz="quarter" idx="16"/>
          </p:nvPr>
        </p:nvSpPr>
        <p:spPr/>
        <p:txBody>
          <a:bodyPr/>
          <a:lstStyle/>
          <a:p>
            <a:r>
              <a:rPr lang="ja-JP" altLang="en-US" b="1" dirty="0"/>
              <a:t>伊藤忠テクノソリューションズ株式会社</a:t>
            </a:r>
          </a:p>
        </p:txBody>
      </p:sp>
    </p:spTree>
    <p:extLst>
      <p:ext uri="{BB962C8B-B14F-4D97-AF65-F5344CB8AC3E}">
        <p14:creationId xmlns:p14="http://schemas.microsoft.com/office/powerpoint/2010/main" val="2168247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A6515-DA99-5C64-EDAF-F8C325D0AE6B}"/>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78D2E8E-0951-B775-807A-C9B9C0A0375F}"/>
              </a:ext>
            </a:extLst>
          </p:cNvPr>
          <p:cNvSpPr>
            <a:spLocks noGrp="1"/>
          </p:cNvSpPr>
          <p:nvPr>
            <p:ph type="body" sz="quarter" idx="15"/>
          </p:nvPr>
        </p:nvSpPr>
        <p:spPr>
          <a:xfrm>
            <a:off x="390525" y="918785"/>
            <a:ext cx="10988675" cy="707451"/>
          </a:xfrm>
        </p:spPr>
        <p:txBody>
          <a:bodyPr/>
          <a:lstStyle/>
          <a:p>
            <a:pPr marL="0" indent="0">
              <a:buNone/>
            </a:pPr>
            <a:r>
              <a:rPr kumimoji="1" lang="ja-JP" altLang="en-US" sz="1800" dirty="0">
                <a:latin typeface="Meiryo UI" panose="020B0604030504040204" pitchFamily="50" charset="-128"/>
                <a:ea typeface="Meiryo UI" panose="020B0604030504040204" pitchFamily="50" charset="-128"/>
              </a:rPr>
              <a:t>現在進行中は、現状分析のヒアリング実施に向けた日程調整です。</a:t>
            </a:r>
            <a:br>
              <a:rPr kumimoji="1" lang="en-US" altLang="ja-JP" sz="1800" dirty="0">
                <a:latin typeface="Meiryo UI" panose="020B0604030504040204" pitchFamily="50" charset="-128"/>
                <a:ea typeface="Meiryo UI" panose="020B0604030504040204" pitchFamily="50" charset="-128"/>
              </a:rPr>
            </a:br>
            <a:r>
              <a:rPr lang="ja-JP" altLang="en-US" sz="1800" dirty="0">
                <a:latin typeface="Meiryo UI" panose="020B0604030504040204" pitchFamily="50" charset="-128"/>
                <a:ea typeface="Meiryo UI" panose="020B0604030504040204" pitchFamily="50" charset="-128"/>
              </a:rPr>
              <a:t>日程後調整いただけましたら、ヒアリングを開始いたします。</a:t>
            </a:r>
            <a:br>
              <a:rPr kumimoji="1" lang="en-US" altLang="ja-JP" sz="1800" dirty="0">
                <a:latin typeface="Meiryo UI" panose="020B0604030504040204" pitchFamily="50" charset="-128"/>
                <a:ea typeface="Meiryo UI" panose="020B0604030504040204" pitchFamily="50" charset="-128"/>
              </a:rPr>
            </a:b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A6DB31DE-F680-CBE0-7AAE-2E2F8BC71A5A}"/>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全体スケジュール進捗</a:t>
            </a:r>
            <a:endParaRPr kumimoji="1" lang="ja-JP" altLang="en-US" dirty="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844099A9-40A5-091B-51D3-4525BA92F543}"/>
              </a:ext>
            </a:extLst>
          </p:cNvPr>
          <p:cNvGraphicFramePr>
            <a:graphicFrameLocks noGrp="1"/>
          </p:cNvGraphicFramePr>
          <p:nvPr>
            <p:extLst>
              <p:ext uri="{D42A27DB-BD31-4B8C-83A1-F6EECF244321}">
                <p14:modId xmlns:p14="http://schemas.microsoft.com/office/powerpoint/2010/main" val="3852741407"/>
              </p:ext>
            </p:extLst>
          </p:nvPr>
        </p:nvGraphicFramePr>
        <p:xfrm>
          <a:off x="812803" y="1780465"/>
          <a:ext cx="10566397" cy="4254362"/>
        </p:xfrm>
        <a:graphic>
          <a:graphicData uri="http://schemas.openxmlformats.org/drawingml/2006/table">
            <a:tbl>
              <a:tblPr/>
              <a:tblGrid>
                <a:gridCol w="1883430">
                  <a:extLst>
                    <a:ext uri="{9D8B030D-6E8A-4147-A177-3AD203B41FA5}">
                      <a16:colId xmlns:a16="http://schemas.microsoft.com/office/drawing/2014/main" val="3467447710"/>
                    </a:ext>
                  </a:extLst>
                </a:gridCol>
                <a:gridCol w="2084443">
                  <a:extLst>
                    <a:ext uri="{9D8B030D-6E8A-4147-A177-3AD203B41FA5}">
                      <a16:colId xmlns:a16="http://schemas.microsoft.com/office/drawing/2014/main" val="2521912959"/>
                    </a:ext>
                  </a:extLst>
                </a:gridCol>
                <a:gridCol w="549877">
                  <a:extLst>
                    <a:ext uri="{9D8B030D-6E8A-4147-A177-3AD203B41FA5}">
                      <a16:colId xmlns:a16="http://schemas.microsoft.com/office/drawing/2014/main" val="3305106038"/>
                    </a:ext>
                  </a:extLst>
                </a:gridCol>
                <a:gridCol w="549877">
                  <a:extLst>
                    <a:ext uri="{9D8B030D-6E8A-4147-A177-3AD203B41FA5}">
                      <a16:colId xmlns:a16="http://schemas.microsoft.com/office/drawing/2014/main" val="518626523"/>
                    </a:ext>
                  </a:extLst>
                </a:gridCol>
                <a:gridCol w="549877">
                  <a:extLst>
                    <a:ext uri="{9D8B030D-6E8A-4147-A177-3AD203B41FA5}">
                      <a16:colId xmlns:a16="http://schemas.microsoft.com/office/drawing/2014/main" val="154507700"/>
                    </a:ext>
                  </a:extLst>
                </a:gridCol>
                <a:gridCol w="549877">
                  <a:extLst>
                    <a:ext uri="{9D8B030D-6E8A-4147-A177-3AD203B41FA5}">
                      <a16:colId xmlns:a16="http://schemas.microsoft.com/office/drawing/2014/main" val="2365951487"/>
                    </a:ext>
                  </a:extLst>
                </a:gridCol>
                <a:gridCol w="549877">
                  <a:extLst>
                    <a:ext uri="{9D8B030D-6E8A-4147-A177-3AD203B41FA5}">
                      <a16:colId xmlns:a16="http://schemas.microsoft.com/office/drawing/2014/main" val="2700734399"/>
                    </a:ext>
                  </a:extLst>
                </a:gridCol>
                <a:gridCol w="549877">
                  <a:extLst>
                    <a:ext uri="{9D8B030D-6E8A-4147-A177-3AD203B41FA5}">
                      <a16:colId xmlns:a16="http://schemas.microsoft.com/office/drawing/2014/main" val="2206949477"/>
                    </a:ext>
                  </a:extLst>
                </a:gridCol>
                <a:gridCol w="549877">
                  <a:extLst>
                    <a:ext uri="{9D8B030D-6E8A-4147-A177-3AD203B41FA5}">
                      <a16:colId xmlns:a16="http://schemas.microsoft.com/office/drawing/2014/main" val="534976335"/>
                    </a:ext>
                  </a:extLst>
                </a:gridCol>
                <a:gridCol w="549877">
                  <a:extLst>
                    <a:ext uri="{9D8B030D-6E8A-4147-A177-3AD203B41FA5}">
                      <a16:colId xmlns:a16="http://schemas.microsoft.com/office/drawing/2014/main" val="3039706700"/>
                    </a:ext>
                  </a:extLst>
                </a:gridCol>
                <a:gridCol w="549877">
                  <a:extLst>
                    <a:ext uri="{9D8B030D-6E8A-4147-A177-3AD203B41FA5}">
                      <a16:colId xmlns:a16="http://schemas.microsoft.com/office/drawing/2014/main" val="383437889"/>
                    </a:ext>
                  </a:extLst>
                </a:gridCol>
                <a:gridCol w="549877">
                  <a:extLst>
                    <a:ext uri="{9D8B030D-6E8A-4147-A177-3AD203B41FA5}">
                      <a16:colId xmlns:a16="http://schemas.microsoft.com/office/drawing/2014/main" val="780750061"/>
                    </a:ext>
                  </a:extLst>
                </a:gridCol>
                <a:gridCol w="549877">
                  <a:extLst>
                    <a:ext uri="{9D8B030D-6E8A-4147-A177-3AD203B41FA5}">
                      <a16:colId xmlns:a16="http://schemas.microsoft.com/office/drawing/2014/main" val="3175478346"/>
                    </a:ext>
                  </a:extLst>
                </a:gridCol>
                <a:gridCol w="549877">
                  <a:extLst>
                    <a:ext uri="{9D8B030D-6E8A-4147-A177-3AD203B41FA5}">
                      <a16:colId xmlns:a16="http://schemas.microsoft.com/office/drawing/2014/main" val="3820849156"/>
                    </a:ext>
                  </a:extLst>
                </a:gridCol>
              </a:tblGrid>
              <a:tr h="263354">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1100" b="0" i="0" u="none" strike="noStrike" dirty="0">
                          <a:solidFill>
                            <a:schemeClr val="bg1"/>
                          </a:solidFill>
                          <a:effectLst/>
                          <a:latin typeface="Meiryo UI" panose="020B0604030504040204" pitchFamily="50" charset="-128"/>
                          <a:ea typeface="Meiryo UI" panose="020B0604030504040204" pitchFamily="50" charset="-128"/>
                        </a:rPr>
                        <a:t>　</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endParaRPr lang="ja-JP" altLang="en-US" sz="1100" b="0" i="0" u="none" strike="noStrike" dirty="0">
                        <a:solidFill>
                          <a:schemeClr val="bg1"/>
                        </a:solidFill>
                        <a:effectLst/>
                        <a:latin typeface="Meiryo UI" panose="020B0604030504040204" pitchFamily="50" charset="-128"/>
                        <a:ea typeface="Meiryo UI" panose="020B0604030504040204" pitchFamily="50" charset="-128"/>
                      </a:endParaRP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4">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1" i="0" u="none" strike="noStrike" dirty="0">
                          <a:solidFill>
                            <a:schemeClr val="bg1"/>
                          </a:solidFill>
                          <a:effectLst/>
                          <a:latin typeface="Meiryo UI" panose="020B0604030504040204" pitchFamily="50" charset="-128"/>
                          <a:ea typeface="Meiryo UI" panose="020B0604030504040204" pitchFamily="50" charset="-128"/>
                        </a:rPr>
                        <a:t>1</a:t>
                      </a: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月</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1" i="0" u="none" strike="noStrike" dirty="0">
                          <a:solidFill>
                            <a:schemeClr val="bg1"/>
                          </a:solidFill>
                          <a:effectLst/>
                          <a:latin typeface="Meiryo UI" panose="020B0604030504040204" pitchFamily="50" charset="-128"/>
                          <a:ea typeface="Meiryo UI" panose="020B0604030504040204" pitchFamily="50" charset="-128"/>
                        </a:rPr>
                        <a:t>2</a:t>
                      </a: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月</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1" i="0" u="none" strike="noStrike" dirty="0">
                          <a:solidFill>
                            <a:schemeClr val="bg1"/>
                          </a:solidFill>
                          <a:effectLst/>
                          <a:latin typeface="Meiryo UI" panose="020B0604030504040204" pitchFamily="50" charset="-128"/>
                          <a:ea typeface="Meiryo UI" panose="020B0604030504040204" pitchFamily="50" charset="-128"/>
                        </a:rPr>
                        <a:t>3</a:t>
                      </a: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月</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593591408"/>
                  </a:ext>
                </a:extLst>
              </a:tr>
              <a:tr h="263354">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主要実施事項</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ctr"/>
                      <a:r>
                        <a:rPr lang="ja-JP" altLang="en-US" sz="900" b="1" i="0" u="none" strike="noStrike" dirty="0">
                          <a:solidFill>
                            <a:schemeClr val="bg1"/>
                          </a:solidFill>
                          <a:effectLst/>
                          <a:latin typeface="Meiryo UI" panose="020B0604030504040204" pitchFamily="50" charset="-128"/>
                          <a:ea typeface="Meiryo UI" panose="020B0604030504040204" pitchFamily="50" charset="-128"/>
                        </a:rPr>
                        <a:t>想定作成物</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5</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12</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19</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26</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9</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16</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23</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9</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16</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rtl="0" fontAlgn="ctr"/>
                      <a:r>
                        <a:rPr lang="en-US" altLang="ja-JP" sz="900" b="0" i="0" u="none" strike="noStrike" dirty="0">
                          <a:solidFill>
                            <a:schemeClr val="bg1"/>
                          </a:solidFill>
                          <a:effectLst/>
                          <a:latin typeface="Meiryo UI" panose="020B0604030504040204" pitchFamily="50" charset="-128"/>
                          <a:ea typeface="Meiryo UI" panose="020B0604030504040204" pitchFamily="50" charset="-128"/>
                        </a:rPr>
                        <a:t>23</a:t>
                      </a:r>
                      <a:r>
                        <a:rPr lang="ja-JP" altLang="en-US" sz="900" b="0" i="0" u="none" strike="noStrike" dirty="0">
                          <a:solidFill>
                            <a:schemeClr val="bg1"/>
                          </a:solidFill>
                          <a:effectLst/>
                          <a:latin typeface="Meiryo UI" panose="020B0604030504040204" pitchFamily="50" charset="-128"/>
                          <a:ea typeface="Meiryo UI" panose="020B0604030504040204" pitchFamily="50" charset="-128"/>
                        </a:rPr>
                        <a:t>週</a:t>
                      </a:r>
                    </a:p>
                  </a:txBody>
                  <a:tcPr marL="7064" marR="7064" marT="706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66502405"/>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マイルストーン</a:t>
                      </a:r>
                      <a:endParaRPr lang="en-US" altLang="ja-JP"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245745944"/>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現状分析</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rtl="0" fontAlgn="b"/>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87243012"/>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既存業務・システム調査</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現状業務フロー図／ヒアリングシート</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89793742"/>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システム比較検討</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システム比較・評価レポート</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72472411"/>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システム選定理由書</a:t>
                      </a:r>
                      <a:r>
                        <a:rPr lang="zh-TW" altLang="en-US" sz="1000" dirty="0">
                          <a:solidFill>
                            <a:schemeClr val="bg2"/>
                          </a:solidFill>
                          <a:effectLst/>
                          <a:latin typeface="Meiryo UI" panose="020B0604030504040204" pitchFamily="50" charset="-128"/>
                          <a:ea typeface="Meiryo UI" panose="020B0604030504040204" pitchFamily="50" charset="-128"/>
                        </a:rPr>
                        <a:t>作成</a:t>
                      </a:r>
                      <a:endParaRPr lang="ja-JP" altLang="en-US" sz="1000" dirty="0">
                        <a:solidFill>
                          <a:schemeClr val="bg2"/>
                        </a:solidFill>
                        <a:effectLst/>
                        <a:latin typeface="Meiryo UI" panose="020B0604030504040204" pitchFamily="50" charset="-128"/>
                        <a:ea typeface="Meiryo UI" panose="020B0604030504040204" pitchFamily="50" charset="-128"/>
                      </a:endParaRP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chemeClr val="bg2"/>
                          </a:solidFill>
                          <a:effectLst/>
                          <a:latin typeface="Meiryo UI" panose="020B0604030504040204" pitchFamily="50" charset="-128"/>
                          <a:ea typeface="Meiryo UI" panose="020B0604030504040204" pitchFamily="50" charset="-128"/>
                        </a:rPr>
                        <a:t>システム</a:t>
                      </a:r>
                      <a:r>
                        <a:rPr lang="zh-TW" altLang="en-US" sz="1000" b="0" i="0" u="none" strike="noStrike" dirty="0">
                          <a:solidFill>
                            <a:schemeClr val="bg2"/>
                          </a:solidFill>
                          <a:effectLst/>
                          <a:latin typeface="Meiryo UI" panose="020B0604030504040204" pitchFamily="50" charset="-128"/>
                          <a:ea typeface="Meiryo UI" panose="020B0604030504040204" pitchFamily="50" charset="-128"/>
                        </a:rPr>
                        <a:t>選定理由書／承認資料</a:t>
                      </a:r>
                      <a:endParaRPr lang="ja-JP" altLang="en-US" sz="1000" b="0" i="0" u="none" strike="noStrike" dirty="0">
                        <a:solidFill>
                          <a:schemeClr val="bg2"/>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17673284"/>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業務設計</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rtl="0" fontAlgn="b"/>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243553578"/>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新業務フロー策定</a:t>
                      </a:r>
                      <a:endParaRPr lang="en-US" sz="1000" dirty="0">
                        <a:solidFill>
                          <a:schemeClr val="bg2"/>
                        </a:solidFill>
                        <a:effectLst/>
                        <a:latin typeface="Meiryo UI" panose="020B0604030504040204" pitchFamily="50" charset="-128"/>
                        <a:ea typeface="Meiryo UI" panose="020B0604030504040204" pitchFamily="50" charset="-128"/>
                      </a:endParaRP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新業務フロー図</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88907808"/>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機能要件定義セッション</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機能要件定義書</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88019253"/>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非機能要件の整理</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00" dirty="0">
                          <a:solidFill>
                            <a:schemeClr val="bg2"/>
                          </a:solidFill>
                          <a:effectLst/>
                          <a:latin typeface="Meiryo UI" panose="020B0604030504040204" pitchFamily="50" charset="-128"/>
                          <a:ea typeface="Meiryo UI" panose="020B0604030504040204" pitchFamily="50" charset="-128"/>
                        </a:rPr>
                        <a:t>非機能要件定義書</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496243330"/>
                  </a:ext>
                </a:extLst>
              </a:tr>
              <a:tr h="266261">
                <a:tc gridSpan="2">
                  <a:txBody>
                    <a:bodyPr/>
                    <a:lstStyle/>
                    <a:p>
                      <a:pPr rtl="0" fontAlgn="b"/>
                      <a:r>
                        <a:rPr lang="ja-JP" altLang="en-US" sz="1050" b="1" dirty="0">
                          <a:solidFill>
                            <a:schemeClr val="bg2"/>
                          </a:solidFill>
                          <a:effectLst/>
                          <a:latin typeface="Meiryo UI" panose="020B0604030504040204" pitchFamily="50" charset="-128"/>
                          <a:ea typeface="Meiryo UI" panose="020B0604030504040204" pitchFamily="50" charset="-128"/>
                        </a:rPr>
                        <a:t>システム構想</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hMerge="1">
                  <a:txBody>
                    <a:bodyPr/>
                    <a:lstStyle/>
                    <a:p>
                      <a:pPr rtl="0" fontAlgn="b"/>
                      <a:endParaRPr lang="ja-JP" altLang="en-US" sz="1050" b="1"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l"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409798538"/>
                  </a:ext>
                </a:extLst>
              </a:tr>
              <a:tr h="266261">
                <a:tc>
                  <a:txBody>
                    <a:bodyPr/>
                    <a:lstStyle/>
                    <a:p>
                      <a:pPr rtl="0" fontAlgn="b">
                        <a:buNone/>
                      </a:pPr>
                      <a:r>
                        <a:rPr lang="ja-JP" altLang="en-US" sz="1000" dirty="0">
                          <a:solidFill>
                            <a:schemeClr val="bg2"/>
                          </a:solidFill>
                          <a:effectLst/>
                          <a:latin typeface="Meiryo UI" panose="020B0604030504040204" pitchFamily="50" charset="-128"/>
                          <a:ea typeface="Meiryo UI" panose="020B0604030504040204" pitchFamily="50" charset="-128"/>
                        </a:rPr>
                        <a:t>システムアーキテクチャ設計</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全体システム構成図</a:t>
                      </a: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82240042"/>
                  </a:ext>
                </a:extLst>
              </a:tr>
              <a:tr h="266261">
                <a:tc>
                  <a:txBody>
                    <a:bodyPr/>
                    <a:lstStyle/>
                    <a:p>
                      <a:pPr rtl="0" fontAlgn="b">
                        <a:buNone/>
                      </a:pPr>
                      <a:r>
                        <a:rPr lang="ja-JP" altLang="en-US" sz="1000" b="0" dirty="0">
                          <a:solidFill>
                            <a:schemeClr val="bg2"/>
                          </a:solidFill>
                          <a:effectLst/>
                          <a:latin typeface="Meiryo UI" panose="020B0604030504040204" pitchFamily="50" charset="-128"/>
                          <a:ea typeface="Meiryo UI" panose="020B0604030504040204" pitchFamily="50" charset="-128"/>
                        </a:rPr>
                        <a:t>データモデル設計</a:t>
                      </a:r>
                      <a:endParaRPr lang="en-US" altLang="ja-JP" sz="1000" b="0" dirty="0">
                        <a:solidFill>
                          <a:schemeClr val="bg2"/>
                        </a:solidFill>
                        <a:effectLst/>
                        <a:latin typeface="Meiryo UI" panose="020B0604030504040204" pitchFamily="50" charset="-128"/>
                        <a:ea typeface="Meiryo UI" panose="020B0604030504040204" pitchFamily="50" charset="-128"/>
                      </a:endParaRPr>
                    </a:p>
                  </a:txBody>
                  <a:tcPr marL="0" marR="0"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データモデル設計書</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57068699"/>
                  </a:ext>
                </a:extLst>
              </a:tr>
              <a:tr h="266261">
                <a:tc>
                  <a:txBody>
                    <a:bodyPr/>
                    <a:lstStyle/>
                    <a:p>
                      <a:pPr rtl="0" fontAlgn="b"/>
                      <a:r>
                        <a:rPr lang="ja-JP" altLang="en-US" sz="1000" b="0" dirty="0">
                          <a:solidFill>
                            <a:schemeClr val="bg2"/>
                          </a:solidFill>
                          <a:effectLst/>
                          <a:latin typeface="Meiryo UI" panose="020B0604030504040204" pitchFamily="50" charset="-128"/>
                          <a:ea typeface="Meiryo UI" panose="020B0604030504040204" pitchFamily="50" charset="-128"/>
                        </a:rPr>
                        <a:t>開発</a:t>
                      </a:r>
                      <a:r>
                        <a:rPr lang="en-US" altLang="ja-JP" sz="1000" b="0" dirty="0">
                          <a:solidFill>
                            <a:schemeClr val="bg2"/>
                          </a:solidFill>
                          <a:effectLst/>
                          <a:latin typeface="Meiryo UI" panose="020B0604030504040204" pitchFamily="50" charset="-128"/>
                          <a:ea typeface="Meiryo UI" panose="020B0604030504040204" pitchFamily="50" charset="-128"/>
                        </a:rPr>
                        <a:t>WBS</a:t>
                      </a:r>
                      <a:endParaRPr lang="ja-JP" altLang="en-US" sz="1000" b="0"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fontAlgn="b"/>
                      <a:r>
                        <a:rPr lang="ja-JP" altLang="en-US" sz="1000" b="0" dirty="0">
                          <a:solidFill>
                            <a:schemeClr val="bg2"/>
                          </a:solidFill>
                          <a:effectLst/>
                          <a:latin typeface="Meiryo UI" panose="020B0604030504040204" pitchFamily="50" charset="-128"/>
                          <a:ea typeface="Meiryo UI" panose="020B0604030504040204" pitchFamily="50" charset="-128"/>
                        </a:rPr>
                        <a:t>開発実行計画書・</a:t>
                      </a:r>
                      <a:r>
                        <a:rPr lang="en-US" altLang="ja-JP" sz="1000" b="0" dirty="0">
                          <a:solidFill>
                            <a:schemeClr val="bg2"/>
                          </a:solidFill>
                          <a:effectLst/>
                          <a:latin typeface="Meiryo UI" panose="020B0604030504040204" pitchFamily="50" charset="-128"/>
                          <a:ea typeface="Meiryo UI" panose="020B0604030504040204" pitchFamily="50" charset="-128"/>
                        </a:rPr>
                        <a:t>WBS</a:t>
                      </a:r>
                      <a:endParaRPr lang="ja-JP" altLang="en-US" sz="1000" b="0" dirty="0">
                        <a:solidFill>
                          <a:schemeClr val="bg2"/>
                        </a:solidFill>
                        <a:effectLst/>
                        <a:latin typeface="Meiryo UI" panose="020B0604030504040204" pitchFamily="50" charset="-128"/>
                        <a:ea typeface="Meiryo UI" panose="020B0604030504040204" pitchFamily="50" charset="-128"/>
                      </a:endParaRP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95323544"/>
                  </a:ext>
                </a:extLst>
              </a:tr>
              <a:tr h="266261">
                <a:tc>
                  <a:txBody>
                    <a:bodyPr/>
                    <a:lstStyle/>
                    <a:p>
                      <a:pPr rtl="0" fontAlgn="b"/>
                      <a:r>
                        <a:rPr lang="ja-JP" altLang="en-US" sz="1000" b="0" dirty="0">
                          <a:solidFill>
                            <a:schemeClr val="bg2"/>
                          </a:solidFill>
                          <a:effectLst/>
                          <a:latin typeface="Meiryo UI" panose="020B0604030504040204" pitchFamily="50" charset="-128"/>
                          <a:ea typeface="Meiryo UI" panose="020B0604030504040204" pitchFamily="50" charset="-128"/>
                        </a:rPr>
                        <a:t>概算見積もり</a:t>
                      </a:r>
                    </a:p>
                  </a:txBody>
                  <a:tcPr marL="9836" marR="9836" marT="6557" marB="655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概算見積書</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7064" marR="7064" marT="7064"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70499288"/>
                  </a:ext>
                </a:extLst>
              </a:tr>
            </a:tbl>
          </a:graphicData>
        </a:graphic>
      </p:graphicFrame>
      <p:sp>
        <p:nvSpPr>
          <p:cNvPr id="21" name="矢印: 五方向 20">
            <a:extLst>
              <a:ext uri="{FF2B5EF4-FFF2-40B4-BE49-F238E27FC236}">
                <a16:creationId xmlns:a16="http://schemas.microsoft.com/office/drawing/2014/main" id="{E40A2D4C-C9F0-0301-AD11-2D3E22377BFD}"/>
              </a:ext>
            </a:extLst>
          </p:cNvPr>
          <p:cNvSpPr/>
          <p:nvPr/>
        </p:nvSpPr>
        <p:spPr>
          <a:xfrm>
            <a:off x="5324795" y="2858528"/>
            <a:ext cx="1617028"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2" name="矢印: 五方向 21">
            <a:extLst>
              <a:ext uri="{FF2B5EF4-FFF2-40B4-BE49-F238E27FC236}">
                <a16:creationId xmlns:a16="http://schemas.microsoft.com/office/drawing/2014/main" id="{81590015-1E71-C224-444B-87FE493E1D37}"/>
              </a:ext>
            </a:extLst>
          </p:cNvPr>
          <p:cNvSpPr/>
          <p:nvPr/>
        </p:nvSpPr>
        <p:spPr>
          <a:xfrm>
            <a:off x="5884865" y="3150345"/>
            <a:ext cx="1636078"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3" name="矢印: 五方向 22">
            <a:extLst>
              <a:ext uri="{FF2B5EF4-FFF2-40B4-BE49-F238E27FC236}">
                <a16:creationId xmlns:a16="http://schemas.microsoft.com/office/drawing/2014/main" id="{10F93917-4034-A8F5-8820-D2154DFCD25C}"/>
              </a:ext>
            </a:extLst>
          </p:cNvPr>
          <p:cNvSpPr/>
          <p:nvPr/>
        </p:nvSpPr>
        <p:spPr>
          <a:xfrm>
            <a:off x="6453944" y="3403202"/>
            <a:ext cx="1636078"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5" name="矢印: 五方向 24">
            <a:extLst>
              <a:ext uri="{FF2B5EF4-FFF2-40B4-BE49-F238E27FC236}">
                <a16:creationId xmlns:a16="http://schemas.microsoft.com/office/drawing/2014/main" id="{88AA2351-00B3-479D-98A7-AAE973EE378F}"/>
              </a:ext>
            </a:extLst>
          </p:cNvPr>
          <p:cNvSpPr/>
          <p:nvPr/>
        </p:nvSpPr>
        <p:spPr>
          <a:xfrm>
            <a:off x="8090022" y="3924803"/>
            <a:ext cx="1061601"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6" name="矢印: 五方向 25">
            <a:extLst>
              <a:ext uri="{FF2B5EF4-FFF2-40B4-BE49-F238E27FC236}">
                <a16:creationId xmlns:a16="http://schemas.microsoft.com/office/drawing/2014/main" id="{1E7861B1-5459-1DF7-29CC-A03C433BB18C}"/>
              </a:ext>
            </a:extLst>
          </p:cNvPr>
          <p:cNvSpPr/>
          <p:nvPr/>
        </p:nvSpPr>
        <p:spPr>
          <a:xfrm>
            <a:off x="8090022" y="4197555"/>
            <a:ext cx="10616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7" name="矢印: 五方向 26">
            <a:extLst>
              <a:ext uri="{FF2B5EF4-FFF2-40B4-BE49-F238E27FC236}">
                <a16:creationId xmlns:a16="http://schemas.microsoft.com/office/drawing/2014/main" id="{677BCA83-29A0-24BC-3F95-9007AAC6E3F3}"/>
              </a:ext>
            </a:extLst>
          </p:cNvPr>
          <p:cNvSpPr/>
          <p:nvPr/>
        </p:nvSpPr>
        <p:spPr>
          <a:xfrm>
            <a:off x="8668705" y="4457699"/>
            <a:ext cx="1061601"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8" name="矢印: 五方向 27">
            <a:extLst>
              <a:ext uri="{FF2B5EF4-FFF2-40B4-BE49-F238E27FC236}">
                <a16:creationId xmlns:a16="http://schemas.microsoft.com/office/drawing/2014/main" id="{03FAED6B-A698-D02D-2E30-0F18D9275C47}"/>
              </a:ext>
            </a:extLst>
          </p:cNvPr>
          <p:cNvSpPr/>
          <p:nvPr/>
        </p:nvSpPr>
        <p:spPr>
          <a:xfrm>
            <a:off x="9199505" y="4990595"/>
            <a:ext cx="10616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29" name="矢印: 五方向 28">
            <a:extLst>
              <a:ext uri="{FF2B5EF4-FFF2-40B4-BE49-F238E27FC236}">
                <a16:creationId xmlns:a16="http://schemas.microsoft.com/office/drawing/2014/main" id="{DAEBDE38-BC55-C899-7DB4-E51CC3696661}"/>
              </a:ext>
            </a:extLst>
          </p:cNvPr>
          <p:cNvSpPr/>
          <p:nvPr/>
        </p:nvSpPr>
        <p:spPr>
          <a:xfrm>
            <a:off x="9730305" y="5251925"/>
            <a:ext cx="10616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30" name="矢印: 五方向 29">
            <a:extLst>
              <a:ext uri="{FF2B5EF4-FFF2-40B4-BE49-F238E27FC236}">
                <a16:creationId xmlns:a16="http://schemas.microsoft.com/office/drawing/2014/main" id="{4E710458-DD52-7357-BF65-A68DD3321471}"/>
              </a:ext>
            </a:extLst>
          </p:cNvPr>
          <p:cNvSpPr/>
          <p:nvPr/>
        </p:nvSpPr>
        <p:spPr>
          <a:xfrm>
            <a:off x="9758029" y="5512711"/>
            <a:ext cx="1033876"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288F41AA-0C78-688B-67AB-67F730F21F4B}"/>
              </a:ext>
            </a:extLst>
          </p:cNvPr>
          <p:cNvSpPr txBox="1"/>
          <p:nvPr/>
        </p:nvSpPr>
        <p:spPr>
          <a:xfrm>
            <a:off x="5284473" y="2312178"/>
            <a:ext cx="971550" cy="253916"/>
          </a:xfrm>
          <a:prstGeom prst="rect">
            <a:avLst/>
          </a:prstGeom>
          <a:noFill/>
        </p:spPr>
        <p:txBody>
          <a:bodyPr wrap="square">
            <a:spAutoFit/>
          </a:bodyPr>
          <a:lstStyle/>
          <a:p>
            <a:r>
              <a:rPr lang="ja-JP" altLang="en-US" sz="1050" b="1" dirty="0">
                <a:solidFill>
                  <a:schemeClr val="bg2"/>
                </a:solidFill>
                <a:latin typeface="Meiryo UI" panose="020B0604030504040204" pitchFamily="50" charset="-128"/>
                <a:ea typeface="Meiryo UI" panose="020B0604030504040204" pitchFamily="50" charset="-128"/>
              </a:rPr>
              <a:t>▼</a:t>
            </a:r>
            <a:r>
              <a:rPr lang="ja-JP" altLang="en-US" sz="1050" b="1" i="0" dirty="0">
                <a:solidFill>
                  <a:schemeClr val="bg2"/>
                </a:solidFill>
                <a:effectLst/>
                <a:latin typeface="Meiryo UI" panose="020B0604030504040204" pitchFamily="50" charset="-128"/>
                <a:ea typeface="Meiryo UI" panose="020B0604030504040204" pitchFamily="50" charset="-128"/>
              </a:rPr>
              <a:t>キックオフ</a:t>
            </a:r>
            <a:endParaRPr lang="ja-JP" altLang="en-US" sz="1050" b="1" dirty="0">
              <a:solidFill>
                <a:schemeClr val="bg2"/>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79D4CADC-67F3-A4EB-F06C-2A1C9541CC7D}"/>
              </a:ext>
            </a:extLst>
          </p:cNvPr>
          <p:cNvSpPr txBox="1"/>
          <p:nvPr/>
        </p:nvSpPr>
        <p:spPr>
          <a:xfrm>
            <a:off x="7520943" y="2332093"/>
            <a:ext cx="1147763" cy="253916"/>
          </a:xfrm>
          <a:prstGeom prst="rect">
            <a:avLst/>
          </a:prstGeom>
          <a:noFill/>
        </p:spPr>
        <p:txBody>
          <a:bodyPr wrap="square">
            <a:spAutoFit/>
          </a:bodyPr>
          <a:lstStyle/>
          <a:p>
            <a:r>
              <a:rPr lang="ja-JP" altLang="en-US" sz="1050" b="1" dirty="0">
                <a:solidFill>
                  <a:schemeClr val="bg2"/>
                </a:solidFill>
                <a:latin typeface="Meiryo UI" panose="020B0604030504040204" pitchFamily="50" charset="-128"/>
                <a:ea typeface="Meiryo UI" panose="020B0604030504040204" pitchFamily="50" charset="-128"/>
              </a:rPr>
              <a:t>▼</a:t>
            </a:r>
            <a:r>
              <a:rPr lang="ja-JP" altLang="en-US" sz="1050" b="1" i="0" dirty="0">
                <a:solidFill>
                  <a:schemeClr val="bg2"/>
                </a:solidFill>
                <a:effectLst/>
                <a:latin typeface="Meiryo UI" panose="020B0604030504040204" pitchFamily="50" charset="-128"/>
                <a:ea typeface="Meiryo UI" panose="020B0604030504040204" pitchFamily="50" charset="-128"/>
              </a:rPr>
              <a:t>選定意思決定</a:t>
            </a:r>
            <a:endParaRPr lang="ja-JP" altLang="en-US" sz="1050" b="1" dirty="0">
              <a:solidFill>
                <a:schemeClr val="bg2"/>
              </a:solidFill>
              <a:latin typeface="Meiryo UI" panose="020B0604030504040204" pitchFamily="50" charset="-128"/>
              <a:ea typeface="Meiryo UI" panose="020B0604030504040204" pitchFamily="50" charset="-128"/>
            </a:endParaRPr>
          </a:p>
        </p:txBody>
      </p:sp>
      <p:sp>
        <p:nvSpPr>
          <p:cNvPr id="6" name="矢印: 五方向 5">
            <a:extLst>
              <a:ext uri="{FF2B5EF4-FFF2-40B4-BE49-F238E27FC236}">
                <a16:creationId xmlns:a16="http://schemas.microsoft.com/office/drawing/2014/main" id="{555798AF-7507-FE92-2BFB-39976E6448F8}"/>
              </a:ext>
            </a:extLst>
          </p:cNvPr>
          <p:cNvSpPr/>
          <p:nvPr/>
        </p:nvSpPr>
        <p:spPr>
          <a:xfrm>
            <a:off x="10261105" y="5784821"/>
            <a:ext cx="530800" cy="200025"/>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cxnSp>
        <p:nvCxnSpPr>
          <p:cNvPr id="9" name="直線コネクタ 8">
            <a:extLst>
              <a:ext uri="{FF2B5EF4-FFF2-40B4-BE49-F238E27FC236}">
                <a16:creationId xmlns:a16="http://schemas.microsoft.com/office/drawing/2014/main" id="{40238A52-7518-5E38-7C7D-FEE9FA06F994}"/>
              </a:ext>
            </a:extLst>
          </p:cNvPr>
          <p:cNvCxnSpPr>
            <a:cxnSpLocks/>
          </p:cNvCxnSpPr>
          <p:nvPr/>
        </p:nvCxnSpPr>
        <p:spPr>
          <a:xfrm>
            <a:off x="6013622" y="1715329"/>
            <a:ext cx="0" cy="446304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E6A6F7A8-CAAF-147A-27FB-58AD21BCD974}"/>
              </a:ext>
            </a:extLst>
          </p:cNvPr>
          <p:cNvSpPr txBox="1"/>
          <p:nvPr/>
        </p:nvSpPr>
        <p:spPr>
          <a:xfrm>
            <a:off x="5764763" y="1457672"/>
            <a:ext cx="662473" cy="307777"/>
          </a:xfrm>
          <a:prstGeom prst="rect">
            <a:avLst/>
          </a:prstGeom>
          <a:noFill/>
        </p:spPr>
        <p:txBody>
          <a:bodyPr wrap="square" rtlCol="0">
            <a:spAutoFit/>
          </a:bodyPr>
          <a:lstStyle/>
          <a:p>
            <a:r>
              <a:rPr lang="ja-JP" altLang="en-US" sz="1400" dirty="0">
                <a:solidFill>
                  <a:srgbClr val="FF0000"/>
                </a:solidFill>
              </a:rPr>
              <a:t>現在</a:t>
            </a:r>
            <a:endParaRPr kumimoji="1" lang="ja-JP" altLang="en-US" sz="1400" dirty="0">
              <a:solidFill>
                <a:srgbClr val="FF0000"/>
              </a:solidFill>
            </a:endParaRPr>
          </a:p>
        </p:txBody>
      </p:sp>
    </p:spTree>
    <p:extLst>
      <p:ext uri="{BB962C8B-B14F-4D97-AF65-F5344CB8AC3E}">
        <p14:creationId xmlns:p14="http://schemas.microsoft.com/office/powerpoint/2010/main" val="1012137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423F55-F165-DEAA-0CFD-1EC438E189A3}"/>
              </a:ext>
            </a:extLst>
          </p:cNvPr>
          <p:cNvSpPr>
            <a:spLocks noGrp="1"/>
          </p:cNvSpPr>
          <p:nvPr>
            <p:ph type="title"/>
          </p:nvPr>
        </p:nvSpPr>
        <p:spPr/>
        <p:txBody>
          <a:bodyPr/>
          <a:lstStyle/>
          <a:p>
            <a:r>
              <a:rPr kumimoji="1" lang="ja-JP" altLang="en-US" dirty="0"/>
              <a:t>進捗報告</a:t>
            </a:r>
          </a:p>
        </p:txBody>
      </p:sp>
      <p:sp>
        <p:nvSpPr>
          <p:cNvPr id="4" name="テキスト プレースホルダー 3">
            <a:extLst>
              <a:ext uri="{FF2B5EF4-FFF2-40B4-BE49-F238E27FC236}">
                <a16:creationId xmlns:a16="http://schemas.microsoft.com/office/drawing/2014/main" id="{D9D67A4E-33F7-D30D-CACB-0EA2B713E5AB}"/>
              </a:ext>
            </a:extLst>
          </p:cNvPr>
          <p:cNvSpPr>
            <a:spLocks noGrp="1"/>
          </p:cNvSpPr>
          <p:nvPr>
            <p:ph type="body" sz="quarter" idx="17"/>
          </p:nvPr>
        </p:nvSpPr>
        <p:spPr>
          <a:xfrm>
            <a:off x="812800" y="779573"/>
            <a:ext cx="10566400" cy="5433902"/>
          </a:xfrm>
        </p:spPr>
        <p:txBody>
          <a:bodyPr/>
          <a:lstStyle/>
          <a:p>
            <a:r>
              <a:rPr lang="en-US" altLang="ja-JP" sz="1600" b="1" dirty="0"/>
              <a:t>1. </a:t>
            </a:r>
            <a:r>
              <a:rPr lang="ja-JP" altLang="en-US" sz="1600" b="1" dirty="0"/>
              <a:t>現状</a:t>
            </a:r>
          </a:p>
          <a:p>
            <a:r>
              <a:rPr lang="ja-JP" altLang="en-US" sz="1600" dirty="0"/>
              <a:t>・関係者への現状分析ヒアリング実施に向けた日程調整中</a:t>
            </a:r>
          </a:p>
          <a:p>
            <a:r>
              <a:rPr lang="ja-JP" altLang="en-US" sz="1600" dirty="0"/>
              <a:t>・フォルダー階層・メール</a:t>
            </a:r>
            <a:r>
              <a:rPr lang="en-US" altLang="ja-JP" sz="1600" dirty="0"/>
              <a:t>/</a:t>
            </a:r>
            <a:r>
              <a:rPr lang="ja-JP" altLang="en-US" sz="1600" dirty="0"/>
              <a:t>チャットルールの作成完了</a:t>
            </a:r>
          </a:p>
          <a:p>
            <a:endParaRPr lang="en-US" altLang="ja-JP" sz="1600" dirty="0"/>
          </a:p>
          <a:p>
            <a:r>
              <a:rPr lang="en-US" altLang="ja-JP" sz="1600" b="1" dirty="0"/>
              <a:t>2. </a:t>
            </a:r>
            <a:r>
              <a:rPr lang="ja-JP" altLang="en-US" sz="1600" b="1" dirty="0"/>
              <a:t>タスク</a:t>
            </a:r>
          </a:p>
          <a:p>
            <a:r>
              <a:rPr lang="ja-JP" altLang="en-US" sz="1600" b="1" dirty="0"/>
              <a:t>今週実施したこと</a:t>
            </a:r>
          </a:p>
          <a:p>
            <a:r>
              <a:rPr lang="ja-JP" altLang="en-US" sz="1600" dirty="0"/>
              <a:t>・フォルダー階層の設計・作成</a:t>
            </a:r>
          </a:p>
          <a:p>
            <a:r>
              <a:rPr lang="ja-JP" altLang="en-US" sz="1600" dirty="0"/>
              <a:t>・メール</a:t>
            </a:r>
            <a:r>
              <a:rPr lang="en-US" altLang="ja-JP" sz="1600" dirty="0"/>
              <a:t>/</a:t>
            </a:r>
            <a:r>
              <a:rPr lang="ja-JP" altLang="en-US" sz="1600" dirty="0"/>
              <a:t>チャットコミュニケーションルールの策定</a:t>
            </a:r>
          </a:p>
          <a:p>
            <a:r>
              <a:rPr lang="ja-JP" altLang="en-US" sz="1600" dirty="0"/>
              <a:t>・関係者ヒアリングの日程調整開始</a:t>
            </a:r>
          </a:p>
          <a:p>
            <a:r>
              <a:rPr lang="ja-JP" altLang="en-US" sz="1600" b="1" dirty="0"/>
              <a:t>来週以降の予定</a:t>
            </a:r>
          </a:p>
          <a:p>
            <a:r>
              <a:rPr lang="ja-JP" altLang="en-US" sz="1600" dirty="0"/>
              <a:t>・関係者ヒアリングの実施（</a:t>
            </a:r>
            <a:r>
              <a:rPr lang="en-US" altLang="ja-JP" sz="1600" dirty="0"/>
              <a:t>1</a:t>
            </a:r>
            <a:r>
              <a:rPr lang="ja-JP" altLang="en-US" sz="1600" dirty="0"/>
              <a:t>月中目標）</a:t>
            </a:r>
          </a:p>
          <a:p>
            <a:r>
              <a:rPr lang="ja-JP" altLang="en-US" sz="1600" dirty="0"/>
              <a:t>・追加ヒアリング（必要な場合、</a:t>
            </a:r>
            <a:r>
              <a:rPr lang="en-US" altLang="ja-JP" sz="1600" dirty="0"/>
              <a:t>2</a:t>
            </a:r>
            <a:r>
              <a:rPr lang="ja-JP" altLang="en-US" sz="1600" dirty="0"/>
              <a:t>月第</a:t>
            </a:r>
            <a:r>
              <a:rPr lang="en-US" altLang="ja-JP" sz="1600" dirty="0"/>
              <a:t>1</a:t>
            </a:r>
            <a:r>
              <a:rPr lang="ja-JP" altLang="en-US" sz="1600" dirty="0"/>
              <a:t>週）</a:t>
            </a:r>
            <a:endParaRPr lang="en-US" altLang="ja-JP" sz="1600" dirty="0"/>
          </a:p>
          <a:p>
            <a:endParaRPr lang="ja-JP" altLang="en-US" sz="1600" dirty="0"/>
          </a:p>
          <a:p>
            <a:r>
              <a:rPr lang="en-US" altLang="ja-JP" sz="1600" b="1" dirty="0"/>
              <a:t>3. </a:t>
            </a:r>
            <a:r>
              <a:rPr lang="ja-JP" altLang="en-US" sz="1600" b="1" dirty="0"/>
              <a:t>共有事項</a:t>
            </a:r>
          </a:p>
          <a:p>
            <a:r>
              <a:rPr lang="ja-JP" altLang="en-US" sz="1600" dirty="0"/>
              <a:t>・作成したフォルダー階層・コミュニケーションルールは指定フォルダに格納済</a:t>
            </a:r>
          </a:p>
          <a:p>
            <a:r>
              <a:rPr lang="ja-JP" altLang="en-US" sz="1600" dirty="0"/>
              <a:t>・本定例にて内容を共有・確認予定</a:t>
            </a:r>
            <a:endParaRPr lang="en-US" altLang="ja-JP" sz="1600" dirty="0"/>
          </a:p>
        </p:txBody>
      </p:sp>
    </p:spTree>
    <p:extLst>
      <p:ext uri="{BB962C8B-B14F-4D97-AF65-F5344CB8AC3E}">
        <p14:creationId xmlns:p14="http://schemas.microsoft.com/office/powerpoint/2010/main" val="3809901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8149D4-B601-23E6-2340-66C600E7AFE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1EF8BDD-7BF3-C7CF-9C77-9B44ADBBE2C8}"/>
              </a:ext>
            </a:extLst>
          </p:cNvPr>
          <p:cNvSpPr>
            <a:spLocks noGrp="1"/>
          </p:cNvSpPr>
          <p:nvPr>
            <p:ph type="body" sz="quarter" idx="15"/>
          </p:nvPr>
        </p:nvSpPr>
        <p:spPr>
          <a:xfrm>
            <a:off x="390525" y="990600"/>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直近</a:t>
            </a:r>
            <a:r>
              <a:rPr lang="en-US" altLang="ja-JP" sz="1800" dirty="0">
                <a:latin typeface="Meiryo UI" panose="020B0604030504040204" pitchFamily="50" charset="-128"/>
                <a:ea typeface="Meiryo UI" panose="020B0604030504040204" pitchFamily="50" charset="-128"/>
              </a:rPr>
              <a:t>4</a:t>
            </a:r>
            <a:r>
              <a:rPr lang="ja-JP" altLang="en-US" sz="1800" dirty="0">
                <a:latin typeface="Meiryo UI" panose="020B0604030504040204" pitchFamily="50" charset="-128"/>
                <a:ea typeface="Meiryo UI" panose="020B0604030504040204" pitchFamily="50" charset="-128"/>
              </a:rPr>
              <a:t>週間</a:t>
            </a:r>
            <a:r>
              <a:rPr lang="ja-JP" altLang="en-US" sz="1800" dirty="0">
                <a:solidFill>
                  <a:schemeClr val="tx1"/>
                </a:solidFill>
                <a:latin typeface="Meiryo UI" panose="020B0604030504040204" pitchFamily="50" charset="-128"/>
                <a:ea typeface="Meiryo UI" panose="020B0604030504040204" pitchFamily="50" charset="-128"/>
              </a:rPr>
              <a:t>は現状分析の「ヒアリング日程確定→ヒアリング実施→現状の見える化→比較検討の土台づくり」までを短期集中で行い、選定意思決定に向けた論点</a:t>
            </a:r>
            <a:r>
              <a:rPr lang="ja-JP" altLang="en-US" sz="1800" dirty="0">
                <a:latin typeface="Meiryo UI" panose="020B0604030504040204" pitchFamily="50" charset="-128"/>
                <a:ea typeface="Meiryo UI" panose="020B0604030504040204" pitchFamily="50" charset="-128"/>
              </a:rPr>
              <a:t>を早期に揃えます。</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D72D4FB4-3881-94F9-5160-D777254AB403}"/>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直近</a:t>
            </a:r>
            <a:r>
              <a:rPr lang="en-US" altLang="ja-JP" dirty="0">
                <a:latin typeface="Meiryo UI" panose="020B0604030504040204" pitchFamily="50" charset="-128"/>
                <a:ea typeface="Meiryo UI" panose="020B0604030504040204" pitchFamily="50" charset="-128"/>
              </a:rPr>
              <a:t>4</a:t>
            </a:r>
            <a:r>
              <a:rPr lang="ja-JP" altLang="en-US" dirty="0">
                <a:latin typeface="Meiryo UI" panose="020B0604030504040204" pitchFamily="50" charset="-128"/>
                <a:ea typeface="Meiryo UI" panose="020B0604030504040204" pitchFamily="50" charset="-128"/>
              </a:rPr>
              <a:t>週間の進め方</a:t>
            </a:r>
            <a:endParaRPr kumimoji="1" lang="ja-JP" altLang="en-US" dirty="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146BDDE-8B1E-9CCA-C5C5-FFC7BEF5A551}"/>
              </a:ext>
            </a:extLst>
          </p:cNvPr>
          <p:cNvSpPr/>
          <p:nvPr/>
        </p:nvSpPr>
        <p:spPr>
          <a:xfrm>
            <a:off x="1749425" y="1674700"/>
            <a:ext cx="5972175" cy="430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主な活動内容</a:t>
            </a:r>
            <a:endParaRPr kumimoji="1" lang="en-US" altLang="ja-JP" b="1" dirty="0">
              <a:solidFill>
                <a:schemeClr val="tx1"/>
              </a:solidFill>
              <a:latin typeface="Meiryo UI" panose="020B0604030504040204" pitchFamily="50" charset="-128"/>
              <a:ea typeface="Meiryo UI" panose="020B0604030504040204" pitchFamily="50" charset="-128"/>
            </a:endParaRPr>
          </a:p>
        </p:txBody>
      </p:sp>
      <p:sp>
        <p:nvSpPr>
          <p:cNvPr id="14" name="テキスト プレースホルダー 1">
            <a:extLst>
              <a:ext uri="{FF2B5EF4-FFF2-40B4-BE49-F238E27FC236}">
                <a16:creationId xmlns:a16="http://schemas.microsoft.com/office/drawing/2014/main" id="{A2D3ADA9-7D05-42F5-409A-11C60F86F701}"/>
              </a:ext>
            </a:extLst>
          </p:cNvPr>
          <p:cNvSpPr txBox="1">
            <a:spLocks/>
          </p:cNvSpPr>
          <p:nvPr/>
        </p:nvSpPr>
        <p:spPr>
          <a:xfrm>
            <a:off x="1755152" y="2316180"/>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進め方ルール確定（連絡手段／資料の置き場）</a:t>
            </a:r>
          </a:p>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ヒアリング設計の確定（誰に何を聞くか／質問）</a:t>
            </a:r>
          </a:p>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【CTC→TMC→CTC】</a:t>
            </a:r>
            <a:r>
              <a:rPr lang="ja-JP" altLang="en-US" sz="1200" dirty="0">
                <a:latin typeface="Meiryo UI" panose="020B0604030504040204" pitchFamily="50" charset="-128"/>
                <a:ea typeface="Meiryo UI" panose="020B0604030504040204" pitchFamily="50" charset="-128"/>
              </a:rPr>
              <a:t>個別オンラインヒアリングの日程確定（候補提示→予定確認→確定連絡）</a:t>
            </a:r>
          </a:p>
        </p:txBody>
      </p:sp>
      <p:sp>
        <p:nvSpPr>
          <p:cNvPr id="28" name="フローチャート: 他ページ結合子 27">
            <a:extLst>
              <a:ext uri="{FF2B5EF4-FFF2-40B4-BE49-F238E27FC236}">
                <a16:creationId xmlns:a16="http://schemas.microsoft.com/office/drawing/2014/main" id="{896E655E-087A-871D-69EB-1D070463056C}"/>
              </a:ext>
            </a:extLst>
          </p:cNvPr>
          <p:cNvSpPr/>
          <p:nvPr/>
        </p:nvSpPr>
        <p:spPr>
          <a:xfrm>
            <a:off x="828675" y="5098835"/>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ltLang="ja-JP" sz="1600" dirty="0">
                <a:latin typeface="Meiryo UI" panose="020B0604030504040204" pitchFamily="50" charset="-128"/>
                <a:ea typeface="Meiryo UI" panose="020B0604030504040204" pitchFamily="50" charset="-128"/>
              </a:rPr>
            </a:br>
            <a:r>
              <a:rPr lang="en-US" altLang="ja-JP" sz="1600" dirty="0">
                <a:latin typeface="Meiryo UI" panose="020B0604030504040204" pitchFamily="50" charset="-128"/>
                <a:ea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rPr>
              <a:t>月</a:t>
            </a:r>
            <a:endParaRPr lang="en-US" altLang="ja-JP" sz="1600" dirty="0">
              <a:latin typeface="Meiryo UI" panose="020B0604030504040204" pitchFamily="50" charset="-128"/>
              <a:ea typeface="Meiryo UI" panose="020B0604030504040204" pitchFamily="50" charset="-128"/>
            </a:endParaRPr>
          </a:p>
          <a:p>
            <a:pPr algn="ctr"/>
            <a:r>
              <a:rPr lang="en-US" altLang="ja-JP" sz="1600" dirty="0">
                <a:latin typeface="Meiryo UI" panose="020B0604030504040204" pitchFamily="50" charset="-128"/>
                <a:ea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rPr>
              <a:t>週</a:t>
            </a:r>
          </a:p>
        </p:txBody>
      </p:sp>
      <p:sp>
        <p:nvSpPr>
          <p:cNvPr id="29" name="フローチャート: 他ページ結合子 28">
            <a:extLst>
              <a:ext uri="{FF2B5EF4-FFF2-40B4-BE49-F238E27FC236}">
                <a16:creationId xmlns:a16="http://schemas.microsoft.com/office/drawing/2014/main" id="{9BF30CA1-FF2E-9C7E-8CC1-98D5464C08BA}"/>
              </a:ext>
            </a:extLst>
          </p:cNvPr>
          <p:cNvSpPr/>
          <p:nvPr/>
        </p:nvSpPr>
        <p:spPr>
          <a:xfrm>
            <a:off x="828675" y="4129474"/>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ltLang="ja-JP" sz="1600" dirty="0">
                <a:latin typeface="Meiryo UI" panose="020B0604030504040204" pitchFamily="50" charset="-128"/>
                <a:ea typeface="Meiryo UI" panose="020B0604030504040204" pitchFamily="50" charset="-128"/>
              </a:rPr>
            </a:b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月</a:t>
            </a:r>
            <a:r>
              <a:rPr lang="en-US" altLang="ja-JP" sz="1600" dirty="0">
                <a:latin typeface="Meiryo UI" panose="020B0604030504040204" pitchFamily="50" charset="-128"/>
                <a:ea typeface="Meiryo UI" panose="020B0604030504040204" pitchFamily="50" charset="-128"/>
              </a:rPr>
              <a:t>26</a:t>
            </a:r>
            <a:r>
              <a:rPr lang="ja-JP" altLang="en-US" sz="1600" dirty="0">
                <a:latin typeface="Meiryo UI" panose="020B0604030504040204" pitchFamily="50" charset="-128"/>
                <a:ea typeface="Meiryo UI" panose="020B0604030504040204" pitchFamily="50" charset="-128"/>
              </a:rPr>
              <a:t>週</a:t>
            </a:r>
          </a:p>
        </p:txBody>
      </p:sp>
      <p:sp>
        <p:nvSpPr>
          <p:cNvPr id="30" name="フローチャート: 他ページ結合子 29">
            <a:extLst>
              <a:ext uri="{FF2B5EF4-FFF2-40B4-BE49-F238E27FC236}">
                <a16:creationId xmlns:a16="http://schemas.microsoft.com/office/drawing/2014/main" id="{7AFF36C0-C43C-4246-2252-4C59E638157F}"/>
              </a:ext>
            </a:extLst>
          </p:cNvPr>
          <p:cNvSpPr/>
          <p:nvPr/>
        </p:nvSpPr>
        <p:spPr>
          <a:xfrm>
            <a:off x="828675" y="3160112"/>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altLang="ja-JP" sz="1600" dirty="0">
                <a:latin typeface="Meiryo UI" panose="020B0604030504040204" pitchFamily="50" charset="-128"/>
                <a:ea typeface="Meiryo UI" panose="020B0604030504040204" pitchFamily="50" charset="-128"/>
              </a:rPr>
            </a:b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月</a:t>
            </a:r>
            <a:r>
              <a:rPr lang="en-US" altLang="ja-JP" sz="1600" dirty="0">
                <a:latin typeface="Meiryo UI" panose="020B0604030504040204" pitchFamily="50" charset="-128"/>
                <a:ea typeface="Meiryo UI" panose="020B0604030504040204" pitchFamily="50" charset="-128"/>
              </a:rPr>
              <a:t>19</a:t>
            </a:r>
            <a:r>
              <a:rPr lang="ja-JP" altLang="en-US" sz="1600" dirty="0">
                <a:latin typeface="Meiryo UI" panose="020B0604030504040204" pitchFamily="50" charset="-128"/>
                <a:ea typeface="Meiryo UI" panose="020B0604030504040204" pitchFamily="50" charset="-128"/>
              </a:rPr>
              <a:t>週</a:t>
            </a:r>
          </a:p>
        </p:txBody>
      </p:sp>
      <p:sp>
        <p:nvSpPr>
          <p:cNvPr id="31" name="フローチャート: 他ページ結合子 30">
            <a:extLst>
              <a:ext uri="{FF2B5EF4-FFF2-40B4-BE49-F238E27FC236}">
                <a16:creationId xmlns:a16="http://schemas.microsoft.com/office/drawing/2014/main" id="{09B852C9-ABE7-E490-D2F9-67613C002901}"/>
              </a:ext>
            </a:extLst>
          </p:cNvPr>
          <p:cNvSpPr/>
          <p:nvPr/>
        </p:nvSpPr>
        <p:spPr>
          <a:xfrm>
            <a:off x="828675" y="2190750"/>
            <a:ext cx="723900" cy="1191329"/>
          </a:xfrm>
          <a:prstGeom prst="flowChartOffpageConnector">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latin typeface="Meiryo UI" panose="020B0604030504040204" pitchFamily="50" charset="-128"/>
                <a:ea typeface="Meiryo UI" panose="020B0604030504040204" pitchFamily="50" charset="-128"/>
              </a:rPr>
              <a:t>1</a:t>
            </a:r>
            <a:r>
              <a:rPr kumimoji="1" lang="ja-JP" altLang="en-US" sz="1600" dirty="0">
                <a:latin typeface="Meiryo UI" panose="020B0604030504040204" pitchFamily="50" charset="-128"/>
                <a:ea typeface="Meiryo UI" panose="020B0604030504040204" pitchFamily="50" charset="-128"/>
              </a:rPr>
              <a:t>月</a:t>
            </a:r>
            <a:r>
              <a:rPr kumimoji="1" lang="en-US" altLang="ja-JP" sz="1600" dirty="0">
                <a:latin typeface="Meiryo UI" panose="020B0604030504040204" pitchFamily="50" charset="-128"/>
                <a:ea typeface="Meiryo UI" panose="020B0604030504040204" pitchFamily="50" charset="-128"/>
              </a:rPr>
              <a:t>12</a:t>
            </a:r>
            <a:r>
              <a:rPr lang="ja-JP" altLang="en-US" sz="1600" dirty="0">
                <a:latin typeface="Meiryo UI" panose="020B0604030504040204" pitchFamily="50" charset="-128"/>
                <a:ea typeface="Meiryo UI" panose="020B0604030504040204" pitchFamily="50" charset="-128"/>
              </a:rPr>
              <a:t>週</a:t>
            </a:r>
            <a:endParaRPr kumimoji="1" lang="ja-JP" altLang="en-US" sz="1600" dirty="0">
              <a:latin typeface="Meiryo UI" panose="020B0604030504040204" pitchFamily="50" charset="-128"/>
              <a:ea typeface="Meiryo UI" panose="020B0604030504040204" pitchFamily="50" charset="-128"/>
            </a:endParaRPr>
          </a:p>
        </p:txBody>
      </p:sp>
      <p:sp>
        <p:nvSpPr>
          <p:cNvPr id="32" name="テキスト プレースホルダー 1">
            <a:extLst>
              <a:ext uri="{FF2B5EF4-FFF2-40B4-BE49-F238E27FC236}">
                <a16:creationId xmlns:a16="http://schemas.microsoft.com/office/drawing/2014/main" id="{BCC736C7-6153-08DC-9DFE-73EF805BA004}"/>
              </a:ext>
            </a:extLst>
          </p:cNvPr>
          <p:cNvSpPr txBox="1">
            <a:spLocks/>
          </p:cNvSpPr>
          <p:nvPr/>
        </p:nvSpPr>
        <p:spPr>
          <a:xfrm>
            <a:off x="1755152" y="3311054"/>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個別オンラインヒアリングの実施</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現状業務フロー・課題の見える化</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追加ヒアリング事項の依頼</a:t>
            </a:r>
          </a:p>
        </p:txBody>
      </p:sp>
      <p:sp>
        <p:nvSpPr>
          <p:cNvPr id="33" name="テキスト プレースホルダー 1">
            <a:extLst>
              <a:ext uri="{FF2B5EF4-FFF2-40B4-BE49-F238E27FC236}">
                <a16:creationId xmlns:a16="http://schemas.microsoft.com/office/drawing/2014/main" id="{EAA2AD9A-40D4-CA45-A9F0-89846F17422F}"/>
              </a:ext>
            </a:extLst>
          </p:cNvPr>
          <p:cNvSpPr txBox="1">
            <a:spLocks/>
          </p:cNvSpPr>
          <p:nvPr/>
        </p:nvSpPr>
        <p:spPr>
          <a:xfrm>
            <a:off x="1755152" y="4305928"/>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システム比較の観点を整理（何を比べるのか）</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現状課題を必要な機能（比較の観点）に紐づけ</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システムの制約条件の確認（セキュリティ／使える端末など）</a:t>
            </a:r>
          </a:p>
        </p:txBody>
      </p:sp>
      <p:sp>
        <p:nvSpPr>
          <p:cNvPr id="34" name="テキスト プレースホルダー 1">
            <a:extLst>
              <a:ext uri="{FF2B5EF4-FFF2-40B4-BE49-F238E27FC236}">
                <a16:creationId xmlns:a16="http://schemas.microsoft.com/office/drawing/2014/main" id="{4EDBD44E-18FB-39E8-A6CD-DC54011A42DA}"/>
              </a:ext>
            </a:extLst>
          </p:cNvPr>
          <p:cNvSpPr txBox="1">
            <a:spLocks/>
          </p:cNvSpPr>
          <p:nvPr/>
        </p:nvSpPr>
        <p:spPr>
          <a:xfrm>
            <a:off x="1749427" y="5300802"/>
            <a:ext cx="6217271" cy="699210"/>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選定ポイントの整理（費用／セキュリティ／運用負荷など）</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a:t>
            </a:r>
            <a:r>
              <a:rPr lang="ja-JP" altLang="en-US" sz="1200" dirty="0">
                <a:latin typeface="Meiryo UI" panose="020B0604030504040204" pitchFamily="50" charset="-128"/>
                <a:ea typeface="Meiryo UI" panose="020B0604030504040204" pitchFamily="50" charset="-128"/>
              </a:rPr>
              <a:t>選定理由書の作成（決め手／リスク／前提）</a:t>
            </a: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【CTC→TMC】</a:t>
            </a:r>
            <a:r>
              <a:rPr lang="ja-JP" altLang="en-US" sz="1200" dirty="0">
                <a:latin typeface="Meiryo UI" panose="020B0604030504040204" pitchFamily="50" charset="-128"/>
                <a:ea typeface="Meiryo UI" panose="020B0604030504040204" pitchFamily="50" charset="-128"/>
              </a:rPr>
              <a:t>選定理由書のレビュー実施</a:t>
            </a:r>
          </a:p>
        </p:txBody>
      </p:sp>
      <p:sp>
        <p:nvSpPr>
          <p:cNvPr id="47" name="正方形/長方形 46">
            <a:extLst>
              <a:ext uri="{FF2B5EF4-FFF2-40B4-BE49-F238E27FC236}">
                <a16:creationId xmlns:a16="http://schemas.microsoft.com/office/drawing/2014/main" id="{69704C69-C880-96FF-417A-89161CA771B7}"/>
              </a:ext>
            </a:extLst>
          </p:cNvPr>
          <p:cNvSpPr/>
          <p:nvPr/>
        </p:nvSpPr>
        <p:spPr>
          <a:xfrm>
            <a:off x="8249092" y="1674700"/>
            <a:ext cx="3128626" cy="430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依頼事項</a:t>
            </a:r>
            <a:endParaRPr kumimoji="1" lang="en-US" altLang="ja-JP" b="1" dirty="0">
              <a:solidFill>
                <a:schemeClr val="tx1"/>
              </a:solidFill>
              <a:latin typeface="Meiryo UI" panose="020B0604030504040204" pitchFamily="50" charset="-128"/>
              <a:ea typeface="Meiryo UI" panose="020B0604030504040204" pitchFamily="50" charset="-128"/>
            </a:endParaRPr>
          </a:p>
        </p:txBody>
      </p:sp>
      <p:sp>
        <p:nvSpPr>
          <p:cNvPr id="48" name="テキスト プレースホルダー 1">
            <a:extLst>
              <a:ext uri="{FF2B5EF4-FFF2-40B4-BE49-F238E27FC236}">
                <a16:creationId xmlns:a16="http://schemas.microsoft.com/office/drawing/2014/main" id="{F94D8EE7-EABF-1DBC-0D5B-606E3FFBC677}"/>
              </a:ext>
            </a:extLst>
          </p:cNvPr>
          <p:cNvSpPr txBox="1">
            <a:spLocks/>
          </p:cNvSpPr>
          <p:nvPr/>
        </p:nvSpPr>
        <p:spPr>
          <a:xfrm>
            <a:off x="8255001" y="2305811"/>
            <a:ext cx="3135227" cy="684504"/>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・ヒアリング対象者の確定</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・各対象者のヒアリングの日程調節</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・資料保管場所・連絡手段の確定</a:t>
            </a:r>
          </a:p>
        </p:txBody>
      </p:sp>
      <p:sp>
        <p:nvSpPr>
          <p:cNvPr id="49" name="テキスト プレースホルダー 1">
            <a:extLst>
              <a:ext uri="{FF2B5EF4-FFF2-40B4-BE49-F238E27FC236}">
                <a16:creationId xmlns:a16="http://schemas.microsoft.com/office/drawing/2014/main" id="{2567E6FA-106A-F44D-1728-8E194B901C1A}"/>
              </a:ext>
            </a:extLst>
          </p:cNvPr>
          <p:cNvSpPr txBox="1">
            <a:spLocks/>
          </p:cNvSpPr>
          <p:nvPr/>
        </p:nvSpPr>
        <p:spPr>
          <a:xfrm>
            <a:off x="8249314" y="3436108"/>
            <a:ext cx="3128404" cy="449101"/>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・個別オンラインヒアリングへの参加</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・現状フロー図の確認</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・追加ヒアリングへの回答</a:t>
            </a:r>
          </a:p>
        </p:txBody>
      </p:sp>
      <p:sp>
        <p:nvSpPr>
          <p:cNvPr id="50" name="テキスト プレースホルダー 1">
            <a:extLst>
              <a:ext uri="{FF2B5EF4-FFF2-40B4-BE49-F238E27FC236}">
                <a16:creationId xmlns:a16="http://schemas.microsoft.com/office/drawing/2014/main" id="{AB71C092-49F4-056B-0CC2-C676171200F9}"/>
              </a:ext>
            </a:extLst>
          </p:cNvPr>
          <p:cNvSpPr txBox="1">
            <a:spLocks/>
          </p:cNvSpPr>
          <p:nvPr/>
        </p:nvSpPr>
        <p:spPr>
          <a:xfrm>
            <a:off x="8251267" y="4530479"/>
            <a:ext cx="3138965" cy="250108"/>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・システム比較観点の確認</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・既存システム情報の提供</a:t>
            </a:r>
          </a:p>
          <a:p>
            <a:pPr marL="0" indent="0">
              <a:buFont typeface="Arial" panose="020B0604020202020204" pitchFamily="34" charset="0"/>
              <a:buNone/>
            </a:pPr>
            <a:r>
              <a:rPr lang="ja-JP" altLang="en-US" sz="1200" b="1" dirty="0">
                <a:latin typeface="Meiryo UI" panose="020B0604030504040204" pitchFamily="50" charset="-128"/>
                <a:ea typeface="Meiryo UI" panose="020B0604030504040204" pitchFamily="50" charset="-128"/>
              </a:rPr>
              <a:t>・制約条件の共有（セキュリティ、利用端末など）</a:t>
            </a:r>
          </a:p>
        </p:txBody>
      </p:sp>
      <p:sp>
        <p:nvSpPr>
          <p:cNvPr id="51" name="テキスト プレースホルダー 1">
            <a:extLst>
              <a:ext uri="{FF2B5EF4-FFF2-40B4-BE49-F238E27FC236}">
                <a16:creationId xmlns:a16="http://schemas.microsoft.com/office/drawing/2014/main" id="{0AAF307F-BA90-163D-7B1F-B72436E39BF1}"/>
              </a:ext>
            </a:extLst>
          </p:cNvPr>
          <p:cNvSpPr txBox="1">
            <a:spLocks/>
          </p:cNvSpPr>
          <p:nvPr/>
        </p:nvSpPr>
        <p:spPr>
          <a:xfrm>
            <a:off x="8249092" y="5525353"/>
            <a:ext cx="3135220" cy="250108"/>
          </a:xfrm>
          <a:prstGeom prst="rect">
            <a:avLst/>
          </a:prstGeom>
        </p:spPr>
        <p:txBody>
          <a:bodyPr lIns="0" tIns="0" rIns="0" bIns="0" anchor="ctr">
            <a:noAutofit/>
          </a:bodyPr>
          <a:lstStyle>
            <a:lvl1pPr marL="176213" indent="-176213" algn="l" defTabSz="479968" rtl="0" eaLnBrk="1" latinLnBrk="0" hangingPunct="1">
              <a:lnSpc>
                <a:spcPct val="90000"/>
              </a:lnSpc>
              <a:spcBef>
                <a:spcPts val="600"/>
              </a:spcBef>
              <a:buFont typeface="Arial" panose="020B0604020202020204" pitchFamily="34" charset="0"/>
              <a:buChar char="•"/>
              <a:defRPr kumimoji="1" sz="2800" b="0" i="0" kern="1200">
                <a:solidFill>
                  <a:srgbClr val="013C85"/>
                </a:solidFill>
                <a:latin typeface="Yu Gothic Medium" panose="020B0400000000000000" pitchFamily="34" charset="-128"/>
                <a:ea typeface="Yu Gothic Medium" panose="020B0400000000000000" pitchFamily="34" charset="-128"/>
                <a:cs typeface="+mn-cs"/>
              </a:defRPr>
            </a:lvl1pPr>
            <a:lvl2pPr marL="442913" indent="-136525" algn="l" defTabSz="914400" rtl="0" eaLnBrk="1" latinLnBrk="0" hangingPunct="1">
              <a:lnSpc>
                <a:spcPct val="90000"/>
              </a:lnSpc>
              <a:spcBef>
                <a:spcPts val="600"/>
              </a:spcBef>
              <a:buFont typeface="Arial" panose="020B0604020202020204" pitchFamily="34" charset="0"/>
              <a:buChar char="•"/>
              <a:defRPr kumimoji="1" sz="2400" b="0" i="0" kern="1200">
                <a:solidFill>
                  <a:srgbClr val="013C85"/>
                </a:solidFill>
                <a:latin typeface="Yu Gothic Medium" panose="020B0400000000000000" pitchFamily="34" charset="-128"/>
                <a:ea typeface="Yu Gothic Medium" panose="020B0400000000000000" pitchFamily="34" charset="-128"/>
                <a:cs typeface="+mn-cs"/>
              </a:defRPr>
            </a:lvl2pPr>
            <a:lvl3pPr marL="720725" indent="-146050" algn="l" defTabSz="914400" rtl="0" eaLnBrk="1" latinLnBrk="0" hangingPunct="1">
              <a:lnSpc>
                <a:spcPct val="90000"/>
              </a:lnSpc>
              <a:spcBef>
                <a:spcPts val="600"/>
              </a:spcBef>
              <a:buFont typeface="Arial" panose="020B0604020202020204" pitchFamily="34" charset="0"/>
              <a:buChar char="•"/>
              <a:defRPr kumimoji="1" sz="2000" b="0" i="0" kern="1200">
                <a:solidFill>
                  <a:srgbClr val="013C85"/>
                </a:solidFill>
                <a:latin typeface="Yu Gothic Medium" panose="020B0400000000000000" pitchFamily="34" charset="-128"/>
                <a:ea typeface="Yu Gothic Medium" panose="020B0400000000000000" pitchFamily="34" charset="-128"/>
                <a:cs typeface="+mn-cs"/>
              </a:defRPr>
            </a:lvl3pPr>
            <a:lvl4pPr marL="9890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4pPr>
            <a:lvl5pPr marL="1255713" indent="-136525" algn="l" defTabSz="914400" rtl="0" eaLnBrk="1" latinLnBrk="0" hangingPunct="1">
              <a:lnSpc>
                <a:spcPct val="90000"/>
              </a:lnSpc>
              <a:spcBef>
                <a:spcPts val="600"/>
              </a:spcBef>
              <a:buFont typeface="Arial" panose="020B0604020202020204" pitchFamily="34" charset="0"/>
              <a:buChar char="•"/>
              <a:defRPr kumimoji="1" sz="1800" b="0" i="0" kern="1200">
                <a:solidFill>
                  <a:srgbClr val="013C85"/>
                </a:solidFill>
                <a:latin typeface="Yu Gothic Medium" panose="020B0400000000000000" pitchFamily="34" charset="-128"/>
                <a:ea typeface="Yu Gothic Medium"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Yu Gothic Medium" panose="020B0400000000000000" pitchFamily="34" charset="-128"/>
                <a:ea typeface="Yu Gothic Medium" panose="020B0400000000000000" pitchFamily="34"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dirty="0">
                <a:latin typeface="Meiryo UI" panose="020B0604030504040204" pitchFamily="50" charset="-128"/>
                <a:ea typeface="Meiryo UI" panose="020B0604030504040204" pitchFamily="50" charset="-128"/>
              </a:rPr>
              <a:t>・選定ポイントの確認（何が決まれば</a:t>
            </a:r>
            <a:r>
              <a:rPr lang="en-US" altLang="ja-JP" sz="1200" b="1" dirty="0">
                <a:latin typeface="Meiryo UI" panose="020B0604030504040204" pitchFamily="50" charset="-128"/>
                <a:ea typeface="Meiryo UI" panose="020B0604030504040204" pitchFamily="50" charset="-128"/>
              </a:rPr>
              <a:t>OK</a:t>
            </a:r>
            <a:r>
              <a:rPr lang="ja-JP" altLang="en-US" sz="1200" b="1" dirty="0">
                <a:latin typeface="Meiryo UI" panose="020B0604030504040204" pitchFamily="50" charset="-128"/>
                <a:ea typeface="Meiryo UI" panose="020B0604030504040204" pitchFamily="50" charset="-128"/>
              </a:rPr>
              <a:t>か）</a:t>
            </a:r>
          </a:p>
          <a:p>
            <a:pPr marL="0" indent="0">
              <a:buNone/>
            </a:pPr>
            <a:r>
              <a:rPr lang="ja-JP" altLang="en-US" sz="1200" b="1" dirty="0">
                <a:latin typeface="Meiryo UI" panose="020B0604030504040204" pitchFamily="50" charset="-128"/>
                <a:ea typeface="Meiryo UI" panose="020B0604030504040204" pitchFamily="50" charset="-128"/>
              </a:rPr>
              <a:t>・承認の進め方の共有（誰が・いつ承認するか）</a:t>
            </a:r>
            <a:endParaRPr lang="en-US" altLang="ja-JP" sz="1200" b="1" dirty="0">
              <a:latin typeface="Meiryo UI" panose="020B0604030504040204" pitchFamily="50" charset="-128"/>
              <a:ea typeface="Meiryo UI" panose="020B0604030504040204" pitchFamily="50" charset="-128"/>
            </a:endParaRPr>
          </a:p>
          <a:p>
            <a:pPr marL="0" indent="0">
              <a:buNone/>
            </a:pPr>
            <a:r>
              <a:rPr lang="ja-JP" altLang="en-US" sz="1200" b="1" dirty="0">
                <a:latin typeface="Meiryo UI" panose="020B0604030504040204" pitchFamily="50" charset="-128"/>
                <a:ea typeface="Meiryo UI" panose="020B0604030504040204" pitchFamily="50" charset="-128"/>
              </a:rPr>
              <a:t>・選定理由書レビュー参加</a:t>
            </a:r>
          </a:p>
        </p:txBody>
      </p:sp>
      <p:cxnSp>
        <p:nvCxnSpPr>
          <p:cNvPr id="52" name="直線コネクタ 51">
            <a:extLst>
              <a:ext uri="{FF2B5EF4-FFF2-40B4-BE49-F238E27FC236}">
                <a16:creationId xmlns:a16="http://schemas.microsoft.com/office/drawing/2014/main" id="{EF414EA1-C748-56A3-86DE-35C9EFE6048E}"/>
              </a:ext>
            </a:extLst>
          </p:cNvPr>
          <p:cNvCxnSpPr>
            <a:cxnSpLocks/>
          </p:cNvCxnSpPr>
          <p:nvPr/>
        </p:nvCxnSpPr>
        <p:spPr>
          <a:xfrm>
            <a:off x="7972426" y="2161820"/>
            <a:ext cx="0" cy="393530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112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120828-7F26-3373-E0F0-380D9CBA974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B32AA37-5009-679C-9A7E-14CBA699EDCD}"/>
              </a:ext>
            </a:extLst>
          </p:cNvPr>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ロードマップ</a:t>
            </a:r>
            <a:r>
              <a:rPr lang="en-US" altLang="ja-JP" dirty="0">
                <a:latin typeface="Meiryo UI" panose="020B0604030504040204" pitchFamily="50" charset="-128"/>
                <a:ea typeface="Meiryo UI" panose="020B0604030504040204" pitchFamily="50" charset="-128"/>
              </a:rPr>
              <a:t>(2/2)</a:t>
            </a:r>
            <a:endParaRPr kumimoji="1" lang="ja-JP" altLang="en-US" dirty="0">
              <a:latin typeface="Meiryo UI" panose="020B0604030504040204" pitchFamily="50" charset="-128"/>
              <a:ea typeface="Meiryo UI" panose="020B0604030504040204" pitchFamily="50" charset="-128"/>
            </a:endParaRPr>
          </a:p>
        </p:txBody>
      </p:sp>
      <p:sp>
        <p:nvSpPr>
          <p:cNvPr id="197" name="テキスト ボックス 196">
            <a:extLst>
              <a:ext uri="{FF2B5EF4-FFF2-40B4-BE49-F238E27FC236}">
                <a16:creationId xmlns:a16="http://schemas.microsoft.com/office/drawing/2014/main" id="{E4279E21-7E34-9300-D662-88ED946DADAE}"/>
              </a:ext>
            </a:extLst>
          </p:cNvPr>
          <p:cNvSpPr txBox="1"/>
          <p:nvPr/>
        </p:nvSpPr>
        <p:spPr>
          <a:xfrm>
            <a:off x="390524" y="850022"/>
            <a:ext cx="11116665" cy="646331"/>
          </a:xfrm>
          <a:prstGeom prst="rect">
            <a:avLst/>
          </a:prstGeom>
          <a:noFill/>
        </p:spPr>
        <p:txBody>
          <a:bodyPr wrap="square">
            <a:spAutoFit/>
          </a:bodyPr>
          <a:lstStyle/>
          <a:p>
            <a:pPr marL="0" indent="0">
              <a:buNone/>
            </a:pPr>
            <a:r>
              <a:rPr lang="en-US" altLang="ja-JP" b="1" u="sng" dirty="0">
                <a:latin typeface="Meiryo UI" panose="020B0604030504040204" pitchFamily="50" charset="-128"/>
                <a:ea typeface="Meiryo UI" panose="020B0604030504040204" pitchFamily="50" charset="-128"/>
              </a:rPr>
              <a:t>2026</a:t>
            </a:r>
            <a:r>
              <a:rPr lang="ja-JP" altLang="en-US" b="1" u="sng" dirty="0">
                <a:latin typeface="Meiryo UI" panose="020B0604030504040204" pitchFamily="50" charset="-128"/>
                <a:ea typeface="Meiryo UI" panose="020B0604030504040204" pitchFamily="50" charset="-128"/>
              </a:rPr>
              <a:t>年</a:t>
            </a:r>
            <a:r>
              <a:rPr lang="en-US" altLang="ja-JP" b="1" u="sng" dirty="0">
                <a:latin typeface="Meiryo UI" panose="020B0604030504040204" pitchFamily="50" charset="-128"/>
                <a:ea typeface="Meiryo UI" panose="020B0604030504040204" pitchFamily="50" charset="-128"/>
              </a:rPr>
              <a:t>3</a:t>
            </a:r>
            <a:r>
              <a:rPr lang="ja-JP" altLang="en-US" b="1" u="sng" dirty="0">
                <a:latin typeface="Meiryo UI" panose="020B0604030504040204" pitchFamily="50" charset="-128"/>
                <a:ea typeface="Meiryo UI" panose="020B0604030504040204" pitchFamily="50" charset="-128"/>
              </a:rPr>
              <a:t>月</a:t>
            </a:r>
            <a:r>
              <a:rPr lang="en-US" altLang="ja-JP" b="1" u="sng" dirty="0">
                <a:latin typeface="Meiryo UI" panose="020B0604030504040204" pitchFamily="50" charset="-128"/>
                <a:ea typeface="Meiryo UI" panose="020B0604030504040204" pitchFamily="50" charset="-128"/>
              </a:rPr>
              <a:t>20</a:t>
            </a:r>
            <a:r>
              <a:rPr lang="ja-JP" altLang="en-US" b="1" u="sng" dirty="0">
                <a:latin typeface="Meiryo UI" panose="020B0604030504040204" pitchFamily="50" charset="-128"/>
                <a:ea typeface="Meiryo UI" panose="020B0604030504040204" pitchFamily="50" charset="-128"/>
              </a:rPr>
              <a:t>日の構想完了</a:t>
            </a:r>
            <a:r>
              <a:rPr lang="ja-JP" altLang="en-US" dirty="0">
                <a:latin typeface="Meiryo UI" panose="020B0604030504040204" pitchFamily="50" charset="-128"/>
                <a:ea typeface="Meiryo UI" panose="020B0604030504040204" pitchFamily="50" charset="-128"/>
              </a:rPr>
              <a:t>を確実に実現するため、実稼働日を考慮した最適なスケジュールを策定。十分な検討時間を確保して品質を高めるためにも、</a:t>
            </a:r>
            <a:r>
              <a:rPr lang="en-US" altLang="ja-JP" b="1" u="sng" dirty="0">
                <a:latin typeface="Meiryo UI" panose="020B0604030504040204" pitchFamily="50" charset="-128"/>
                <a:ea typeface="Meiryo UI" panose="020B0604030504040204" pitchFamily="50" charset="-128"/>
              </a:rPr>
              <a:t>1</a:t>
            </a:r>
            <a:r>
              <a:rPr lang="ja-JP" altLang="en-US" b="1" u="sng" dirty="0">
                <a:latin typeface="Meiryo UI" panose="020B0604030504040204" pitchFamily="50" charset="-128"/>
                <a:ea typeface="Meiryo UI" panose="020B0604030504040204" pitchFamily="50" charset="-128"/>
              </a:rPr>
              <a:t>月</a:t>
            </a:r>
            <a:r>
              <a:rPr lang="en-US" altLang="ja-JP" b="1" u="sng" dirty="0">
                <a:latin typeface="Meiryo UI" panose="020B0604030504040204" pitchFamily="50" charset="-128"/>
                <a:ea typeface="Meiryo UI" panose="020B0604030504040204" pitchFamily="50" charset="-128"/>
              </a:rPr>
              <a:t>13</a:t>
            </a:r>
            <a:r>
              <a:rPr lang="ja-JP" altLang="en-US" b="1" u="sng" dirty="0">
                <a:latin typeface="Meiryo UI" panose="020B0604030504040204" pitchFamily="50" charset="-128"/>
                <a:ea typeface="Meiryo UI" panose="020B0604030504040204" pitchFamily="50" charset="-128"/>
              </a:rPr>
              <a:t>日より現状分析</a:t>
            </a:r>
            <a:r>
              <a:rPr lang="ja-JP" altLang="en-US" dirty="0">
                <a:latin typeface="Meiryo UI" panose="020B0604030504040204" pitchFamily="50" charset="-128"/>
                <a:ea typeface="Meiryo UI" panose="020B0604030504040204" pitchFamily="50" charset="-128"/>
              </a:rPr>
              <a:t>に着手させていただくプランが最も現実的であると考えられます。</a:t>
            </a:r>
            <a:endParaRPr lang="en-US" altLang="ja-JP" dirty="0">
              <a:latin typeface="Meiryo UI" panose="020B0604030504040204" pitchFamily="50" charset="-128"/>
              <a:ea typeface="Meiryo UI" panose="020B0604030504040204" pitchFamily="50" charset="-128"/>
            </a:endParaRPr>
          </a:p>
        </p:txBody>
      </p:sp>
      <p:sp>
        <p:nvSpPr>
          <p:cNvPr id="7" name="矢印: 五方向 6">
            <a:extLst>
              <a:ext uri="{FF2B5EF4-FFF2-40B4-BE49-F238E27FC236}">
                <a16:creationId xmlns:a16="http://schemas.microsoft.com/office/drawing/2014/main" id="{D3D664DC-8859-CD74-36BA-3E3A3F15BCB3}"/>
              </a:ext>
            </a:extLst>
          </p:cNvPr>
          <p:cNvSpPr/>
          <p:nvPr/>
        </p:nvSpPr>
        <p:spPr>
          <a:xfrm>
            <a:off x="7921037" y="2520518"/>
            <a:ext cx="2569637" cy="425191"/>
          </a:xfrm>
          <a:prstGeom prst="homePlate">
            <a:avLst>
              <a:gd name="adj" fmla="val 29375"/>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44000" bIns="0" rtlCol="0" anchor="ctr">
            <a:noAutofit/>
          </a:bodyPr>
          <a:lstStyle/>
          <a:p>
            <a:pPr algn="ctr"/>
            <a:r>
              <a:rPr lang="ja-JP" altLang="en-US" sz="1200" b="1" dirty="0">
                <a:solidFill>
                  <a:schemeClr val="bg1"/>
                </a:solidFill>
                <a:latin typeface="Meiryo UI" panose="020B0604030504040204" pitchFamily="50" charset="-128"/>
                <a:ea typeface="Meiryo UI" panose="020B0604030504040204" pitchFamily="50" charset="-128"/>
              </a:rPr>
              <a:t>システム化構想</a:t>
            </a:r>
          </a:p>
        </p:txBody>
      </p:sp>
      <p:grpSp>
        <p:nvGrpSpPr>
          <p:cNvPr id="11" name="グループ化 10">
            <a:extLst>
              <a:ext uri="{FF2B5EF4-FFF2-40B4-BE49-F238E27FC236}">
                <a16:creationId xmlns:a16="http://schemas.microsoft.com/office/drawing/2014/main" id="{7C93BD85-DFE6-D1DD-E29F-B15930E3DD23}"/>
              </a:ext>
            </a:extLst>
          </p:cNvPr>
          <p:cNvGrpSpPr/>
          <p:nvPr/>
        </p:nvGrpSpPr>
        <p:grpSpPr>
          <a:xfrm>
            <a:off x="7921035" y="3076285"/>
            <a:ext cx="2569637" cy="2659352"/>
            <a:chOff x="4609374" y="2332776"/>
            <a:chExt cx="1840775" cy="2685429"/>
          </a:xfrm>
        </p:grpSpPr>
        <p:sp>
          <p:nvSpPr>
            <p:cNvPr id="15" name="テキスト ボックス 14">
              <a:extLst>
                <a:ext uri="{FF2B5EF4-FFF2-40B4-BE49-F238E27FC236}">
                  <a16:creationId xmlns:a16="http://schemas.microsoft.com/office/drawing/2014/main" id="{E0E4DD2D-B9F7-3268-5BD6-9BBD4A040B96}"/>
                </a:ext>
              </a:extLst>
            </p:cNvPr>
            <p:cNvSpPr txBox="1"/>
            <p:nvPr/>
          </p:nvSpPr>
          <p:spPr>
            <a:xfrm>
              <a:off x="4609374" y="2452554"/>
              <a:ext cx="1840775" cy="2565651"/>
            </a:xfrm>
            <a:prstGeom prst="rect">
              <a:avLst/>
            </a:prstGeom>
            <a:noFill/>
          </p:spPr>
          <p:txBody>
            <a:bodyPr wrap="square" lIns="36000" tIns="0" rIns="25200" bIns="0" rtlCol="0" anchor="t">
              <a:noAutofit/>
            </a:bodyPr>
            <a:lstStyle/>
            <a:p>
              <a:r>
                <a:rPr lang="ja-JP" altLang="en-US" sz="1100" dirty="0">
                  <a:latin typeface="Meiryo UI" panose="020B0604030504040204" pitchFamily="50" charset="-128"/>
                  <a:ea typeface="Meiryo UI" panose="020B0604030504040204" pitchFamily="50" charset="-128"/>
                </a:rPr>
                <a:t>■主な活動</a:t>
              </a:r>
            </a:p>
            <a:p>
              <a:r>
                <a:rPr lang="ja-JP" altLang="en-US" sz="1100" dirty="0">
                  <a:latin typeface="Meiryo UI" panose="020B0604030504040204" pitchFamily="50" charset="-128"/>
                  <a:ea typeface="Meiryo UI" panose="020B0604030504040204" pitchFamily="50" charset="-128"/>
                </a:rPr>
                <a:t>・システムアーキテクチャ設計</a:t>
              </a:r>
            </a:p>
            <a:p>
              <a:r>
                <a:rPr lang="ja-JP" altLang="en-US" sz="1100" dirty="0">
                  <a:latin typeface="Meiryo UI" panose="020B0604030504040204" pitchFamily="50" charset="-128"/>
                  <a:ea typeface="Meiryo UI" panose="020B0604030504040204" pitchFamily="50" charset="-128"/>
                </a:rPr>
                <a:t>・データモデル設計</a:t>
              </a:r>
            </a:p>
            <a:p>
              <a:r>
                <a:rPr lang="ja-JP" altLang="en-US" sz="1100" dirty="0">
                  <a:latin typeface="Meiryo UI" panose="020B0604030504040204" pitchFamily="50" charset="-128"/>
                  <a:ea typeface="Meiryo UI" panose="020B0604030504040204" pitchFamily="50" charset="-128"/>
                </a:rPr>
                <a:t>・開発</a:t>
              </a:r>
              <a:r>
                <a:rPr lang="en-US" altLang="ja-JP" sz="1100" dirty="0">
                  <a:latin typeface="Meiryo UI" panose="020B0604030504040204" pitchFamily="50" charset="-128"/>
                  <a:ea typeface="Meiryo UI" panose="020B0604030504040204" pitchFamily="50" charset="-128"/>
                </a:rPr>
                <a:t>WBS</a:t>
              </a:r>
            </a:p>
            <a:p>
              <a:r>
                <a:rPr lang="ja-JP" altLang="en-US" sz="1100" dirty="0">
                  <a:latin typeface="Meiryo UI" panose="020B0604030504040204" pitchFamily="50" charset="-128"/>
                  <a:ea typeface="Meiryo UI" panose="020B0604030504040204" pitchFamily="50" charset="-128"/>
                </a:rPr>
                <a:t>・概算見積もり</a:t>
              </a: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■主な作成物</a:t>
              </a:r>
            </a:p>
            <a:p>
              <a:r>
                <a:rPr lang="ja-JP" altLang="en-US" sz="1100" dirty="0">
                  <a:latin typeface="Meiryo UI" panose="020B0604030504040204" pitchFamily="50" charset="-128"/>
                  <a:ea typeface="Meiryo UI" panose="020B0604030504040204" pitchFamily="50" charset="-128"/>
                </a:rPr>
                <a:t>・全体システム構成図</a:t>
              </a:r>
            </a:p>
            <a:p>
              <a:r>
                <a:rPr lang="ja-JP" altLang="en-US" sz="1100" dirty="0">
                  <a:latin typeface="Meiryo UI" panose="020B0604030504040204" pitchFamily="50" charset="-128"/>
                  <a:ea typeface="Meiryo UI" panose="020B0604030504040204" pitchFamily="50" charset="-128"/>
                </a:rPr>
                <a:t>・データモデル設計書</a:t>
              </a:r>
            </a:p>
            <a:p>
              <a:r>
                <a:rPr lang="ja-JP" altLang="en-US" sz="1100" dirty="0">
                  <a:latin typeface="Meiryo UI" panose="020B0604030504040204" pitchFamily="50" charset="-128"/>
                  <a:ea typeface="Meiryo UI" panose="020B0604030504040204" pitchFamily="50" charset="-128"/>
                </a:rPr>
                <a:t>・開発実行計画書・</a:t>
              </a:r>
              <a:r>
                <a:rPr lang="en-US" altLang="ja-JP" sz="1100" dirty="0">
                  <a:latin typeface="Meiryo UI" panose="020B0604030504040204" pitchFamily="50" charset="-128"/>
                  <a:ea typeface="Meiryo UI" panose="020B0604030504040204" pitchFamily="50" charset="-128"/>
                </a:rPr>
                <a:t>WBS</a:t>
              </a:r>
            </a:p>
            <a:p>
              <a:r>
                <a:rPr lang="ja-JP" altLang="en-US" sz="1100" dirty="0">
                  <a:latin typeface="Meiryo UI" panose="020B0604030504040204" pitchFamily="50" charset="-128"/>
                  <a:ea typeface="Meiryo UI" panose="020B0604030504040204" pitchFamily="50" charset="-128"/>
                </a:rPr>
                <a:t>・概算見積書</a:t>
              </a: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■想定工数</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1.5</a:t>
              </a:r>
              <a:r>
                <a:rPr lang="ja-JP" altLang="en-US" sz="1100" dirty="0">
                  <a:latin typeface="Meiryo UI" panose="020B0604030504040204" pitchFamily="50" charset="-128"/>
                  <a:ea typeface="Meiryo UI" panose="020B0604030504040204" pitchFamily="50" charset="-128"/>
                </a:rPr>
                <a:t>人月</a:t>
              </a:r>
            </a:p>
          </p:txBody>
        </p:sp>
        <p:grpSp>
          <p:nvGrpSpPr>
            <p:cNvPr id="17" name="グループ化 16">
              <a:extLst>
                <a:ext uri="{FF2B5EF4-FFF2-40B4-BE49-F238E27FC236}">
                  <a16:creationId xmlns:a16="http://schemas.microsoft.com/office/drawing/2014/main" id="{4DDD5160-48FA-226F-0A9A-6E042BF2F2F3}"/>
                </a:ext>
              </a:extLst>
            </p:cNvPr>
            <p:cNvGrpSpPr/>
            <p:nvPr/>
          </p:nvGrpSpPr>
          <p:grpSpPr>
            <a:xfrm>
              <a:off x="4609374" y="2332776"/>
              <a:ext cx="1840775" cy="2685427"/>
              <a:chOff x="4215525" y="2188229"/>
              <a:chExt cx="1840775" cy="3913069"/>
            </a:xfrm>
          </p:grpSpPr>
          <p:sp>
            <p:nvSpPr>
              <p:cNvPr id="18" name="右大かっこ 17">
                <a:extLst>
                  <a:ext uri="{FF2B5EF4-FFF2-40B4-BE49-F238E27FC236}">
                    <a16:creationId xmlns:a16="http://schemas.microsoft.com/office/drawing/2014/main" id="{8C81C686-615D-A922-00F4-7C4992B4A6B3}"/>
                  </a:ext>
                </a:extLst>
              </p:cNvPr>
              <p:cNvSpPr/>
              <p:nvPr/>
            </p:nvSpPr>
            <p:spPr>
              <a:xfrm>
                <a:off x="5920880"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sp>
            <p:nvSpPr>
              <p:cNvPr id="19" name="右大かっこ 18">
                <a:extLst>
                  <a:ext uri="{FF2B5EF4-FFF2-40B4-BE49-F238E27FC236}">
                    <a16:creationId xmlns:a16="http://schemas.microsoft.com/office/drawing/2014/main" id="{23CEB705-E8C2-407D-8965-50E456AD85C4}"/>
                  </a:ext>
                </a:extLst>
              </p:cNvPr>
              <p:cNvSpPr/>
              <p:nvPr/>
            </p:nvSpPr>
            <p:spPr>
              <a:xfrm flipH="1">
                <a:off x="4215525"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grpSp>
      </p:grpSp>
      <p:sp>
        <p:nvSpPr>
          <p:cNvPr id="20" name="矢印: 五方向 19">
            <a:extLst>
              <a:ext uri="{FF2B5EF4-FFF2-40B4-BE49-F238E27FC236}">
                <a16:creationId xmlns:a16="http://schemas.microsoft.com/office/drawing/2014/main" id="{374D6C24-BB18-53EC-7521-F8DAB1E5C4DD}"/>
              </a:ext>
            </a:extLst>
          </p:cNvPr>
          <p:cNvSpPr/>
          <p:nvPr/>
        </p:nvSpPr>
        <p:spPr>
          <a:xfrm>
            <a:off x="5261050" y="2520518"/>
            <a:ext cx="2578405" cy="425191"/>
          </a:xfrm>
          <a:prstGeom prst="homePlate">
            <a:avLst>
              <a:gd name="adj" fmla="val 26352"/>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44000" bIns="0" rtlCol="0" anchor="ctr">
            <a:noAutofit/>
          </a:bodyPr>
          <a:lstStyle/>
          <a:p>
            <a:pPr algn="ctr"/>
            <a:r>
              <a:rPr lang="ja-JP" altLang="en-US" sz="1200" b="1" dirty="0">
                <a:solidFill>
                  <a:schemeClr val="bg1"/>
                </a:solidFill>
                <a:latin typeface="Meiryo UI" panose="020B0604030504040204" pitchFamily="50" charset="-128"/>
                <a:ea typeface="Meiryo UI" panose="020B0604030504040204" pitchFamily="50" charset="-128"/>
              </a:rPr>
              <a:t>業務設計</a:t>
            </a:r>
            <a:r>
              <a:rPr lang="en-US" altLang="ja-JP" sz="1200" b="1" dirty="0">
                <a:solidFill>
                  <a:schemeClr val="bg1"/>
                </a:solidFill>
                <a:latin typeface="Meiryo UI" panose="020B0604030504040204" pitchFamily="50" charset="-128"/>
                <a:ea typeface="Meiryo UI" panose="020B0604030504040204" pitchFamily="50" charset="-128"/>
              </a:rPr>
              <a:t>(To-Be)</a:t>
            </a:r>
            <a:endParaRPr lang="ja-JP" altLang="en-US" sz="1200" b="1" dirty="0">
              <a:solidFill>
                <a:schemeClr val="bg1"/>
              </a:solidFill>
              <a:latin typeface="Meiryo UI" panose="020B0604030504040204" pitchFamily="50" charset="-128"/>
              <a:ea typeface="Meiryo UI" panose="020B0604030504040204" pitchFamily="50" charset="-128"/>
            </a:endParaRPr>
          </a:p>
        </p:txBody>
      </p:sp>
      <p:grpSp>
        <p:nvGrpSpPr>
          <p:cNvPr id="21" name="グループ化 20">
            <a:extLst>
              <a:ext uri="{FF2B5EF4-FFF2-40B4-BE49-F238E27FC236}">
                <a16:creationId xmlns:a16="http://schemas.microsoft.com/office/drawing/2014/main" id="{9F5DE026-2E92-4A17-5C4C-0591A5C95CB1}"/>
              </a:ext>
            </a:extLst>
          </p:cNvPr>
          <p:cNvGrpSpPr/>
          <p:nvPr/>
        </p:nvGrpSpPr>
        <p:grpSpPr>
          <a:xfrm>
            <a:off x="5346700" y="3069847"/>
            <a:ext cx="2478375" cy="2659355"/>
            <a:chOff x="2714590" y="2332778"/>
            <a:chExt cx="1840775" cy="2685429"/>
          </a:xfrm>
        </p:grpSpPr>
        <p:grpSp>
          <p:nvGrpSpPr>
            <p:cNvPr id="22" name="グループ化 21">
              <a:extLst>
                <a:ext uri="{FF2B5EF4-FFF2-40B4-BE49-F238E27FC236}">
                  <a16:creationId xmlns:a16="http://schemas.microsoft.com/office/drawing/2014/main" id="{3C951BB4-5F59-D74F-FAFF-4CC6092ABC58}"/>
                </a:ext>
              </a:extLst>
            </p:cNvPr>
            <p:cNvGrpSpPr/>
            <p:nvPr/>
          </p:nvGrpSpPr>
          <p:grpSpPr>
            <a:xfrm>
              <a:off x="2714590" y="2332778"/>
              <a:ext cx="1840775" cy="2685425"/>
              <a:chOff x="2320741" y="2188231"/>
              <a:chExt cx="1840775" cy="3913069"/>
            </a:xfrm>
          </p:grpSpPr>
          <p:sp>
            <p:nvSpPr>
              <p:cNvPr id="24" name="右大かっこ 23">
                <a:extLst>
                  <a:ext uri="{FF2B5EF4-FFF2-40B4-BE49-F238E27FC236}">
                    <a16:creationId xmlns:a16="http://schemas.microsoft.com/office/drawing/2014/main" id="{1C271A0A-2FAE-1BCB-BE1B-FA85BEF9C90C}"/>
                  </a:ext>
                </a:extLst>
              </p:cNvPr>
              <p:cNvSpPr/>
              <p:nvPr/>
            </p:nvSpPr>
            <p:spPr>
              <a:xfrm>
                <a:off x="4026096" y="2188231"/>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sp>
            <p:nvSpPr>
              <p:cNvPr id="25" name="右大かっこ 24">
                <a:extLst>
                  <a:ext uri="{FF2B5EF4-FFF2-40B4-BE49-F238E27FC236}">
                    <a16:creationId xmlns:a16="http://schemas.microsoft.com/office/drawing/2014/main" id="{82EC8F19-D201-563C-46F3-F7D352F47F84}"/>
                  </a:ext>
                </a:extLst>
              </p:cNvPr>
              <p:cNvSpPr/>
              <p:nvPr/>
            </p:nvSpPr>
            <p:spPr>
              <a:xfrm flipH="1">
                <a:off x="2320741" y="2188231"/>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grpSp>
        <p:sp>
          <p:nvSpPr>
            <p:cNvPr id="23" name="テキスト ボックス 22">
              <a:extLst>
                <a:ext uri="{FF2B5EF4-FFF2-40B4-BE49-F238E27FC236}">
                  <a16:creationId xmlns:a16="http://schemas.microsoft.com/office/drawing/2014/main" id="{F06338ED-1DD8-B945-B3D0-FA3AF47364DA}"/>
                </a:ext>
              </a:extLst>
            </p:cNvPr>
            <p:cNvSpPr txBox="1"/>
            <p:nvPr/>
          </p:nvSpPr>
          <p:spPr>
            <a:xfrm>
              <a:off x="2714590" y="2452556"/>
              <a:ext cx="1840775" cy="2565651"/>
            </a:xfrm>
            <a:prstGeom prst="rect">
              <a:avLst/>
            </a:prstGeom>
            <a:noFill/>
          </p:spPr>
          <p:txBody>
            <a:bodyPr wrap="square" lIns="36000" tIns="0" rIns="25200" bIns="0" rtlCol="0" anchor="t">
              <a:noAutofit/>
            </a:bodyPr>
            <a:lstStyle/>
            <a:p>
              <a:r>
                <a:rPr lang="ja-JP" altLang="en-US" sz="1100" dirty="0">
                  <a:latin typeface="Meiryo UI" panose="020B0604030504040204" pitchFamily="50" charset="-128"/>
                  <a:ea typeface="Meiryo UI" panose="020B0604030504040204" pitchFamily="50" charset="-128"/>
                </a:rPr>
                <a:t>■主な活動</a:t>
              </a:r>
            </a:p>
            <a:p>
              <a:r>
                <a:rPr lang="ja-JP" altLang="en-US" sz="1100" dirty="0">
                  <a:latin typeface="Meiryo UI" panose="020B0604030504040204" pitchFamily="50" charset="-128"/>
                  <a:ea typeface="Meiryo UI" panose="020B0604030504040204" pitchFamily="50" charset="-128"/>
                </a:rPr>
                <a:t>・新業務フロー策定</a:t>
              </a:r>
            </a:p>
            <a:p>
              <a:r>
                <a:rPr lang="ja-JP" altLang="en-US" sz="1100" dirty="0">
                  <a:latin typeface="Meiryo UI" panose="020B0604030504040204" pitchFamily="50" charset="-128"/>
                  <a:ea typeface="Meiryo UI" panose="020B0604030504040204" pitchFamily="50" charset="-128"/>
                </a:rPr>
                <a:t>・機能要件定義セッション</a:t>
              </a:r>
            </a:p>
            <a:p>
              <a:r>
                <a:rPr lang="ja-JP" altLang="en-US" sz="1100" dirty="0">
                  <a:latin typeface="Meiryo UI" panose="020B0604030504040204" pitchFamily="50" charset="-128"/>
                  <a:ea typeface="Meiryo UI" panose="020B0604030504040204" pitchFamily="50" charset="-128"/>
                </a:rPr>
                <a:t>・非機能要件の整理</a:t>
              </a:r>
            </a:p>
            <a:p>
              <a:endParaRPr lang="en-US" altLang="ja-JP" sz="1100" dirty="0">
                <a:latin typeface="Meiryo UI" panose="020B0604030504040204" pitchFamily="50" charset="-128"/>
                <a:ea typeface="Meiryo UI" panose="020B0604030504040204" pitchFamily="50" charset="-128"/>
              </a:endParaRP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■主な作成物</a:t>
              </a:r>
            </a:p>
            <a:p>
              <a:r>
                <a:rPr lang="ja-JP" altLang="en-US" sz="1100" dirty="0">
                  <a:latin typeface="Meiryo UI" panose="020B0604030504040204" pitchFamily="50" charset="-128"/>
                  <a:ea typeface="Meiryo UI" panose="020B0604030504040204" pitchFamily="50" charset="-128"/>
                </a:rPr>
                <a:t>・新業務フロー図</a:t>
              </a:r>
            </a:p>
            <a:p>
              <a:r>
                <a:rPr lang="ja-JP" altLang="en-US" sz="1100" dirty="0">
                  <a:latin typeface="Meiryo UI" panose="020B0604030504040204" pitchFamily="50" charset="-128"/>
                  <a:ea typeface="Meiryo UI" panose="020B0604030504040204" pitchFamily="50" charset="-128"/>
                </a:rPr>
                <a:t>・機能要件定義書</a:t>
              </a:r>
            </a:p>
            <a:p>
              <a:r>
                <a:rPr lang="ja-JP" altLang="en-US" sz="1100" dirty="0">
                  <a:latin typeface="Meiryo UI" panose="020B0604030504040204" pitchFamily="50" charset="-128"/>
                  <a:ea typeface="Meiryo UI" panose="020B0604030504040204" pitchFamily="50" charset="-128"/>
                </a:rPr>
                <a:t>・非機能要件定義書</a:t>
              </a:r>
            </a:p>
            <a:p>
              <a:endParaRPr lang="en-US" altLang="ja-JP" sz="1100" dirty="0">
                <a:latin typeface="Meiryo UI" panose="020B0604030504040204" pitchFamily="50" charset="-128"/>
                <a:ea typeface="Meiryo UI" panose="020B0604030504040204" pitchFamily="50" charset="-128"/>
              </a:endParaRPr>
            </a:p>
            <a:p>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■想定工数</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1.5</a:t>
              </a:r>
              <a:r>
                <a:rPr lang="ja-JP" altLang="en-US" sz="1100" dirty="0">
                  <a:latin typeface="Meiryo UI" panose="020B0604030504040204" pitchFamily="50" charset="-128"/>
                  <a:ea typeface="Meiryo UI" panose="020B0604030504040204" pitchFamily="50" charset="-128"/>
                </a:rPr>
                <a:t>人月</a:t>
              </a:r>
            </a:p>
          </p:txBody>
        </p:sp>
      </p:grpSp>
      <p:sp>
        <p:nvSpPr>
          <p:cNvPr id="28" name="矢印: 五方向 27">
            <a:extLst>
              <a:ext uri="{FF2B5EF4-FFF2-40B4-BE49-F238E27FC236}">
                <a16:creationId xmlns:a16="http://schemas.microsoft.com/office/drawing/2014/main" id="{1344638D-E0B1-71CE-964C-05D39712FD5F}"/>
              </a:ext>
            </a:extLst>
          </p:cNvPr>
          <p:cNvSpPr/>
          <p:nvPr/>
        </p:nvSpPr>
        <p:spPr>
          <a:xfrm>
            <a:off x="1688701" y="2520518"/>
            <a:ext cx="3471269" cy="425191"/>
          </a:xfrm>
          <a:prstGeom prst="homePlate">
            <a:avLst>
              <a:gd name="adj" fmla="val 26352"/>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240000" tIns="0" rIns="144000" bIns="0" rtlCol="0" anchor="ctr">
            <a:noAutofit/>
          </a:bodyPr>
          <a:lstStyle/>
          <a:p>
            <a:pPr algn="ctr"/>
            <a:r>
              <a:rPr lang="ja-JP" altLang="en-US" sz="1200" b="1" dirty="0">
                <a:solidFill>
                  <a:schemeClr val="bg1"/>
                </a:solidFill>
                <a:latin typeface="Meiryo UI" panose="020B0604030504040204" pitchFamily="50" charset="-128"/>
                <a:ea typeface="Meiryo UI" panose="020B0604030504040204" pitchFamily="50" charset="-128"/>
              </a:rPr>
              <a:t>現状分析</a:t>
            </a:r>
            <a:r>
              <a:rPr lang="en-US" altLang="ja-JP" sz="1200" b="1" dirty="0">
                <a:solidFill>
                  <a:schemeClr val="bg1"/>
                </a:solidFill>
                <a:latin typeface="Meiryo UI" panose="020B0604030504040204" pitchFamily="50" charset="-128"/>
                <a:ea typeface="Meiryo UI" panose="020B0604030504040204" pitchFamily="50" charset="-128"/>
              </a:rPr>
              <a:t>(As-Is)</a:t>
            </a:r>
            <a:endParaRPr lang="ja-JP" altLang="en-US" sz="1200" b="1" dirty="0">
              <a:solidFill>
                <a:schemeClr val="bg1"/>
              </a:solidFill>
              <a:latin typeface="Meiryo UI" panose="020B0604030504040204" pitchFamily="50" charset="-128"/>
              <a:ea typeface="Meiryo UI" panose="020B0604030504040204" pitchFamily="50" charset="-128"/>
            </a:endParaRPr>
          </a:p>
        </p:txBody>
      </p:sp>
      <p:grpSp>
        <p:nvGrpSpPr>
          <p:cNvPr id="29" name="グループ化 28">
            <a:extLst>
              <a:ext uri="{FF2B5EF4-FFF2-40B4-BE49-F238E27FC236}">
                <a16:creationId xmlns:a16="http://schemas.microsoft.com/office/drawing/2014/main" id="{81FE65D2-9E7B-698C-8A01-B0EAC685BECC}"/>
              </a:ext>
            </a:extLst>
          </p:cNvPr>
          <p:cNvGrpSpPr/>
          <p:nvPr/>
        </p:nvGrpSpPr>
        <p:grpSpPr>
          <a:xfrm>
            <a:off x="1688218" y="3074790"/>
            <a:ext cx="3471274" cy="2659354"/>
            <a:chOff x="812800" y="2332777"/>
            <a:chExt cx="1840775" cy="2685428"/>
          </a:xfrm>
        </p:grpSpPr>
        <p:sp>
          <p:nvSpPr>
            <p:cNvPr id="30" name="テキスト ボックス 29">
              <a:extLst>
                <a:ext uri="{FF2B5EF4-FFF2-40B4-BE49-F238E27FC236}">
                  <a16:creationId xmlns:a16="http://schemas.microsoft.com/office/drawing/2014/main" id="{E333C6F5-C8A3-DA9C-3292-1EDB61B07B74}"/>
                </a:ext>
              </a:extLst>
            </p:cNvPr>
            <p:cNvSpPr txBox="1"/>
            <p:nvPr/>
          </p:nvSpPr>
          <p:spPr>
            <a:xfrm>
              <a:off x="812800" y="2452554"/>
              <a:ext cx="1840775" cy="2565651"/>
            </a:xfrm>
            <a:prstGeom prst="rect">
              <a:avLst/>
            </a:prstGeom>
            <a:noFill/>
          </p:spPr>
          <p:txBody>
            <a:bodyPr wrap="square" lIns="36000" tIns="0" rIns="25200" bIns="0" rtlCol="0" anchor="t">
              <a:noAutofit/>
            </a:bodyPr>
            <a:lstStyle/>
            <a:p>
              <a:r>
                <a:rPr lang="ja-JP" altLang="en-US" sz="1100" dirty="0">
                  <a:latin typeface="Meiryo UI" panose="020B0604030504040204" pitchFamily="50" charset="-128"/>
                  <a:ea typeface="Meiryo UI" panose="020B0604030504040204" pitchFamily="50" charset="-128"/>
                </a:rPr>
                <a:t>■主な活動</a:t>
              </a:r>
            </a:p>
            <a:p>
              <a:r>
                <a:rPr lang="ja-JP" altLang="en-US" sz="1100" dirty="0">
                  <a:latin typeface="Meiryo UI" panose="020B0604030504040204" pitchFamily="50" charset="-128"/>
                  <a:ea typeface="Meiryo UI" panose="020B0604030504040204" pitchFamily="50" charset="-128"/>
                </a:rPr>
                <a:t>・既存業務・システム調査</a:t>
              </a:r>
            </a:p>
            <a:p>
              <a:r>
                <a:rPr lang="ja-JP" altLang="en-US" sz="1100" dirty="0">
                  <a:latin typeface="Meiryo UI" panose="020B0604030504040204" pitchFamily="50" charset="-128"/>
                  <a:ea typeface="Meiryo UI" panose="020B0604030504040204" pitchFamily="50" charset="-128"/>
                </a:rPr>
                <a:t>・システム比較検討資料作成</a:t>
              </a:r>
            </a:p>
            <a:p>
              <a:r>
                <a:rPr lang="ja-JP" altLang="en-US" sz="1100" dirty="0">
                  <a:latin typeface="Meiryo UI" panose="020B0604030504040204" pitchFamily="50" charset="-128"/>
                  <a:ea typeface="Meiryo UI" panose="020B0604030504040204" pitchFamily="50" charset="-128"/>
                </a:rPr>
                <a:t>・選定意思決定会議</a:t>
              </a:r>
            </a:p>
            <a:p>
              <a:endParaRPr lang="ja-JP" altLang="en-US" sz="1100" dirty="0">
                <a:latin typeface="Meiryo UI" panose="020B0604030504040204" pitchFamily="50" charset="-128"/>
                <a:ea typeface="Meiryo UI" panose="020B0604030504040204" pitchFamily="50" charset="-128"/>
              </a:endParaRPr>
            </a:p>
            <a:p>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■主な作成物</a:t>
              </a:r>
            </a:p>
            <a:p>
              <a:r>
                <a:rPr lang="ja-JP" altLang="en-US" sz="1100" dirty="0">
                  <a:latin typeface="Meiryo UI" panose="020B0604030504040204" pitchFamily="50" charset="-128"/>
                  <a:ea typeface="Meiryo UI" panose="020B0604030504040204" pitchFamily="50" charset="-128"/>
                </a:rPr>
                <a:t>・現状業務フロー図／ヒアリングシート</a:t>
              </a:r>
            </a:p>
            <a:p>
              <a:r>
                <a:rPr lang="ja-JP" altLang="en-US" sz="1100" dirty="0">
                  <a:latin typeface="Meiryo UI" panose="020B0604030504040204" pitchFamily="50" charset="-128"/>
                  <a:ea typeface="Meiryo UI" panose="020B0604030504040204" pitchFamily="50" charset="-128"/>
                </a:rPr>
                <a:t>・システム比較・評価レポート</a:t>
              </a:r>
            </a:p>
            <a:p>
              <a:r>
                <a:rPr lang="ja-JP" altLang="en-US" sz="1100" dirty="0">
                  <a:latin typeface="Meiryo UI" panose="020B0604030504040204" pitchFamily="50" charset="-128"/>
                  <a:ea typeface="Meiryo UI" panose="020B0604030504040204" pitchFamily="50" charset="-128"/>
                </a:rPr>
                <a:t>・システム選定理由書・承認資料</a:t>
              </a:r>
            </a:p>
            <a:p>
              <a:br>
                <a:rPr lang="en-US" altLang="ja-JP" sz="1100" dirty="0">
                  <a:latin typeface="Meiryo UI" panose="020B0604030504040204" pitchFamily="50" charset="-128"/>
                  <a:ea typeface="Meiryo UI" panose="020B0604030504040204" pitchFamily="50" charset="-128"/>
                </a:rPr>
              </a:br>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■想定工数</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1.5</a:t>
              </a:r>
              <a:r>
                <a:rPr lang="ja-JP" altLang="en-US" sz="1100" dirty="0">
                  <a:latin typeface="Meiryo UI" panose="020B0604030504040204" pitchFamily="50" charset="-128"/>
                  <a:ea typeface="Meiryo UI" panose="020B0604030504040204" pitchFamily="50" charset="-128"/>
                </a:rPr>
                <a:t>人月</a:t>
              </a:r>
            </a:p>
          </p:txBody>
        </p:sp>
        <p:grpSp>
          <p:nvGrpSpPr>
            <p:cNvPr id="31" name="グループ化 30">
              <a:extLst>
                <a:ext uri="{FF2B5EF4-FFF2-40B4-BE49-F238E27FC236}">
                  <a16:creationId xmlns:a16="http://schemas.microsoft.com/office/drawing/2014/main" id="{CDB9AB7C-7ECE-643F-FDBC-A52F62DB947D}"/>
                </a:ext>
              </a:extLst>
            </p:cNvPr>
            <p:cNvGrpSpPr/>
            <p:nvPr/>
          </p:nvGrpSpPr>
          <p:grpSpPr>
            <a:xfrm>
              <a:off x="812800" y="2332777"/>
              <a:ext cx="1840775" cy="2685426"/>
              <a:chOff x="418951" y="2188229"/>
              <a:chExt cx="1840775" cy="3913069"/>
            </a:xfrm>
          </p:grpSpPr>
          <p:sp>
            <p:nvSpPr>
              <p:cNvPr id="32" name="右大かっこ 31">
                <a:extLst>
                  <a:ext uri="{FF2B5EF4-FFF2-40B4-BE49-F238E27FC236}">
                    <a16:creationId xmlns:a16="http://schemas.microsoft.com/office/drawing/2014/main" id="{3636BDA0-0C12-706D-D39B-C2115679BFD8}"/>
                  </a:ext>
                </a:extLst>
              </p:cNvPr>
              <p:cNvSpPr/>
              <p:nvPr/>
            </p:nvSpPr>
            <p:spPr>
              <a:xfrm>
                <a:off x="2124306"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sp>
            <p:nvSpPr>
              <p:cNvPr id="33" name="右大かっこ 32">
                <a:extLst>
                  <a:ext uri="{FF2B5EF4-FFF2-40B4-BE49-F238E27FC236}">
                    <a16:creationId xmlns:a16="http://schemas.microsoft.com/office/drawing/2014/main" id="{86E263A7-F851-654B-A64C-96EED15AB22A}"/>
                  </a:ext>
                </a:extLst>
              </p:cNvPr>
              <p:cNvSpPr/>
              <p:nvPr/>
            </p:nvSpPr>
            <p:spPr>
              <a:xfrm flipH="1">
                <a:off x="418951" y="2188229"/>
                <a:ext cx="135420" cy="3913069"/>
              </a:xfrm>
              <a:prstGeom prst="rightBracket">
                <a:avLst>
                  <a:gd name="adj" fmla="val 0"/>
                </a:avLst>
              </a:prstGeom>
              <a:ln w="9525"/>
            </p:spPr>
            <p:style>
              <a:lnRef idx="1">
                <a:schemeClr val="accent1"/>
              </a:lnRef>
              <a:fillRef idx="0">
                <a:schemeClr val="accent1"/>
              </a:fillRef>
              <a:effectRef idx="0">
                <a:schemeClr val="accent1"/>
              </a:effectRef>
              <a:fontRef idx="minor">
                <a:schemeClr val="tx1"/>
              </a:fontRef>
            </p:style>
            <p:txBody>
              <a:bodyPr lIns="336000" tIns="0" rIns="336000" bIns="0" rtlCol="0" anchor="ctr">
                <a:noAutofit/>
              </a:bodyPr>
              <a:lstStyle/>
              <a:p>
                <a:pPr algn="ctr"/>
                <a:endParaRPr kumimoji="1" lang="ja-JP" altLang="en-US" sz="1100" b="1">
                  <a:latin typeface="Meiryo UI" panose="020B0604030504040204" pitchFamily="50" charset="-128"/>
                  <a:ea typeface="Meiryo UI" panose="020B0604030504040204" pitchFamily="50" charset="-128"/>
                </a:endParaRPr>
              </a:p>
            </p:txBody>
          </p:sp>
        </p:grpSp>
      </p:grpSp>
      <p:sp>
        <p:nvSpPr>
          <p:cNvPr id="34" name="正方形/長方形 33">
            <a:extLst>
              <a:ext uri="{FF2B5EF4-FFF2-40B4-BE49-F238E27FC236}">
                <a16:creationId xmlns:a16="http://schemas.microsoft.com/office/drawing/2014/main" id="{3DC3BA00-FEE9-9F1D-E36A-07AE612B7EAF}"/>
              </a:ext>
            </a:extLst>
          </p:cNvPr>
          <p:cNvSpPr/>
          <p:nvPr/>
        </p:nvSpPr>
        <p:spPr>
          <a:xfrm flipH="1">
            <a:off x="525544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9</a:t>
            </a:r>
            <a:r>
              <a:rPr lang="ja-JP" altLang="en-US" sz="1050" dirty="0">
                <a:latin typeface="Meiryo UI" panose="020B0604030504040204" pitchFamily="50" charset="-128"/>
                <a:ea typeface="Meiryo UI" panose="020B0604030504040204" pitchFamily="50" charset="-128"/>
              </a:rPr>
              <a:t>週</a:t>
            </a:r>
          </a:p>
        </p:txBody>
      </p:sp>
      <p:sp>
        <p:nvSpPr>
          <p:cNvPr id="35" name="正方形/長方形 34">
            <a:extLst>
              <a:ext uri="{FF2B5EF4-FFF2-40B4-BE49-F238E27FC236}">
                <a16:creationId xmlns:a16="http://schemas.microsoft.com/office/drawing/2014/main" id="{021A5F13-D152-24ED-5B36-3FD7816B880F}"/>
              </a:ext>
            </a:extLst>
          </p:cNvPr>
          <p:cNvSpPr/>
          <p:nvPr/>
        </p:nvSpPr>
        <p:spPr>
          <a:xfrm flipH="1">
            <a:off x="812794" y="2129064"/>
            <a:ext cx="792578" cy="35381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5</a:t>
            </a:r>
            <a:r>
              <a:rPr lang="ja-JP" altLang="en-US" sz="1050" dirty="0">
                <a:latin typeface="Meiryo UI" panose="020B0604030504040204" pitchFamily="50" charset="-128"/>
                <a:ea typeface="Meiryo UI" panose="020B0604030504040204" pitchFamily="50" charset="-128"/>
              </a:rPr>
              <a:t>週</a:t>
            </a:r>
          </a:p>
        </p:txBody>
      </p:sp>
      <p:sp>
        <p:nvSpPr>
          <p:cNvPr id="36" name="正方形/長方形 35">
            <a:extLst>
              <a:ext uri="{FF2B5EF4-FFF2-40B4-BE49-F238E27FC236}">
                <a16:creationId xmlns:a16="http://schemas.microsoft.com/office/drawing/2014/main" id="{A3569838-A6FE-A081-2BA6-A69C43C24952}"/>
              </a:ext>
            </a:extLst>
          </p:cNvPr>
          <p:cNvSpPr/>
          <p:nvPr/>
        </p:nvSpPr>
        <p:spPr>
          <a:xfrm flipH="1">
            <a:off x="170132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12</a:t>
            </a:r>
            <a:r>
              <a:rPr lang="ja-JP" altLang="en-US" sz="1050" dirty="0">
                <a:latin typeface="Meiryo UI" panose="020B0604030504040204" pitchFamily="50" charset="-128"/>
                <a:ea typeface="Meiryo UI" panose="020B0604030504040204" pitchFamily="50" charset="-128"/>
              </a:rPr>
              <a:t>週</a:t>
            </a:r>
          </a:p>
        </p:txBody>
      </p:sp>
      <p:sp>
        <p:nvSpPr>
          <p:cNvPr id="37" name="正方形/長方形 36">
            <a:extLst>
              <a:ext uri="{FF2B5EF4-FFF2-40B4-BE49-F238E27FC236}">
                <a16:creationId xmlns:a16="http://schemas.microsoft.com/office/drawing/2014/main" id="{099FCCA7-6EA3-3B63-87B5-BBE0FF78A115}"/>
              </a:ext>
            </a:extLst>
          </p:cNvPr>
          <p:cNvSpPr/>
          <p:nvPr/>
        </p:nvSpPr>
        <p:spPr>
          <a:xfrm flipH="1">
            <a:off x="258985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19</a:t>
            </a:r>
            <a:r>
              <a:rPr lang="ja-JP" altLang="en-US" sz="1050" dirty="0">
                <a:latin typeface="Meiryo UI" panose="020B0604030504040204" pitchFamily="50" charset="-128"/>
                <a:ea typeface="Meiryo UI" panose="020B0604030504040204" pitchFamily="50" charset="-128"/>
              </a:rPr>
              <a:t>週</a:t>
            </a:r>
          </a:p>
        </p:txBody>
      </p:sp>
      <p:sp>
        <p:nvSpPr>
          <p:cNvPr id="38" name="正方形/長方形 37">
            <a:extLst>
              <a:ext uri="{FF2B5EF4-FFF2-40B4-BE49-F238E27FC236}">
                <a16:creationId xmlns:a16="http://schemas.microsoft.com/office/drawing/2014/main" id="{4BC42311-BEF9-DFA5-3828-3127EB5DA1ED}"/>
              </a:ext>
            </a:extLst>
          </p:cNvPr>
          <p:cNvSpPr/>
          <p:nvPr/>
        </p:nvSpPr>
        <p:spPr>
          <a:xfrm flipH="1">
            <a:off x="347838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26</a:t>
            </a:r>
            <a:r>
              <a:rPr lang="ja-JP" altLang="en-US" sz="1050" dirty="0">
                <a:latin typeface="Meiryo UI" panose="020B0604030504040204" pitchFamily="50" charset="-128"/>
                <a:ea typeface="Meiryo UI" panose="020B0604030504040204" pitchFamily="50" charset="-128"/>
              </a:rPr>
              <a:t>週</a:t>
            </a:r>
          </a:p>
        </p:txBody>
      </p:sp>
      <p:sp>
        <p:nvSpPr>
          <p:cNvPr id="39" name="正方形/長方形 38">
            <a:extLst>
              <a:ext uri="{FF2B5EF4-FFF2-40B4-BE49-F238E27FC236}">
                <a16:creationId xmlns:a16="http://schemas.microsoft.com/office/drawing/2014/main" id="{76992BB4-DBBF-AACD-168E-4FA6CCD797CC}"/>
              </a:ext>
            </a:extLst>
          </p:cNvPr>
          <p:cNvSpPr/>
          <p:nvPr/>
        </p:nvSpPr>
        <p:spPr>
          <a:xfrm flipH="1">
            <a:off x="436691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a:t>
            </a:r>
            <a:r>
              <a:rPr lang="ja-JP" altLang="en-US" sz="1050" dirty="0">
                <a:latin typeface="Meiryo UI" panose="020B0604030504040204" pitchFamily="50" charset="-128"/>
                <a:ea typeface="Meiryo UI" panose="020B0604030504040204" pitchFamily="50" charset="-128"/>
              </a:rPr>
              <a:t>週</a:t>
            </a:r>
          </a:p>
        </p:txBody>
      </p:sp>
      <p:sp>
        <p:nvSpPr>
          <p:cNvPr id="40" name="正方形/長方形 39">
            <a:extLst>
              <a:ext uri="{FF2B5EF4-FFF2-40B4-BE49-F238E27FC236}">
                <a16:creationId xmlns:a16="http://schemas.microsoft.com/office/drawing/2014/main" id="{CA0D89DA-C058-9D5A-C9D8-40F28FDA16FD}"/>
              </a:ext>
            </a:extLst>
          </p:cNvPr>
          <p:cNvSpPr/>
          <p:nvPr/>
        </p:nvSpPr>
        <p:spPr>
          <a:xfrm flipH="1">
            <a:off x="614397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16</a:t>
            </a:r>
            <a:r>
              <a:rPr lang="ja-JP" altLang="en-US" sz="1050" dirty="0">
                <a:latin typeface="Meiryo UI" panose="020B0604030504040204" pitchFamily="50" charset="-128"/>
                <a:ea typeface="Meiryo UI" panose="020B0604030504040204" pitchFamily="50" charset="-128"/>
              </a:rPr>
              <a:t>週</a:t>
            </a:r>
          </a:p>
        </p:txBody>
      </p:sp>
      <p:sp>
        <p:nvSpPr>
          <p:cNvPr id="41" name="正方形/長方形 40">
            <a:extLst>
              <a:ext uri="{FF2B5EF4-FFF2-40B4-BE49-F238E27FC236}">
                <a16:creationId xmlns:a16="http://schemas.microsoft.com/office/drawing/2014/main" id="{EFDC1855-9FB7-9020-0E58-4C7D9CF57A94}"/>
              </a:ext>
            </a:extLst>
          </p:cNvPr>
          <p:cNvSpPr/>
          <p:nvPr/>
        </p:nvSpPr>
        <p:spPr>
          <a:xfrm flipH="1">
            <a:off x="703250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23</a:t>
            </a:r>
            <a:r>
              <a:rPr lang="ja-JP" altLang="en-US" sz="1050" dirty="0">
                <a:latin typeface="Meiryo UI" panose="020B0604030504040204" pitchFamily="50" charset="-128"/>
                <a:ea typeface="Meiryo UI" panose="020B0604030504040204" pitchFamily="50" charset="-128"/>
              </a:rPr>
              <a:t>週</a:t>
            </a:r>
          </a:p>
        </p:txBody>
      </p:sp>
      <p:sp>
        <p:nvSpPr>
          <p:cNvPr id="45" name="正方形/長方形 44">
            <a:extLst>
              <a:ext uri="{FF2B5EF4-FFF2-40B4-BE49-F238E27FC236}">
                <a16:creationId xmlns:a16="http://schemas.microsoft.com/office/drawing/2014/main" id="{D058390C-154F-9A43-F8D0-06A54210711E}"/>
              </a:ext>
            </a:extLst>
          </p:cNvPr>
          <p:cNvSpPr/>
          <p:nvPr/>
        </p:nvSpPr>
        <p:spPr>
          <a:xfrm flipH="1">
            <a:off x="792103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a:t>
            </a:r>
            <a:r>
              <a:rPr lang="ja-JP" altLang="en-US" sz="1050" dirty="0">
                <a:latin typeface="Meiryo UI" panose="020B0604030504040204" pitchFamily="50" charset="-128"/>
                <a:ea typeface="Meiryo UI" panose="020B0604030504040204" pitchFamily="50" charset="-128"/>
              </a:rPr>
              <a:t>週</a:t>
            </a:r>
          </a:p>
        </p:txBody>
      </p:sp>
      <p:sp>
        <p:nvSpPr>
          <p:cNvPr id="49" name="正方形/長方形 48">
            <a:extLst>
              <a:ext uri="{FF2B5EF4-FFF2-40B4-BE49-F238E27FC236}">
                <a16:creationId xmlns:a16="http://schemas.microsoft.com/office/drawing/2014/main" id="{74401B27-CACB-EA00-E33F-F39581AA24B7}"/>
              </a:ext>
            </a:extLst>
          </p:cNvPr>
          <p:cNvSpPr/>
          <p:nvPr/>
        </p:nvSpPr>
        <p:spPr>
          <a:xfrm flipH="1">
            <a:off x="880956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9</a:t>
            </a:r>
            <a:r>
              <a:rPr lang="ja-JP" altLang="en-US" sz="1050" dirty="0">
                <a:latin typeface="Meiryo UI" panose="020B0604030504040204" pitchFamily="50" charset="-128"/>
                <a:ea typeface="Meiryo UI" panose="020B0604030504040204" pitchFamily="50" charset="-128"/>
              </a:rPr>
              <a:t>週</a:t>
            </a:r>
          </a:p>
        </p:txBody>
      </p:sp>
      <p:sp>
        <p:nvSpPr>
          <p:cNvPr id="50" name="正方形/長方形 49">
            <a:extLst>
              <a:ext uri="{FF2B5EF4-FFF2-40B4-BE49-F238E27FC236}">
                <a16:creationId xmlns:a16="http://schemas.microsoft.com/office/drawing/2014/main" id="{569C5AA3-D6EB-6209-A9A4-D5CE7A66A52E}"/>
              </a:ext>
            </a:extLst>
          </p:cNvPr>
          <p:cNvSpPr/>
          <p:nvPr/>
        </p:nvSpPr>
        <p:spPr>
          <a:xfrm flipH="1">
            <a:off x="9698094" y="2129064"/>
            <a:ext cx="792578" cy="3538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16</a:t>
            </a:r>
            <a:r>
              <a:rPr lang="ja-JP" altLang="en-US" sz="1050" dirty="0">
                <a:latin typeface="Meiryo UI" panose="020B0604030504040204" pitchFamily="50" charset="-128"/>
                <a:ea typeface="Meiryo UI" panose="020B0604030504040204" pitchFamily="50" charset="-128"/>
              </a:rPr>
              <a:t>週</a:t>
            </a:r>
          </a:p>
        </p:txBody>
      </p:sp>
      <p:sp>
        <p:nvSpPr>
          <p:cNvPr id="51" name="正方形/長方形 50">
            <a:extLst>
              <a:ext uri="{FF2B5EF4-FFF2-40B4-BE49-F238E27FC236}">
                <a16:creationId xmlns:a16="http://schemas.microsoft.com/office/drawing/2014/main" id="{12C0E3A9-2023-15AE-1CA9-A340ABF580D7}"/>
              </a:ext>
            </a:extLst>
          </p:cNvPr>
          <p:cNvSpPr/>
          <p:nvPr/>
        </p:nvSpPr>
        <p:spPr>
          <a:xfrm>
            <a:off x="813838" y="1816675"/>
            <a:ext cx="3457124"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月</a:t>
            </a:r>
          </a:p>
        </p:txBody>
      </p:sp>
      <p:sp>
        <p:nvSpPr>
          <p:cNvPr id="52" name="正方形/長方形 51">
            <a:extLst>
              <a:ext uri="{FF2B5EF4-FFF2-40B4-BE49-F238E27FC236}">
                <a16:creationId xmlns:a16="http://schemas.microsoft.com/office/drawing/2014/main" id="{B034C8C4-3994-1538-6363-89FE02FD7BFF}"/>
              </a:ext>
            </a:extLst>
          </p:cNvPr>
          <p:cNvSpPr/>
          <p:nvPr/>
        </p:nvSpPr>
        <p:spPr>
          <a:xfrm>
            <a:off x="4367693" y="1816675"/>
            <a:ext cx="3457382"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2</a:t>
            </a:r>
            <a:r>
              <a:rPr lang="ja-JP" altLang="en-US" sz="1400" dirty="0">
                <a:latin typeface="Meiryo UI" panose="020B0604030504040204" pitchFamily="50" charset="-128"/>
                <a:ea typeface="Meiryo UI" panose="020B0604030504040204" pitchFamily="50" charset="-128"/>
              </a:rPr>
              <a:t>月</a:t>
            </a:r>
          </a:p>
        </p:txBody>
      </p:sp>
      <p:sp>
        <p:nvSpPr>
          <p:cNvPr id="53" name="正方形/長方形 52">
            <a:extLst>
              <a:ext uri="{FF2B5EF4-FFF2-40B4-BE49-F238E27FC236}">
                <a16:creationId xmlns:a16="http://schemas.microsoft.com/office/drawing/2014/main" id="{678CA6E7-5060-473D-C2EA-A3FF97D06DA3}"/>
              </a:ext>
            </a:extLst>
          </p:cNvPr>
          <p:cNvSpPr/>
          <p:nvPr/>
        </p:nvSpPr>
        <p:spPr>
          <a:xfrm>
            <a:off x="7921807" y="1816675"/>
            <a:ext cx="3457391"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月</a:t>
            </a:r>
          </a:p>
        </p:txBody>
      </p:sp>
      <p:sp>
        <p:nvSpPr>
          <p:cNvPr id="54" name="正方形/長方形 53">
            <a:extLst>
              <a:ext uri="{FF2B5EF4-FFF2-40B4-BE49-F238E27FC236}">
                <a16:creationId xmlns:a16="http://schemas.microsoft.com/office/drawing/2014/main" id="{F3CC1E24-4ED3-56FE-CB1B-C7C5F0E9917B}"/>
              </a:ext>
            </a:extLst>
          </p:cNvPr>
          <p:cNvSpPr/>
          <p:nvPr/>
        </p:nvSpPr>
        <p:spPr>
          <a:xfrm flipH="1">
            <a:off x="10586619" y="2129064"/>
            <a:ext cx="792578" cy="35381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latin typeface="Meiryo UI" panose="020B0604030504040204" pitchFamily="50" charset="-128"/>
                <a:ea typeface="Meiryo UI" panose="020B0604030504040204" pitchFamily="50" charset="-128"/>
              </a:rPr>
              <a:t>23</a:t>
            </a:r>
            <a:r>
              <a:rPr lang="ja-JP" altLang="en-US" sz="1050" dirty="0">
                <a:latin typeface="Meiryo UI" panose="020B0604030504040204" pitchFamily="50" charset="-128"/>
                <a:ea typeface="Meiryo UI" panose="020B0604030504040204" pitchFamily="50" charset="-128"/>
              </a:rPr>
              <a:t>週</a:t>
            </a:r>
          </a:p>
        </p:txBody>
      </p:sp>
      <p:sp>
        <p:nvSpPr>
          <p:cNvPr id="55" name="正方形/長方形 54">
            <a:extLst>
              <a:ext uri="{FF2B5EF4-FFF2-40B4-BE49-F238E27FC236}">
                <a16:creationId xmlns:a16="http://schemas.microsoft.com/office/drawing/2014/main" id="{1C303F9B-9514-B790-5CC8-EE12D3F83CCE}"/>
              </a:ext>
            </a:extLst>
          </p:cNvPr>
          <p:cNvSpPr/>
          <p:nvPr/>
        </p:nvSpPr>
        <p:spPr>
          <a:xfrm flipH="1">
            <a:off x="812791" y="2540361"/>
            <a:ext cx="792577" cy="318884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31279EF3-7361-E6E9-8FEC-52A9A1750BE9}"/>
              </a:ext>
            </a:extLst>
          </p:cNvPr>
          <p:cNvSpPr/>
          <p:nvPr/>
        </p:nvSpPr>
        <p:spPr>
          <a:xfrm>
            <a:off x="812795" y="1522239"/>
            <a:ext cx="10566402" cy="25490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2026</a:t>
            </a:r>
            <a:endParaRPr lang="ja-JP" altLang="en-US" sz="1400" dirty="0">
              <a:latin typeface="Meiryo UI" panose="020B0604030504040204" pitchFamily="50" charset="-128"/>
              <a:ea typeface="Meiryo UI" panose="020B0604030504040204" pitchFamily="50" charset="-128"/>
            </a:endParaRPr>
          </a:p>
        </p:txBody>
      </p:sp>
      <p:sp>
        <p:nvSpPr>
          <p:cNvPr id="57" name="テキスト ボックス 56">
            <a:extLst>
              <a:ext uri="{FF2B5EF4-FFF2-40B4-BE49-F238E27FC236}">
                <a16:creationId xmlns:a16="http://schemas.microsoft.com/office/drawing/2014/main" id="{C0D59312-271B-A4FD-2DB8-157B956B5961}"/>
              </a:ext>
            </a:extLst>
          </p:cNvPr>
          <p:cNvSpPr txBox="1"/>
          <p:nvPr/>
        </p:nvSpPr>
        <p:spPr>
          <a:xfrm>
            <a:off x="841482" y="5729203"/>
            <a:ext cx="10566399" cy="600164"/>
          </a:xfrm>
          <a:prstGeom prst="rect">
            <a:avLst/>
          </a:prstGeom>
          <a:noFill/>
        </p:spPr>
        <p:txBody>
          <a:bodyPr wrap="square">
            <a:spAutoFit/>
          </a:bodyPr>
          <a:lstStyle/>
          <a:p>
            <a:r>
              <a:rPr lang="en-US" altLang="ja-JP" sz="1100" b="1" dirty="0">
                <a:latin typeface="Meiryo UI" panose="020B0604030504040204" pitchFamily="50" charset="-128"/>
                <a:ea typeface="Meiryo UI" panose="020B0604030504040204" pitchFamily="50" charset="-128"/>
              </a:rPr>
              <a:t>【</a:t>
            </a:r>
            <a:r>
              <a:rPr lang="ja-JP" altLang="en-US" sz="1100" b="1" dirty="0">
                <a:latin typeface="Meiryo UI" panose="020B0604030504040204" pitchFamily="50" charset="-128"/>
                <a:ea typeface="Meiryo UI" panose="020B0604030504040204" pitchFamily="50" charset="-128"/>
              </a:rPr>
              <a:t>留意事項</a:t>
            </a:r>
            <a:r>
              <a:rPr lang="en-US" altLang="ja-JP" sz="1100" b="1" dirty="0">
                <a:latin typeface="Meiryo UI" panose="020B0604030504040204" pitchFamily="50" charset="-128"/>
                <a:ea typeface="Meiryo UI" panose="020B0604030504040204" pitchFamily="50" charset="-128"/>
              </a:rPr>
              <a:t>】</a:t>
            </a:r>
          </a:p>
          <a:p>
            <a:r>
              <a:rPr lang="ja-JP" altLang="en-US" sz="1100" b="1" dirty="0">
                <a:latin typeface="Meiryo UI" panose="020B0604030504040204" pitchFamily="50" charset="-128"/>
                <a:ea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rPr>
              <a:t>As-Is</a:t>
            </a:r>
            <a:r>
              <a:rPr lang="ja-JP" altLang="en-US" sz="1100" b="1" dirty="0">
                <a:latin typeface="Meiryo UI" panose="020B0604030504040204" pitchFamily="50" charset="-128"/>
                <a:ea typeface="Meiryo UI" panose="020B0604030504040204" pitchFamily="50" charset="-128"/>
              </a:rPr>
              <a:t>調査の結果により、</a:t>
            </a:r>
            <a:r>
              <a:rPr lang="en-US" altLang="ja-JP" sz="1100" b="1" dirty="0">
                <a:latin typeface="Meiryo UI" panose="020B0604030504040204" pitchFamily="50" charset="-128"/>
                <a:ea typeface="Meiryo UI" panose="020B0604030504040204" pitchFamily="50" charset="-128"/>
              </a:rPr>
              <a:t>Phase2</a:t>
            </a:r>
            <a:r>
              <a:rPr lang="ja-JP" altLang="en-US" sz="1100" b="1" dirty="0">
                <a:latin typeface="Meiryo UI" panose="020B0604030504040204" pitchFamily="50" charset="-128"/>
                <a:ea typeface="Meiryo UI" panose="020B0604030504040204" pitchFamily="50" charset="-128"/>
              </a:rPr>
              <a:t>以降の検討内容や優先順位が変動する可能性があります。</a:t>
            </a:r>
          </a:p>
          <a:p>
            <a:r>
              <a:rPr lang="ja-JP" altLang="en-US" sz="1100" b="1" dirty="0">
                <a:latin typeface="Meiryo UI" panose="020B0604030504040204" pitchFamily="50" charset="-128"/>
                <a:ea typeface="Meiryo UI" panose="020B0604030504040204" pitchFamily="50" charset="-128"/>
              </a:rPr>
              <a:t>・</a:t>
            </a:r>
            <a:r>
              <a:rPr lang="en-US" altLang="ja-JP" sz="1100" b="1" dirty="0">
                <a:latin typeface="Meiryo UI" panose="020B0604030504040204" pitchFamily="50" charset="-128"/>
                <a:ea typeface="Meiryo UI" panose="020B0604030504040204" pitchFamily="50" charset="-128"/>
              </a:rPr>
              <a:t>3</a:t>
            </a:r>
            <a:r>
              <a:rPr lang="ja-JP" altLang="en-US" sz="1100" b="1" dirty="0">
                <a:latin typeface="Meiryo UI" panose="020B0604030504040204" pitchFamily="50" charset="-128"/>
                <a:ea typeface="Meiryo UI" panose="020B0604030504040204" pitchFamily="50" charset="-128"/>
              </a:rPr>
              <a:t>月</a:t>
            </a:r>
            <a:r>
              <a:rPr lang="en-US" altLang="ja-JP" sz="1100" b="1" dirty="0">
                <a:latin typeface="Meiryo UI" panose="020B0604030504040204" pitchFamily="50" charset="-128"/>
                <a:ea typeface="Meiryo UI" panose="020B0604030504040204" pitchFamily="50" charset="-128"/>
              </a:rPr>
              <a:t>20</a:t>
            </a:r>
            <a:r>
              <a:rPr lang="ja-JP" altLang="en-US" sz="1100" b="1" dirty="0">
                <a:latin typeface="Meiryo UI" panose="020B0604030504040204" pitchFamily="50" charset="-128"/>
                <a:ea typeface="Meiryo UI" panose="020B0604030504040204" pitchFamily="50" charset="-128"/>
              </a:rPr>
              <a:t>日の納期厳守を目指しますが、追加要件の発生状況によってはスケジュール調整が必要になる可能性がある点を予めご了承ください。</a:t>
            </a:r>
          </a:p>
        </p:txBody>
      </p:sp>
      <p:sp>
        <p:nvSpPr>
          <p:cNvPr id="58" name="正方形/長方形 57">
            <a:extLst>
              <a:ext uri="{FF2B5EF4-FFF2-40B4-BE49-F238E27FC236}">
                <a16:creationId xmlns:a16="http://schemas.microsoft.com/office/drawing/2014/main" id="{A24597E8-5832-CE38-C8F1-CF4F495AD5FB}"/>
              </a:ext>
            </a:extLst>
          </p:cNvPr>
          <p:cNvSpPr/>
          <p:nvPr/>
        </p:nvSpPr>
        <p:spPr>
          <a:xfrm flipH="1">
            <a:off x="10586616" y="2516393"/>
            <a:ext cx="772173" cy="321280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7448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6" descr="CS1_p3C">
            <a:extLst>
              <a:ext uri="{FF2B5EF4-FFF2-40B4-BE49-F238E27FC236}">
                <a16:creationId xmlns:a16="http://schemas.microsoft.com/office/drawing/2014/main" id="{B7742B5C-659C-44C4-AEF5-2B9543BA4C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748" y="2996952"/>
            <a:ext cx="4253459" cy="113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304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11D24C-C8CD-0A8F-19A1-E98A7447BA3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860CF9B-47B7-66B3-CA20-26BA135FACC6}"/>
              </a:ext>
            </a:extLst>
          </p:cNvPr>
          <p:cNvSpPr>
            <a:spLocks noGrp="1"/>
          </p:cNvSpPr>
          <p:nvPr>
            <p:ph type="body" sz="quarter" idx="15"/>
          </p:nvPr>
        </p:nvSpPr>
        <p:spPr>
          <a:xfrm>
            <a:off x="390525" y="990600"/>
            <a:ext cx="10987193"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各フェーズで作成する主要成果物と、</a:t>
            </a:r>
            <a:r>
              <a:rPr lang="en-US" altLang="ja-JP" sz="1800" dirty="0">
                <a:latin typeface="Meiryo UI" panose="020B0604030504040204" pitchFamily="50" charset="-128"/>
                <a:ea typeface="Meiryo UI" panose="020B0604030504040204" pitchFamily="50" charset="-128"/>
              </a:rPr>
              <a:t>TMC</a:t>
            </a:r>
            <a:r>
              <a:rPr lang="ja-JP" altLang="en-US" sz="1800" dirty="0">
                <a:latin typeface="Meiryo UI" panose="020B0604030504040204" pitchFamily="50" charset="-128"/>
                <a:ea typeface="Meiryo UI" panose="020B0604030504040204" pitchFamily="50" charset="-128"/>
              </a:rPr>
              <a:t>様／</a:t>
            </a:r>
            <a:r>
              <a:rPr lang="en-US" altLang="ja-JP" sz="1800" dirty="0">
                <a:latin typeface="Meiryo UI" panose="020B0604030504040204" pitchFamily="50" charset="-128"/>
                <a:ea typeface="Meiryo UI" panose="020B0604030504040204" pitchFamily="50" charset="-128"/>
              </a:rPr>
              <a:t>CTC</a:t>
            </a:r>
            <a:r>
              <a:rPr lang="ja-JP" altLang="en-US" sz="1800" dirty="0">
                <a:latin typeface="Meiryo UI" panose="020B0604030504040204" pitchFamily="50" charset="-128"/>
                <a:ea typeface="Meiryo UI" panose="020B0604030504040204" pitchFamily="50" charset="-128"/>
              </a:rPr>
              <a:t>側の実施事項（ご協力事項）および合意の場を整理し、手戻りなく推進するための前提を明確化します。</a:t>
            </a:r>
          </a:p>
        </p:txBody>
      </p:sp>
      <p:sp>
        <p:nvSpPr>
          <p:cNvPr id="3" name="タイトル 2">
            <a:extLst>
              <a:ext uri="{FF2B5EF4-FFF2-40B4-BE49-F238E27FC236}">
                <a16:creationId xmlns:a16="http://schemas.microsoft.com/office/drawing/2014/main" id="{1C0ADC0E-5C54-6AB4-40EF-D6C9AAC4B1E0}"/>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フェーズ別の作成物と役割分担</a:t>
            </a:r>
            <a:r>
              <a:rPr lang="en-US" altLang="ja-JP" dirty="0">
                <a:latin typeface="Meiryo UI" panose="020B0604030504040204" pitchFamily="50" charset="-128"/>
                <a:ea typeface="Meiryo UI" panose="020B0604030504040204" pitchFamily="50" charset="-128"/>
              </a:rPr>
              <a:t>(1/2)</a:t>
            </a:r>
            <a:endParaRPr lang="ja-JP" altLang="en-US" dirty="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EA482030-A108-1FA9-3F73-C9D52073A9A6}"/>
              </a:ext>
            </a:extLst>
          </p:cNvPr>
          <p:cNvGraphicFramePr>
            <a:graphicFrameLocks noGrp="1"/>
          </p:cNvGraphicFramePr>
          <p:nvPr>
            <p:extLst>
              <p:ext uri="{D42A27DB-BD31-4B8C-83A1-F6EECF244321}">
                <p14:modId xmlns:p14="http://schemas.microsoft.com/office/powerpoint/2010/main" val="404152493"/>
              </p:ext>
            </p:extLst>
          </p:nvPr>
        </p:nvGraphicFramePr>
        <p:xfrm>
          <a:off x="814282" y="1760427"/>
          <a:ext cx="10563436" cy="4453047"/>
        </p:xfrm>
        <a:graphic>
          <a:graphicData uri="http://schemas.openxmlformats.org/drawingml/2006/table">
            <a:tbl>
              <a:tblPr/>
              <a:tblGrid>
                <a:gridCol w="1366943">
                  <a:extLst>
                    <a:ext uri="{9D8B030D-6E8A-4147-A177-3AD203B41FA5}">
                      <a16:colId xmlns:a16="http://schemas.microsoft.com/office/drawing/2014/main" val="2989783398"/>
                    </a:ext>
                  </a:extLst>
                </a:gridCol>
                <a:gridCol w="1752600">
                  <a:extLst>
                    <a:ext uri="{9D8B030D-6E8A-4147-A177-3AD203B41FA5}">
                      <a16:colId xmlns:a16="http://schemas.microsoft.com/office/drawing/2014/main" val="1383491693"/>
                    </a:ext>
                  </a:extLst>
                </a:gridCol>
                <a:gridCol w="3629025">
                  <a:extLst>
                    <a:ext uri="{9D8B030D-6E8A-4147-A177-3AD203B41FA5}">
                      <a16:colId xmlns:a16="http://schemas.microsoft.com/office/drawing/2014/main" val="1051710756"/>
                    </a:ext>
                  </a:extLst>
                </a:gridCol>
                <a:gridCol w="3814868">
                  <a:extLst>
                    <a:ext uri="{9D8B030D-6E8A-4147-A177-3AD203B41FA5}">
                      <a16:colId xmlns:a16="http://schemas.microsoft.com/office/drawing/2014/main" val="443009232"/>
                    </a:ext>
                  </a:extLst>
                </a:gridCol>
              </a:tblGrid>
              <a:tr h="415702">
                <a:tc>
                  <a:txBody>
                    <a:bodyPr/>
                    <a:lstStyle/>
                    <a:p>
                      <a:pPr algn="ctr" rtl="0" fontAlgn="t"/>
                      <a:r>
                        <a:rPr lang="ja-JP" altLang="en-US" sz="1200" b="1" dirty="0">
                          <a:solidFill>
                            <a:schemeClr val="bg1"/>
                          </a:solidFill>
                          <a:effectLst/>
                          <a:latin typeface="Meiryo UI" panose="020B0604030504040204" pitchFamily="50" charset="-128"/>
                          <a:ea typeface="Meiryo UI" panose="020B0604030504040204" pitchFamily="50" charset="-128"/>
                        </a:rPr>
                        <a:t>フェーズ</a:t>
                      </a: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algn="ctr" rtl="0" fontAlgn="t"/>
                      <a:r>
                        <a:rPr lang="ja-JP" altLang="en-US" sz="1200" b="1" dirty="0">
                          <a:solidFill>
                            <a:schemeClr val="bg1"/>
                          </a:solidFill>
                          <a:effectLst/>
                          <a:latin typeface="Meiryo UI" panose="020B0604030504040204" pitchFamily="50" charset="-128"/>
                          <a:ea typeface="Meiryo UI" panose="020B0604030504040204" pitchFamily="50" charset="-128"/>
                        </a:rPr>
                        <a:t>作成物</a:t>
                      </a: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algn="ctr" rtl="0" fontAlgn="t"/>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貴社の役割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5"/>
                    </a:solidFill>
                  </a:tcPr>
                </a:tc>
                <a:tc>
                  <a:txBody>
                    <a:bodyPr/>
                    <a:lstStyle/>
                    <a:p>
                      <a:pPr algn="ctr" rtl="0" fontAlgn="t"/>
                      <a:r>
                        <a:rPr lang="ja-JP" altLang="en-US" sz="1200" b="1" dirty="0">
                          <a:solidFill>
                            <a:schemeClr val="bg1"/>
                          </a:solidFill>
                          <a:effectLst/>
                          <a:latin typeface="Meiryo UI" panose="020B0604030504040204" pitchFamily="50" charset="-128"/>
                          <a:ea typeface="Meiryo UI" panose="020B0604030504040204" pitchFamily="50" charset="-128"/>
                        </a:rPr>
                        <a:t>弊社の</a:t>
                      </a:r>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279316255"/>
                  </a:ext>
                </a:extLst>
              </a:tr>
              <a:tr h="807469">
                <a:tc>
                  <a:txBody>
                    <a:bodyPr/>
                    <a:lstStyle/>
                    <a:p>
                      <a:pPr rtl="0" fontAlgn="t"/>
                      <a:r>
                        <a:rPr lang="ja-JP" altLang="en-US" sz="1200" dirty="0">
                          <a:effectLst/>
                          <a:latin typeface="Meiryo UI" panose="020B0604030504040204" pitchFamily="50" charset="-128"/>
                          <a:ea typeface="Meiryo UI" panose="020B0604030504040204" pitchFamily="50" charset="-128"/>
                        </a:rPr>
                        <a:t>共通</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zh-TW" altLang="en-US" sz="1200" dirty="0">
                          <a:effectLst/>
                          <a:latin typeface="Meiryo UI" panose="020B0604030504040204" pitchFamily="50" charset="-128"/>
                          <a:ea typeface="Meiryo UI" panose="020B0604030504040204" pitchFamily="50" charset="-128"/>
                        </a:rPr>
                        <a:t>週間報告書、課題管理表</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定例会への出席、発生した課題に対する社内調整と最終判断。</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進行管理、課題の整理・可視化、会議のファシリテーション。</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015636514"/>
                  </a:ext>
                </a:extLst>
              </a:tr>
              <a:tr h="807469">
                <a:tc>
                  <a:txBody>
                    <a:bodyPr/>
                    <a:lstStyle/>
                    <a:p>
                      <a:pPr rtl="0" fontAlgn="t"/>
                      <a:r>
                        <a:rPr lang="en-US" altLang="ja-JP" sz="1200" dirty="0">
                          <a:effectLst/>
                          <a:latin typeface="Meiryo UI" panose="020B0604030504040204" pitchFamily="50" charset="-128"/>
                          <a:ea typeface="Meiryo UI" panose="020B0604030504040204" pitchFamily="50" charset="-128"/>
                        </a:rPr>
                        <a:t>1. </a:t>
                      </a:r>
                      <a:r>
                        <a:rPr lang="ja-JP" altLang="en-US" sz="1200" dirty="0">
                          <a:effectLst/>
                          <a:latin typeface="Meiryo UI" panose="020B0604030504040204" pitchFamily="50" charset="-128"/>
                          <a:ea typeface="Meiryo UI" panose="020B0604030504040204" pitchFamily="50" charset="-128"/>
                        </a:rPr>
                        <a:t>立上げ</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プロジェクト計画書</a:t>
                      </a:r>
                      <a:endParaRPr lang="en-US" altLang="ja-JP" sz="1200" dirty="0">
                        <a:effectLst/>
                        <a:latin typeface="Meiryo UI" panose="020B0604030504040204" pitchFamily="50" charset="-128"/>
                        <a:ea typeface="Meiryo UI" panose="020B0604030504040204" pitchFamily="50" charset="-128"/>
                      </a:endParaRPr>
                    </a:p>
                    <a:p>
                      <a:pPr rtl="0" fontAlgn="t"/>
                      <a:r>
                        <a:rPr lang="en-US" altLang="ja-JP" sz="1200" dirty="0">
                          <a:effectLst/>
                          <a:latin typeface="Meiryo UI" panose="020B0604030504040204" pitchFamily="50" charset="-128"/>
                          <a:ea typeface="Meiryo UI" panose="020B0604030504040204" pitchFamily="50" charset="-128"/>
                        </a:rPr>
                        <a:t>(</a:t>
                      </a:r>
                      <a:r>
                        <a:rPr lang="ja-JP" altLang="en-US" sz="1200" dirty="0">
                          <a:effectLst/>
                          <a:latin typeface="Meiryo UI" panose="020B0604030504040204" pitchFamily="50" charset="-128"/>
                          <a:ea typeface="Meiryo UI" panose="020B0604030504040204" pitchFamily="50" charset="-128"/>
                        </a:rPr>
                        <a:t>本資料</a:t>
                      </a:r>
                      <a:r>
                        <a:rPr lang="en-US" altLang="ja-JP" sz="1200" dirty="0">
                          <a:effectLst/>
                          <a:latin typeface="Meiryo UI" panose="020B0604030504040204" pitchFamily="50" charset="-128"/>
                          <a:ea typeface="Meiryo UI" panose="020B0604030504040204" pitchFamily="50" charset="-128"/>
                        </a:rPr>
                        <a:t>)</a:t>
                      </a:r>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プロジェクトの目的・ゴール・制約事項の最終承認。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全体計画、推進体制、コミュニケーションルールの策定と提示。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91278621"/>
                  </a:ext>
                </a:extLst>
              </a:tr>
              <a:tr h="80746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ja-JP" sz="1200" dirty="0">
                          <a:effectLst/>
                          <a:latin typeface="Meiryo UI" panose="020B0604030504040204" pitchFamily="50" charset="-128"/>
                          <a:ea typeface="Meiryo UI" panose="020B0604030504040204" pitchFamily="50" charset="-128"/>
                        </a:rPr>
                        <a:t>2. </a:t>
                      </a:r>
                      <a:r>
                        <a:rPr lang="ja-JP" altLang="en-US" sz="1200" dirty="0">
                          <a:effectLst/>
                          <a:latin typeface="Meiryo UI" panose="020B0604030504040204" pitchFamily="50" charset="-128"/>
                          <a:ea typeface="Meiryo UI" panose="020B0604030504040204" pitchFamily="50" charset="-128"/>
                        </a:rPr>
                        <a:t>現状分析</a:t>
                      </a:r>
                    </a:p>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現状業務フロー図／ヒアリングシート</a:t>
                      </a:r>
                      <a:endParaRPr 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現場の実態を共有し、フロー図の内容（流れ・担当・例外）を確認・修正</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ヒアリングで業務の流れを整理し、現状業務フロー図とヒアリングシートを作成</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06840985"/>
                  </a:ext>
                </a:extLst>
              </a:tr>
              <a:tr h="80746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システム比較・評価レポート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重視するポイント（費用・使いやすさ・連携・セキュリティ等）を示し、比較結果を確認して選定方針を決定。</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dirty="0">
                          <a:effectLst/>
                          <a:latin typeface="Meiryo UI" panose="020B0604030504040204" pitchFamily="50" charset="-128"/>
                          <a:ea typeface="Meiryo UI" panose="020B0604030504040204" pitchFamily="50" charset="-128"/>
                        </a:rPr>
                        <a:t>候補システムを調査し、メリット・デメリット・コスト等を整理した比較・評価レポートを作成。</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82482477"/>
                  </a:ext>
                </a:extLst>
              </a:tr>
              <a:tr h="807469">
                <a:tc>
                  <a:txBody>
                    <a:bodyPr/>
                    <a:lstStyle/>
                    <a:p>
                      <a:pPr rtl="0" fontAlgn="t"/>
                      <a:endParaRPr lang="ja-JP" altLang="en-US" sz="1200" dirty="0">
                        <a:solidFill>
                          <a:srgbClr val="FF0000"/>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システム選定理由書／承認資料</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選定案の最終判断を行い、社内承認に必要な観点（稟議・決裁の論点）を提示。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比較結果を根拠に、選定理由を文章化し、承認用資料として取りまとめる。</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83083517"/>
                  </a:ext>
                </a:extLst>
              </a:tr>
            </a:tbl>
          </a:graphicData>
        </a:graphic>
      </p:graphicFrame>
    </p:spTree>
    <p:extLst>
      <p:ext uri="{BB962C8B-B14F-4D97-AF65-F5344CB8AC3E}">
        <p14:creationId xmlns:p14="http://schemas.microsoft.com/office/powerpoint/2010/main" val="354413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A7F222-5EEC-6735-CE34-CEFA849BB8BA}"/>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1D45682-0370-CF28-A2E2-08919F41FBC8}"/>
              </a:ext>
            </a:extLst>
          </p:cNvPr>
          <p:cNvSpPr>
            <a:spLocks noGrp="1"/>
          </p:cNvSpPr>
          <p:nvPr>
            <p:ph type="body" sz="quarter" idx="15"/>
          </p:nvPr>
        </p:nvSpPr>
        <p:spPr>
          <a:xfrm>
            <a:off x="323850" y="908050"/>
            <a:ext cx="11053868"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各フェーズで作成する主要成果物と、</a:t>
            </a:r>
            <a:r>
              <a:rPr lang="en-US" altLang="ja-JP" sz="1800" dirty="0">
                <a:latin typeface="Meiryo UI" panose="020B0604030504040204" pitchFamily="50" charset="-128"/>
                <a:ea typeface="Meiryo UI" panose="020B0604030504040204" pitchFamily="50" charset="-128"/>
              </a:rPr>
              <a:t>TMC</a:t>
            </a:r>
            <a:r>
              <a:rPr lang="ja-JP" altLang="en-US" sz="1800" dirty="0">
                <a:latin typeface="Meiryo UI" panose="020B0604030504040204" pitchFamily="50" charset="-128"/>
                <a:ea typeface="Meiryo UI" panose="020B0604030504040204" pitchFamily="50" charset="-128"/>
              </a:rPr>
              <a:t>様／</a:t>
            </a:r>
            <a:r>
              <a:rPr lang="en-US" altLang="ja-JP" sz="1800" dirty="0">
                <a:latin typeface="Meiryo UI" panose="020B0604030504040204" pitchFamily="50" charset="-128"/>
                <a:ea typeface="Meiryo UI" panose="020B0604030504040204" pitchFamily="50" charset="-128"/>
              </a:rPr>
              <a:t>CTC</a:t>
            </a:r>
            <a:r>
              <a:rPr lang="ja-JP" altLang="en-US" sz="1800" dirty="0">
                <a:latin typeface="Meiryo UI" panose="020B0604030504040204" pitchFamily="50" charset="-128"/>
                <a:ea typeface="Meiryo UI" panose="020B0604030504040204" pitchFamily="50" charset="-128"/>
              </a:rPr>
              <a:t>側の実施事項（ご協力事項）および合意の場を整理し、手戻りなく推進するための前提を明確化します。</a:t>
            </a:r>
          </a:p>
        </p:txBody>
      </p:sp>
      <p:sp>
        <p:nvSpPr>
          <p:cNvPr id="3" name="タイトル 2">
            <a:extLst>
              <a:ext uri="{FF2B5EF4-FFF2-40B4-BE49-F238E27FC236}">
                <a16:creationId xmlns:a16="http://schemas.microsoft.com/office/drawing/2014/main" id="{1EE3666C-452E-7AE2-0F2D-A54AD3B0B738}"/>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フェーズ別の作成物と役割分担</a:t>
            </a:r>
            <a:r>
              <a:rPr lang="en-US" altLang="ja-JP" dirty="0">
                <a:latin typeface="Meiryo UI" panose="020B0604030504040204" pitchFamily="50" charset="-128"/>
                <a:ea typeface="Meiryo UI" panose="020B0604030504040204" pitchFamily="50" charset="-128"/>
              </a:rPr>
              <a:t>(2/2)</a:t>
            </a:r>
            <a:endParaRPr lang="ja-JP" altLang="en-US" dirty="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E0643535-7D5A-A9F3-6B60-E0C4A6E47424}"/>
              </a:ext>
            </a:extLst>
          </p:cNvPr>
          <p:cNvGraphicFramePr>
            <a:graphicFrameLocks noGrp="1"/>
          </p:cNvGraphicFramePr>
          <p:nvPr>
            <p:extLst>
              <p:ext uri="{D42A27DB-BD31-4B8C-83A1-F6EECF244321}">
                <p14:modId xmlns:p14="http://schemas.microsoft.com/office/powerpoint/2010/main" val="4232587853"/>
              </p:ext>
            </p:extLst>
          </p:nvPr>
        </p:nvGraphicFramePr>
        <p:xfrm>
          <a:off x="814282" y="1735138"/>
          <a:ext cx="10563436" cy="4478335"/>
        </p:xfrm>
        <a:graphic>
          <a:graphicData uri="http://schemas.openxmlformats.org/drawingml/2006/table">
            <a:tbl>
              <a:tblPr/>
              <a:tblGrid>
                <a:gridCol w="1358963">
                  <a:extLst>
                    <a:ext uri="{9D8B030D-6E8A-4147-A177-3AD203B41FA5}">
                      <a16:colId xmlns:a16="http://schemas.microsoft.com/office/drawing/2014/main" val="2989783398"/>
                    </a:ext>
                  </a:extLst>
                </a:gridCol>
                <a:gridCol w="1722480">
                  <a:extLst>
                    <a:ext uri="{9D8B030D-6E8A-4147-A177-3AD203B41FA5}">
                      <a16:colId xmlns:a16="http://schemas.microsoft.com/office/drawing/2014/main" val="1383491693"/>
                    </a:ext>
                  </a:extLst>
                </a:gridCol>
                <a:gridCol w="3667125">
                  <a:extLst>
                    <a:ext uri="{9D8B030D-6E8A-4147-A177-3AD203B41FA5}">
                      <a16:colId xmlns:a16="http://schemas.microsoft.com/office/drawing/2014/main" val="1051710756"/>
                    </a:ext>
                  </a:extLst>
                </a:gridCol>
                <a:gridCol w="3814868">
                  <a:extLst>
                    <a:ext uri="{9D8B030D-6E8A-4147-A177-3AD203B41FA5}">
                      <a16:colId xmlns:a16="http://schemas.microsoft.com/office/drawing/2014/main" val="443009232"/>
                    </a:ext>
                  </a:extLst>
                </a:gridCol>
              </a:tblGrid>
              <a:tr h="460202">
                <a:tc>
                  <a:txBody>
                    <a:bodyPr/>
                    <a:lstStyle/>
                    <a:p>
                      <a:pPr algn="ctr" rtl="0" fontAlgn="t"/>
                      <a:r>
                        <a:rPr lang="ja-JP" altLang="en-US" sz="1200" b="1" dirty="0">
                          <a:solidFill>
                            <a:schemeClr val="bg1"/>
                          </a:solidFill>
                          <a:effectLst/>
                          <a:latin typeface="Meiryo UI" panose="020B0604030504040204" pitchFamily="50" charset="-128"/>
                          <a:ea typeface="Meiryo UI" panose="020B0604030504040204" pitchFamily="50" charset="-128"/>
                        </a:rPr>
                        <a:t>フェーズ</a:t>
                      </a: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algn="ctr" rtl="0" fontAlgn="t"/>
                      <a:r>
                        <a:rPr lang="ja-JP" altLang="en-US" sz="1200" b="1" dirty="0">
                          <a:solidFill>
                            <a:schemeClr val="bg1"/>
                          </a:solidFill>
                          <a:effectLst/>
                          <a:latin typeface="Meiryo UI" panose="020B0604030504040204" pitchFamily="50" charset="-128"/>
                          <a:ea typeface="Meiryo UI" panose="020B0604030504040204" pitchFamily="50" charset="-128"/>
                        </a:rPr>
                        <a:t>作成物</a:t>
                      </a: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algn="ctr" rtl="0" fontAlgn="t"/>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貴社の役割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5"/>
                    </a:solidFill>
                  </a:tcPr>
                </a:tc>
                <a:tc>
                  <a:txBody>
                    <a:bodyPr/>
                    <a:lstStyle/>
                    <a:p>
                      <a:pPr algn="ctr" rtl="0" fontAlgn="t"/>
                      <a:r>
                        <a:rPr lang="ja-JP" altLang="en-US" sz="1200" b="1" dirty="0">
                          <a:solidFill>
                            <a:schemeClr val="bg1"/>
                          </a:solidFill>
                          <a:effectLst/>
                          <a:latin typeface="Meiryo UI" panose="020B0604030504040204" pitchFamily="50" charset="-128"/>
                          <a:ea typeface="Meiryo UI" panose="020B0604030504040204" pitchFamily="50" charset="-128"/>
                        </a:rPr>
                        <a:t>弊社の</a:t>
                      </a:r>
                      <a:r>
                        <a:rPr lang="ja-JP" altLang="en-US" sz="1200" b="1" strike="noStrike" baseline="0" dirty="0">
                          <a:solidFill>
                            <a:schemeClr val="bg1"/>
                          </a:solidFill>
                          <a:effectLst/>
                          <a:latin typeface="Meiryo UI" panose="020B0604030504040204" pitchFamily="50" charset="-128"/>
                          <a:ea typeface="Meiryo UI" panose="020B0604030504040204" pitchFamily="50" charset="-128"/>
                        </a:rPr>
                        <a:t>役割</a:t>
                      </a:r>
                      <a:endParaRPr lang="ja-JP" altLang="en-US" sz="1200" b="1" strike="dblStrike" baseline="0" dirty="0">
                        <a:solidFill>
                          <a:schemeClr val="bg1"/>
                        </a:solidFill>
                        <a:effectLst/>
                        <a:latin typeface="Meiryo UI" panose="020B0604030504040204" pitchFamily="50" charset="-128"/>
                        <a:ea typeface="Meiryo UI" panose="020B0604030504040204" pitchFamily="50" charset="-128"/>
                      </a:endParaRPr>
                    </a:p>
                  </a:txBody>
                  <a:tcPr marL="8381" marR="8381" marT="5587" marB="558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279316255"/>
                  </a:ext>
                </a:extLst>
              </a:tr>
              <a:tr h="574019">
                <a:tc>
                  <a:txBody>
                    <a:bodyPr/>
                    <a:lstStyle/>
                    <a:p>
                      <a:pPr rtl="0" fontAlgn="t"/>
                      <a:r>
                        <a:rPr lang="en-US" altLang="ja-JP" sz="1200" dirty="0">
                          <a:effectLst/>
                          <a:latin typeface="Meiryo UI" panose="020B0604030504040204" pitchFamily="50" charset="-128"/>
                          <a:ea typeface="Meiryo UI" panose="020B0604030504040204" pitchFamily="50" charset="-128"/>
                        </a:rPr>
                        <a:t>3. </a:t>
                      </a:r>
                      <a:r>
                        <a:rPr lang="ja-JP" altLang="en-US" sz="1200" dirty="0">
                          <a:effectLst/>
                          <a:latin typeface="Meiryo UI" panose="020B0604030504040204" pitchFamily="50" charset="-128"/>
                          <a:ea typeface="Meiryo UI" panose="020B0604030504040204" pitchFamily="50" charset="-128"/>
                        </a:rPr>
                        <a:t>業務設計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新業務フロー図</a:t>
                      </a:r>
                      <a:endParaRPr 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a:effectLst/>
                          <a:latin typeface="Meiryo UI" panose="020B0604030504040204" pitchFamily="50" charset="-128"/>
                          <a:ea typeface="Meiryo UI" panose="020B0604030504040204" pitchFamily="50" charset="-128"/>
                        </a:rPr>
                        <a:t>現状ヒアリングを踏まえた、理想の業務フローの決定。</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効率的な「新業務フロー」の考案・設計、改善案の提示。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17375053"/>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zh-TW" altLang="en-US" sz="1200" dirty="0">
                          <a:effectLst/>
                          <a:latin typeface="Meiryo UI" panose="020B0604030504040204" pitchFamily="50" charset="-128"/>
                          <a:ea typeface="Meiryo UI" panose="020B0604030504040204" pitchFamily="50" charset="-128"/>
                        </a:rPr>
                        <a:t>機能要件定義書</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システムで「絶対に自動化したいこと」等の必要機能の優先順位付け。</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業務要件をシステム仕様へ翻訳した「機能要件一覧」の作成。</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35746377"/>
                  </a:ext>
                </a:extLst>
              </a:tr>
              <a:tr h="574019">
                <a:tc>
                  <a:txBody>
                    <a:bodyPr/>
                    <a:lstStyle/>
                    <a:p>
                      <a:pPr rtl="0" fontAlgn="t"/>
                      <a:endParaRPr lang="ja-JP" altLang="en-US" sz="120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zh-TW" altLang="en-US" sz="1200" dirty="0">
                          <a:effectLst/>
                          <a:latin typeface="Meiryo UI" panose="020B0604030504040204" pitchFamily="50" charset="-128"/>
                          <a:ea typeface="Meiryo UI" panose="020B0604030504040204" pitchFamily="50" charset="-128"/>
                        </a:rPr>
                        <a:t>非機能要件定義書</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セキュリティ基準、システム停止が許容される時間等の動作環境の要望提示。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セキュリティ・性能・保守性などの技術的要件の定義・ドキュメント化。</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62747675"/>
                  </a:ext>
                </a:extLst>
              </a:tr>
              <a:tr h="574019">
                <a:tc>
                  <a:txBody>
                    <a:bodyPr/>
                    <a:lstStyle/>
                    <a:p>
                      <a:pPr rtl="0" fontAlgn="t"/>
                      <a:r>
                        <a:rPr lang="en-US" altLang="ja-JP" sz="1200" dirty="0">
                          <a:effectLst/>
                          <a:latin typeface="Meiryo UI" panose="020B0604030504040204" pitchFamily="50" charset="-128"/>
                          <a:ea typeface="Meiryo UI" panose="020B0604030504040204" pitchFamily="50" charset="-128"/>
                        </a:rPr>
                        <a:t>4. </a:t>
                      </a:r>
                      <a:r>
                        <a:rPr lang="ja-JP" altLang="en-US" sz="1200" dirty="0">
                          <a:effectLst/>
                          <a:latin typeface="Meiryo UI" panose="020B0604030504040204" pitchFamily="50" charset="-128"/>
                          <a:ea typeface="Meiryo UI" panose="020B0604030504040204" pitchFamily="50" charset="-128"/>
                        </a:rPr>
                        <a:t>システム構想</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全体システム構成図</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提示されたシステム構成が、社内の</a:t>
                      </a:r>
                      <a:r>
                        <a:rPr lang="en-US" altLang="ja-JP" sz="1200" dirty="0">
                          <a:effectLst/>
                          <a:latin typeface="Meiryo UI" panose="020B0604030504040204" pitchFamily="50" charset="-128"/>
                          <a:ea typeface="Meiryo UI" panose="020B0604030504040204" pitchFamily="50" charset="-128"/>
                        </a:rPr>
                        <a:t>IT</a:t>
                      </a:r>
                      <a:r>
                        <a:rPr lang="ja-JP" altLang="en-US" sz="1200" dirty="0">
                          <a:effectLst/>
                          <a:latin typeface="Meiryo UI" panose="020B0604030504040204" pitchFamily="50" charset="-128"/>
                          <a:ea typeface="Meiryo UI" panose="020B0604030504040204" pitchFamily="50" charset="-128"/>
                        </a:rPr>
                        <a:t>ガバナンスに抵触しないかの最終確認。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インフラ・ネットワーク・外部システム連携方式の設計。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97740861"/>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データモデル設計書</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管理したいデータ項目（顧客名、施工日、型番等）の確認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効率的なデータ保持のためのデータベース構造の設計。</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47339904"/>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zh-TW" altLang="en-US" sz="1200" dirty="0">
                          <a:solidFill>
                            <a:schemeClr val="tx1"/>
                          </a:solidFill>
                          <a:effectLst/>
                          <a:latin typeface="Meiryo UI" panose="020B0604030504040204" pitchFamily="50" charset="-128"/>
                          <a:ea typeface="Meiryo UI" panose="020B0604030504040204" pitchFamily="50" charset="-128"/>
                        </a:rPr>
                        <a:t>開発実行計画書</a:t>
                      </a:r>
                      <a:r>
                        <a:rPr lang="ja-JP" altLang="en-US" sz="1200" dirty="0">
                          <a:solidFill>
                            <a:schemeClr val="tx1"/>
                          </a:solidFill>
                          <a:effectLst/>
                          <a:latin typeface="Meiryo UI" panose="020B0604030504040204" pitchFamily="50" charset="-128"/>
                          <a:ea typeface="Meiryo UI" panose="020B0604030504040204" pitchFamily="50" charset="-128"/>
                        </a:rPr>
                        <a:t>・</a:t>
                      </a:r>
                      <a:r>
                        <a:rPr lang="en-US" altLang="ja-JP" sz="1200" dirty="0">
                          <a:solidFill>
                            <a:schemeClr val="tx1"/>
                          </a:solidFill>
                          <a:effectLst/>
                          <a:latin typeface="Meiryo UI" panose="020B0604030504040204" pitchFamily="50" charset="-128"/>
                          <a:ea typeface="Meiryo UI" panose="020B0604030504040204" pitchFamily="50" charset="-128"/>
                        </a:rPr>
                        <a:t>WBS</a:t>
                      </a:r>
                      <a:endParaRPr lang="en-US" altLang="zh-TW" sz="1200" dirty="0">
                        <a:solidFill>
                          <a:schemeClr val="tx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開発の前提（範囲・優先度・期限）と社内の判断者を明確にし、計画内容をレビュー・承認。</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実現方法を踏まえて、作業内容・順番・期間・体制を計画（</a:t>
                      </a:r>
                      <a:r>
                        <a:rPr lang="en-US" altLang="ja-JP" sz="1200" dirty="0">
                          <a:effectLst/>
                          <a:latin typeface="Meiryo UI" panose="020B0604030504040204" pitchFamily="50" charset="-128"/>
                          <a:ea typeface="Meiryo UI" panose="020B0604030504040204" pitchFamily="50" charset="-128"/>
                        </a:rPr>
                        <a:t>WBS</a:t>
                      </a:r>
                      <a:r>
                        <a:rPr lang="ja-JP" altLang="en-US" sz="1200" dirty="0">
                          <a:effectLst/>
                          <a:latin typeface="Meiryo UI" panose="020B0604030504040204" pitchFamily="50" charset="-128"/>
                          <a:ea typeface="Meiryo UI" panose="020B0604030504040204" pitchFamily="50" charset="-128"/>
                        </a:rPr>
                        <a:t>化）し、合意に向けて提示。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24524980"/>
                  </a:ext>
                </a:extLst>
              </a:tr>
              <a:tr h="574019">
                <a:tc>
                  <a:txBody>
                    <a:bodyPr/>
                    <a:lstStyle/>
                    <a:p>
                      <a:pPr rtl="0" fontAlgn="t"/>
                      <a:endParaRPr lang="ja-JP" altLang="en-US" sz="1200" dirty="0">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solidFill>
                            <a:schemeClr val="tx1"/>
                          </a:solidFill>
                          <a:effectLst/>
                          <a:latin typeface="Meiryo UI" panose="020B0604030504040204" pitchFamily="50" charset="-128"/>
                          <a:ea typeface="Meiryo UI" panose="020B0604030504040204" pitchFamily="50" charset="-128"/>
                        </a:rPr>
                        <a:t>概算見積書</a:t>
                      </a:r>
                      <a:endParaRPr lang="zh-TW" altLang="en-US" sz="1200" dirty="0">
                        <a:solidFill>
                          <a:schemeClr val="tx1"/>
                        </a:solidFill>
                        <a:effectLst/>
                        <a:latin typeface="Meiryo UI" panose="020B0604030504040204" pitchFamily="50" charset="-128"/>
                        <a:ea typeface="Meiryo UI" panose="020B0604030504040204" pitchFamily="50" charset="-128"/>
                      </a:endParaRP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対象範囲・前提条件を確定し、予算・稟議に向けた判断。</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t"/>
                      <a:r>
                        <a:rPr lang="ja-JP" altLang="en-US" sz="1200" dirty="0">
                          <a:effectLst/>
                          <a:latin typeface="Meiryo UI" panose="020B0604030504040204" pitchFamily="50" charset="-128"/>
                          <a:ea typeface="Meiryo UI" panose="020B0604030504040204" pitchFamily="50" charset="-128"/>
                        </a:rPr>
                        <a:t>作業量（人月・期間）を見積り、前提・含む</a:t>
                      </a:r>
                      <a:r>
                        <a:rPr lang="en-US" altLang="ja-JP" sz="1200" dirty="0">
                          <a:effectLst/>
                          <a:latin typeface="Meiryo UI" panose="020B0604030504040204" pitchFamily="50" charset="-128"/>
                          <a:ea typeface="Meiryo UI" panose="020B0604030504040204" pitchFamily="50" charset="-128"/>
                        </a:rPr>
                        <a:t>/</a:t>
                      </a:r>
                      <a:r>
                        <a:rPr lang="ja-JP" altLang="en-US" sz="1200" dirty="0">
                          <a:effectLst/>
                          <a:latin typeface="Meiryo UI" panose="020B0604030504040204" pitchFamily="50" charset="-128"/>
                          <a:ea typeface="Meiryo UI" panose="020B0604030504040204" pitchFamily="50" charset="-128"/>
                        </a:rPr>
                        <a:t>含まないを明記した概算費用を提示。</a:t>
                      </a:r>
                    </a:p>
                  </a:txBody>
                  <a:tcPr marL="8381" marR="8381" marT="5587" marB="5587">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09142901"/>
                  </a:ext>
                </a:extLst>
              </a:tr>
            </a:tbl>
          </a:graphicData>
        </a:graphic>
      </p:graphicFrame>
    </p:spTree>
    <p:extLst>
      <p:ext uri="{BB962C8B-B14F-4D97-AF65-F5344CB8AC3E}">
        <p14:creationId xmlns:p14="http://schemas.microsoft.com/office/powerpoint/2010/main" val="3721418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45EA60-52EA-BED2-3BD7-2944C07F8750}"/>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6CA2991-DFC8-F7AD-AB90-5825D0E1165B}"/>
              </a:ext>
            </a:extLst>
          </p:cNvPr>
          <p:cNvSpPr>
            <a:spLocks noGrp="1"/>
          </p:cNvSpPr>
          <p:nvPr>
            <p:ph type="body" sz="quarter" idx="15"/>
          </p:nvPr>
        </p:nvSpPr>
        <p:spPr>
          <a:xfrm>
            <a:off x="814918" y="990600"/>
            <a:ext cx="10562800" cy="558800"/>
          </a:xfrm>
        </p:spPr>
        <p:txBody>
          <a:bodyPr/>
          <a:lstStyle/>
          <a:p>
            <a:pPr marL="0" indent="0">
              <a:buNone/>
            </a:pPr>
            <a:r>
              <a:rPr lang="ja-JP" altLang="en-US" sz="1800" dirty="0">
                <a:latin typeface="Meiryo UI" panose="020B0604030504040204" pitchFamily="50" charset="-128"/>
                <a:ea typeface="Meiryo UI" panose="020B0604030504040204" pitchFamily="50" charset="-128"/>
              </a:rPr>
              <a:t>ヒアリング対象者ごとに、確認すべき要点を整理しました。各領域のご担当者様アサイン検討および事前準備の参考としてご覧ください。</a:t>
            </a:r>
            <a:endParaRPr kumimoji="1" lang="ja-JP" altLang="en-US" sz="18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054A1896-ACE8-2BB5-27C0-1287DC67DF60}"/>
              </a:ext>
            </a:extLst>
          </p:cNvPr>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Appendix</a:t>
            </a:r>
            <a:r>
              <a:rPr lang="ja-JP" altLang="en-US" dirty="0">
                <a:latin typeface="Meiryo UI" panose="020B0604030504040204" pitchFamily="50" charset="-128"/>
                <a:ea typeface="Meiryo UI" panose="020B0604030504040204" pitchFamily="50" charset="-128"/>
              </a:rPr>
              <a:t>：ヒアリング項目（要点）</a:t>
            </a:r>
            <a:endParaRPr kumimoji="1" lang="ja-JP" altLang="en-US" dirty="0">
              <a:latin typeface="Meiryo UI" panose="020B0604030504040204" pitchFamily="50" charset="-128"/>
              <a:ea typeface="Meiryo UI" panose="020B0604030504040204" pitchFamily="50" charset="-128"/>
            </a:endParaRPr>
          </a:p>
        </p:txBody>
      </p:sp>
      <p:grpSp>
        <p:nvGrpSpPr>
          <p:cNvPr id="14" name="グループ化 13">
            <a:extLst>
              <a:ext uri="{FF2B5EF4-FFF2-40B4-BE49-F238E27FC236}">
                <a16:creationId xmlns:a16="http://schemas.microsoft.com/office/drawing/2014/main" id="{55076C4C-2ABC-8A01-55ED-B04D66E7F119}"/>
              </a:ext>
            </a:extLst>
          </p:cNvPr>
          <p:cNvGrpSpPr/>
          <p:nvPr/>
        </p:nvGrpSpPr>
        <p:grpSpPr>
          <a:xfrm>
            <a:off x="350104" y="1760428"/>
            <a:ext cx="3592391" cy="1777932"/>
            <a:chOff x="814918" y="1760428"/>
            <a:chExt cx="3592391" cy="1777932"/>
          </a:xfrm>
        </p:grpSpPr>
        <p:sp>
          <p:nvSpPr>
            <p:cNvPr id="7" name="正方形/長方形 6">
              <a:extLst>
                <a:ext uri="{FF2B5EF4-FFF2-40B4-BE49-F238E27FC236}">
                  <a16:creationId xmlns:a16="http://schemas.microsoft.com/office/drawing/2014/main" id="{C5AB7F53-6F32-D15B-20C4-8F25BED272B5}"/>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・判断ルール：誰が何を決めるか</a:t>
              </a:r>
            </a:p>
            <a:p>
              <a:r>
                <a:rPr kumimoji="1" lang="ja-JP" altLang="en-US" sz="1400" dirty="0">
                  <a:solidFill>
                    <a:schemeClr val="tx2"/>
                  </a:solidFill>
                  <a:latin typeface="Meiryo UI" panose="020B0604030504040204" pitchFamily="50" charset="-128"/>
                  <a:ea typeface="Meiryo UI" panose="020B0604030504040204" pitchFamily="50" charset="-128"/>
                </a:rPr>
                <a:t>・必須条件：譲れない要件</a:t>
              </a:r>
            </a:p>
            <a:p>
              <a:r>
                <a:rPr kumimoji="1" lang="ja-JP" altLang="en-US" sz="1400" dirty="0">
                  <a:solidFill>
                    <a:schemeClr val="tx2"/>
                  </a:solidFill>
                  <a:latin typeface="Meiryo UI" panose="020B0604030504040204" pitchFamily="50" charset="-128"/>
                  <a:ea typeface="Meiryo UI" panose="020B0604030504040204" pitchFamily="50" charset="-128"/>
                </a:rPr>
                <a:t>・成功の基準：何ができれば</a:t>
              </a:r>
              <a:r>
                <a:rPr kumimoji="1" lang="en-US" altLang="ja-JP" sz="1400" dirty="0">
                  <a:solidFill>
                    <a:schemeClr val="tx2"/>
                  </a:solidFill>
                  <a:latin typeface="Meiryo UI" panose="020B0604030504040204" pitchFamily="50" charset="-128"/>
                  <a:ea typeface="Meiryo UI" panose="020B0604030504040204" pitchFamily="50" charset="-128"/>
                </a:rPr>
                <a:t>OK</a:t>
              </a:r>
              <a:r>
                <a:rPr kumimoji="1" lang="ja-JP" altLang="en-US" sz="1400" dirty="0">
                  <a:solidFill>
                    <a:schemeClr val="tx2"/>
                  </a:solidFill>
                  <a:latin typeface="Meiryo UI" panose="020B0604030504040204" pitchFamily="50" charset="-128"/>
                  <a:ea typeface="Meiryo UI" panose="020B0604030504040204" pitchFamily="50" charset="-128"/>
                </a:rPr>
                <a:t>か</a:t>
              </a:r>
            </a:p>
          </p:txBody>
        </p:sp>
        <p:sp>
          <p:nvSpPr>
            <p:cNvPr id="8" name="正方形/長方形 7">
              <a:extLst>
                <a:ext uri="{FF2B5EF4-FFF2-40B4-BE49-F238E27FC236}">
                  <a16:creationId xmlns:a16="http://schemas.microsoft.com/office/drawing/2014/main" id="{F52503D4-B3C1-4828-4BC1-2DEF82E66048}"/>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① 国内商品部門</a:t>
              </a:r>
            </a:p>
          </p:txBody>
        </p:sp>
      </p:grpSp>
      <p:grpSp>
        <p:nvGrpSpPr>
          <p:cNvPr id="15" name="グループ化 14">
            <a:extLst>
              <a:ext uri="{FF2B5EF4-FFF2-40B4-BE49-F238E27FC236}">
                <a16:creationId xmlns:a16="http://schemas.microsoft.com/office/drawing/2014/main" id="{622FD9CA-4401-ABE3-AEA2-298233B4DA62}"/>
              </a:ext>
            </a:extLst>
          </p:cNvPr>
          <p:cNvGrpSpPr/>
          <p:nvPr/>
        </p:nvGrpSpPr>
        <p:grpSpPr>
          <a:xfrm>
            <a:off x="4299804" y="1760428"/>
            <a:ext cx="3592391" cy="1777932"/>
            <a:chOff x="814918" y="1760428"/>
            <a:chExt cx="3592391" cy="1777932"/>
          </a:xfrm>
        </p:grpSpPr>
        <p:sp>
          <p:nvSpPr>
            <p:cNvPr id="16" name="正方形/長方形 15">
              <a:extLst>
                <a:ext uri="{FF2B5EF4-FFF2-40B4-BE49-F238E27FC236}">
                  <a16:creationId xmlns:a16="http://schemas.microsoft.com/office/drawing/2014/main" id="{58FB3DDC-41A5-B5A3-9631-5BFDB7E98388}"/>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・目的・背景：なぜ今やるか／何に困っているか</a:t>
              </a:r>
            </a:p>
            <a:p>
              <a:r>
                <a:rPr kumimoji="1" lang="ja-JP" altLang="en-US" sz="1400" dirty="0">
                  <a:solidFill>
                    <a:schemeClr val="tx2"/>
                  </a:solidFill>
                  <a:latin typeface="Meiryo UI" panose="020B0604030504040204" pitchFamily="50" charset="-128"/>
                  <a:ea typeface="Meiryo UI" panose="020B0604030504040204" pitchFamily="50" charset="-128"/>
                </a:rPr>
                <a:t>・理想の姿：どう見える・どう回るのが理想か</a:t>
              </a:r>
            </a:p>
            <a:p>
              <a:r>
                <a:rPr kumimoji="1" lang="ja-JP" altLang="en-US" sz="1400" dirty="0">
                  <a:solidFill>
                    <a:schemeClr val="tx2"/>
                  </a:solidFill>
                  <a:latin typeface="Meiryo UI" panose="020B0604030504040204" pitchFamily="50" charset="-128"/>
                  <a:ea typeface="Meiryo UI" panose="020B0604030504040204" pitchFamily="50" charset="-128"/>
                </a:rPr>
                <a:t>・制約条件：システム・データ・セキュリティの前提</a:t>
              </a:r>
            </a:p>
          </p:txBody>
        </p:sp>
        <p:sp>
          <p:nvSpPr>
            <p:cNvPr id="17" name="正方形/長方形 16">
              <a:extLst>
                <a:ext uri="{FF2B5EF4-FFF2-40B4-BE49-F238E27FC236}">
                  <a16:creationId xmlns:a16="http://schemas.microsoft.com/office/drawing/2014/main" id="{8A40AC95-6DB4-ADB9-C079-23AA0B3BDA23}"/>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② </a:t>
              </a:r>
              <a:r>
                <a:rPr kumimoji="1" lang="en-US" altLang="ja-JP" sz="1400" b="1" dirty="0">
                  <a:solidFill>
                    <a:schemeClr val="bg1"/>
                  </a:solidFill>
                  <a:latin typeface="Meiryo UI" panose="020B0604030504040204" pitchFamily="50" charset="-128"/>
                  <a:ea typeface="Meiryo UI" panose="020B0604030504040204" pitchFamily="50" charset="-128"/>
                </a:rPr>
                <a:t>CN</a:t>
              </a:r>
              <a:r>
                <a:rPr kumimoji="1" lang="ja-JP" altLang="en-US" sz="1400" b="1" dirty="0">
                  <a:solidFill>
                    <a:schemeClr val="bg1"/>
                  </a:solidFill>
                  <a:latin typeface="Meiryo UI" panose="020B0604030504040204" pitchFamily="50" charset="-128"/>
                  <a:ea typeface="Meiryo UI" panose="020B0604030504040204" pitchFamily="50" charset="-128"/>
                </a:rPr>
                <a:t>システム開発部（村松様・秦様）</a:t>
              </a:r>
            </a:p>
          </p:txBody>
        </p:sp>
      </p:grpSp>
      <p:grpSp>
        <p:nvGrpSpPr>
          <p:cNvPr id="18" name="グループ化 17">
            <a:extLst>
              <a:ext uri="{FF2B5EF4-FFF2-40B4-BE49-F238E27FC236}">
                <a16:creationId xmlns:a16="http://schemas.microsoft.com/office/drawing/2014/main" id="{2D94D1C0-9DAF-8113-DE59-5B561288E4CD}"/>
              </a:ext>
            </a:extLst>
          </p:cNvPr>
          <p:cNvGrpSpPr/>
          <p:nvPr/>
        </p:nvGrpSpPr>
        <p:grpSpPr>
          <a:xfrm>
            <a:off x="8249504" y="1760428"/>
            <a:ext cx="3592391" cy="1777932"/>
            <a:chOff x="814918" y="1760428"/>
            <a:chExt cx="3592391" cy="1777932"/>
          </a:xfrm>
        </p:grpSpPr>
        <p:sp>
          <p:nvSpPr>
            <p:cNvPr id="19" name="正方形/長方形 18">
              <a:extLst>
                <a:ext uri="{FF2B5EF4-FFF2-40B4-BE49-F238E27FC236}">
                  <a16:creationId xmlns:a16="http://schemas.microsoft.com/office/drawing/2014/main" id="{7B7B4716-12DB-BD1C-A99C-EA3D60D45730}"/>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現場の流れ</a:t>
              </a:r>
              <a:r>
                <a:rPr kumimoji="1" lang="ja-JP" altLang="en-US" sz="1400" dirty="0">
                  <a:solidFill>
                    <a:schemeClr val="tx2"/>
                  </a:solidFill>
                  <a:latin typeface="Meiryo UI" panose="020B0604030504040204" pitchFamily="50" charset="-128"/>
                  <a:ea typeface="Meiryo UI" panose="020B0604030504040204" pitchFamily="50" charset="-128"/>
                </a:rPr>
                <a:t>：相談</a:t>
              </a:r>
              <a:r>
                <a:rPr kumimoji="1" lang="en-US" altLang="ja-JP" sz="1400" dirty="0">
                  <a:solidFill>
                    <a:schemeClr val="tx2"/>
                  </a:solidFill>
                  <a:latin typeface="Meiryo UI" panose="020B0604030504040204" pitchFamily="50" charset="-128"/>
                  <a:ea typeface="Meiryo UI" panose="020B0604030504040204" pitchFamily="50" charset="-128"/>
                </a:rPr>
                <a:t>〜</a:t>
              </a:r>
              <a:r>
                <a:rPr kumimoji="1" lang="ja-JP" altLang="en-US" sz="1400" dirty="0">
                  <a:solidFill>
                    <a:schemeClr val="tx2"/>
                  </a:solidFill>
                  <a:latin typeface="Meiryo UI" panose="020B0604030504040204" pitchFamily="50" charset="-128"/>
                  <a:ea typeface="Meiryo UI" panose="020B0604030504040204" pitchFamily="50" charset="-128"/>
                </a:rPr>
                <a:t>工事完了までの実態</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業務の非効率箇所</a:t>
              </a:r>
              <a:r>
                <a:rPr kumimoji="1" lang="ja-JP" altLang="en-US" sz="1400" dirty="0">
                  <a:solidFill>
                    <a:schemeClr val="tx2"/>
                  </a:solidFill>
                  <a:latin typeface="Meiryo UI" panose="020B0604030504040204" pitchFamily="50" charset="-128"/>
                  <a:ea typeface="Meiryo UI" panose="020B0604030504040204" pitchFamily="50" charset="-128"/>
                </a:rPr>
                <a:t>：手戻り・遅延個所</a:t>
              </a:r>
            </a:p>
            <a:p>
              <a:r>
                <a:rPr kumimoji="1" lang="ja-JP" altLang="en-US" sz="1400" dirty="0">
                  <a:solidFill>
                    <a:schemeClr val="tx2"/>
                  </a:solidFill>
                  <a:latin typeface="Meiryo UI" panose="020B0604030504040204" pitchFamily="50" charset="-128"/>
                  <a:ea typeface="Meiryo UI" panose="020B0604030504040204" pitchFamily="50" charset="-128"/>
                </a:rPr>
                <a:t>・</a:t>
              </a:r>
              <a:r>
                <a:rPr lang="ja-JP" altLang="en-US" sz="1400" b="1" dirty="0">
                  <a:solidFill>
                    <a:schemeClr val="tx2"/>
                  </a:solidFill>
                  <a:latin typeface="Meiryo UI" panose="020B0604030504040204" pitchFamily="50" charset="-128"/>
                  <a:ea typeface="Meiryo UI" panose="020B0604030504040204" pitchFamily="50" charset="-128"/>
                </a:rPr>
                <a:t>必要</a:t>
              </a:r>
              <a:r>
                <a:rPr kumimoji="1" lang="ja-JP" altLang="en-US" sz="1400" b="1" dirty="0">
                  <a:solidFill>
                    <a:schemeClr val="tx2"/>
                  </a:solidFill>
                  <a:latin typeface="Meiryo UI" panose="020B0604030504040204" pitchFamily="50" charset="-128"/>
                  <a:ea typeface="Meiryo UI" panose="020B0604030504040204" pitchFamily="50" charset="-128"/>
                </a:rPr>
                <a:t>情報</a:t>
              </a:r>
              <a:r>
                <a:rPr kumimoji="1" lang="ja-JP" altLang="en-US" sz="1400" dirty="0">
                  <a:solidFill>
                    <a:schemeClr val="tx2"/>
                  </a:solidFill>
                  <a:latin typeface="Meiryo UI" panose="020B0604030504040204" pitchFamily="50" charset="-128"/>
                  <a:ea typeface="Meiryo UI" panose="020B0604030504040204" pitchFamily="50" charset="-128"/>
                </a:rPr>
                <a:t>：進捗・次アクション・連絡方法</a:t>
              </a:r>
            </a:p>
          </p:txBody>
        </p:sp>
        <p:sp>
          <p:nvSpPr>
            <p:cNvPr id="20" name="正方形/長方形 19">
              <a:extLst>
                <a:ext uri="{FF2B5EF4-FFF2-40B4-BE49-F238E27FC236}">
                  <a16:creationId xmlns:a16="http://schemas.microsoft.com/office/drawing/2014/main" id="{BD6CD4EF-398F-ED64-9A0B-F99DA7B731B5}"/>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③ 車両販売店</a:t>
              </a:r>
            </a:p>
          </p:txBody>
        </p:sp>
      </p:grpSp>
      <p:grpSp>
        <p:nvGrpSpPr>
          <p:cNvPr id="21" name="グループ化 20">
            <a:extLst>
              <a:ext uri="{FF2B5EF4-FFF2-40B4-BE49-F238E27FC236}">
                <a16:creationId xmlns:a16="http://schemas.microsoft.com/office/drawing/2014/main" id="{39AF3CE0-62A6-D72D-AEF0-B1B46C7F48BC}"/>
              </a:ext>
            </a:extLst>
          </p:cNvPr>
          <p:cNvGrpSpPr/>
          <p:nvPr/>
        </p:nvGrpSpPr>
        <p:grpSpPr>
          <a:xfrm>
            <a:off x="4299804" y="3855928"/>
            <a:ext cx="3592391" cy="1777932"/>
            <a:chOff x="814918" y="1760428"/>
            <a:chExt cx="3592391" cy="1777932"/>
          </a:xfrm>
        </p:grpSpPr>
        <p:sp>
          <p:nvSpPr>
            <p:cNvPr id="22" name="正方形/長方形 21">
              <a:extLst>
                <a:ext uri="{FF2B5EF4-FFF2-40B4-BE49-F238E27FC236}">
                  <a16:creationId xmlns:a16="http://schemas.microsoft.com/office/drawing/2014/main" id="{C73B88EC-8A7E-8F22-D3BB-999E8DACE659}"/>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2"/>
                  </a:solidFill>
                  <a:latin typeface="Meiryo UI" panose="020B0604030504040204" pitchFamily="50" charset="-128"/>
                  <a:ea typeface="Meiryo UI" panose="020B0604030504040204" pitchFamily="50" charset="-128"/>
                </a:rPr>
                <a:t>・</a:t>
              </a:r>
              <a:r>
                <a:rPr lang="ja-JP" altLang="en-US" sz="1400" b="1" dirty="0">
                  <a:solidFill>
                    <a:schemeClr val="tx2"/>
                  </a:solidFill>
                  <a:latin typeface="Meiryo UI" panose="020B0604030504040204" pitchFamily="50" charset="-128"/>
                  <a:ea typeface="Meiryo UI" panose="020B0604030504040204" pitchFamily="50" charset="-128"/>
                </a:rPr>
                <a:t>現場の流れ</a:t>
              </a:r>
              <a:r>
                <a:rPr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dirty="0">
                  <a:solidFill>
                    <a:schemeClr val="tx2"/>
                  </a:solidFill>
                  <a:latin typeface="Meiryo UI" panose="020B0604030504040204" pitchFamily="50" charset="-128"/>
                  <a:ea typeface="Meiryo UI" panose="020B0604030504040204" pitchFamily="50" charset="-128"/>
                </a:rPr>
                <a:t>調査→日程→施工→報告</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業務の非効率箇所</a:t>
              </a:r>
              <a:r>
                <a:rPr kumimoji="1" lang="ja-JP" altLang="en-US" sz="1400" dirty="0">
                  <a:solidFill>
                    <a:schemeClr val="tx2"/>
                  </a:solidFill>
                  <a:latin typeface="Meiryo UI" panose="020B0604030504040204" pitchFamily="50" charset="-128"/>
                  <a:ea typeface="Meiryo UI" panose="020B0604030504040204" pitchFamily="50" charset="-128"/>
                </a:rPr>
                <a:t>：情報不足・当日トラブル</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必要情報</a:t>
              </a:r>
              <a:r>
                <a:rPr kumimoji="1" lang="ja-JP" altLang="en-US" sz="1400" dirty="0">
                  <a:solidFill>
                    <a:schemeClr val="tx2"/>
                  </a:solidFill>
                  <a:latin typeface="Meiryo UI" panose="020B0604030504040204" pitchFamily="50" charset="-128"/>
                  <a:ea typeface="Meiryo UI" panose="020B0604030504040204" pitchFamily="50" charset="-128"/>
                </a:rPr>
                <a:t>：図面・条件・立会い・写真など</a:t>
              </a:r>
            </a:p>
          </p:txBody>
        </p:sp>
        <p:sp>
          <p:nvSpPr>
            <p:cNvPr id="23" name="正方形/長方形 22">
              <a:extLst>
                <a:ext uri="{FF2B5EF4-FFF2-40B4-BE49-F238E27FC236}">
                  <a16:creationId xmlns:a16="http://schemas.microsoft.com/office/drawing/2014/main" id="{B00CD266-8DDC-618C-37AD-1D85FB827873}"/>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rPr>
                <a:t>⑤</a:t>
              </a:r>
              <a:r>
                <a:rPr kumimoji="1" lang="ja-JP" altLang="en-US" sz="1400" b="1" dirty="0">
                  <a:solidFill>
                    <a:schemeClr val="bg1"/>
                  </a:solidFill>
                  <a:latin typeface="Meiryo UI" panose="020B0604030504040204" pitchFamily="50" charset="-128"/>
                  <a:ea typeface="Meiryo UI" panose="020B0604030504040204" pitchFamily="50" charset="-128"/>
                </a:rPr>
                <a:t> 施工会社</a:t>
              </a:r>
            </a:p>
          </p:txBody>
        </p:sp>
      </p:grpSp>
      <p:grpSp>
        <p:nvGrpSpPr>
          <p:cNvPr id="24" name="グループ化 23">
            <a:extLst>
              <a:ext uri="{FF2B5EF4-FFF2-40B4-BE49-F238E27FC236}">
                <a16:creationId xmlns:a16="http://schemas.microsoft.com/office/drawing/2014/main" id="{3E152A6E-A132-219C-AF91-4E79E745E32D}"/>
              </a:ext>
            </a:extLst>
          </p:cNvPr>
          <p:cNvGrpSpPr/>
          <p:nvPr/>
        </p:nvGrpSpPr>
        <p:grpSpPr>
          <a:xfrm>
            <a:off x="350103" y="3855928"/>
            <a:ext cx="3592391" cy="1777932"/>
            <a:chOff x="814918" y="1760428"/>
            <a:chExt cx="3592391" cy="1777932"/>
          </a:xfrm>
        </p:grpSpPr>
        <p:sp>
          <p:nvSpPr>
            <p:cNvPr id="25" name="正方形/長方形 24">
              <a:extLst>
                <a:ext uri="{FF2B5EF4-FFF2-40B4-BE49-F238E27FC236}">
                  <a16:creationId xmlns:a16="http://schemas.microsoft.com/office/drawing/2014/main" id="{098154CC-E856-1B65-8B9C-8CF604584850}"/>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・管理方法：進捗ステータス／管理項目</a:t>
              </a:r>
            </a:p>
            <a:p>
              <a:r>
                <a:rPr kumimoji="1" lang="ja-JP" altLang="en-US" sz="1400" dirty="0">
                  <a:solidFill>
                    <a:schemeClr val="tx2"/>
                  </a:solidFill>
                  <a:latin typeface="Meiryo UI" panose="020B0604030504040204" pitchFamily="50" charset="-128"/>
                  <a:ea typeface="Meiryo UI" panose="020B0604030504040204" pitchFamily="50" charset="-128"/>
                </a:rPr>
                <a:t>・</a:t>
              </a:r>
              <a:r>
                <a:rPr kumimoji="1" lang="ja-JP" altLang="en-US" sz="1400" b="1" dirty="0">
                  <a:solidFill>
                    <a:schemeClr val="tx2"/>
                  </a:solidFill>
                  <a:latin typeface="Meiryo UI" panose="020B0604030504040204" pitchFamily="50" charset="-128"/>
                  <a:ea typeface="Meiryo UI" panose="020B0604030504040204" pitchFamily="50" charset="-128"/>
                </a:rPr>
                <a:t>業務の非効率箇所</a:t>
              </a:r>
              <a:r>
                <a:rPr kumimoji="1" lang="ja-JP" altLang="en-US" sz="1400" dirty="0">
                  <a:solidFill>
                    <a:schemeClr val="tx2"/>
                  </a:solidFill>
                  <a:latin typeface="Meiryo UI" panose="020B0604030504040204" pitchFamily="50" charset="-128"/>
                  <a:ea typeface="Meiryo UI" panose="020B0604030504040204" pitchFamily="50" charset="-128"/>
                </a:rPr>
                <a:t>：</a:t>
              </a:r>
              <a:r>
                <a:rPr lang="ja-JP" altLang="en-US" sz="1400" dirty="0">
                  <a:solidFill>
                    <a:schemeClr val="tx2"/>
                  </a:solidFill>
                  <a:latin typeface="Meiryo UI" panose="020B0604030504040204" pitchFamily="50" charset="-128"/>
                  <a:ea typeface="Meiryo UI" panose="020B0604030504040204" pitchFamily="50" charset="-128"/>
                </a:rPr>
                <a:t>手戻り・遅延個所</a:t>
              </a:r>
              <a:endParaRPr kumimoji="1" lang="ja-JP" altLang="en-US" sz="1400" dirty="0">
                <a:solidFill>
                  <a:schemeClr val="tx2"/>
                </a:solidFill>
                <a:latin typeface="Meiryo UI" panose="020B0604030504040204" pitchFamily="50" charset="-128"/>
                <a:ea typeface="Meiryo UI" panose="020B0604030504040204" pitchFamily="50" charset="-128"/>
              </a:endParaRPr>
            </a:p>
            <a:p>
              <a:r>
                <a:rPr kumimoji="1" lang="ja-JP" altLang="en-US" sz="1400" dirty="0">
                  <a:solidFill>
                    <a:schemeClr val="tx2"/>
                  </a:solidFill>
                  <a:latin typeface="Meiryo UI" panose="020B0604030504040204" pitchFamily="50" charset="-128"/>
                  <a:ea typeface="Meiryo UI" panose="020B0604030504040204" pitchFamily="50" charset="-128"/>
                </a:rPr>
                <a:t>・</a:t>
              </a:r>
              <a:r>
                <a:rPr lang="ja-JP" altLang="en-US" sz="1400" b="1" dirty="0">
                  <a:solidFill>
                    <a:schemeClr val="tx1"/>
                  </a:solidFill>
                  <a:latin typeface="Meiryo UI" panose="020B0604030504040204" pitchFamily="50" charset="-128"/>
                  <a:ea typeface="Meiryo UI" panose="020B0604030504040204" pitchFamily="50" charset="-128"/>
                </a:rPr>
                <a:t>必要書類の</a:t>
              </a:r>
              <a:r>
                <a:rPr kumimoji="1" lang="ja-JP" altLang="en-US" sz="1400" b="1" dirty="0">
                  <a:solidFill>
                    <a:schemeClr val="tx2"/>
                  </a:solidFill>
                  <a:latin typeface="Meiryo UI" panose="020B0604030504040204" pitchFamily="50" charset="-128"/>
                  <a:ea typeface="Meiryo UI" panose="020B0604030504040204" pitchFamily="50" charset="-128"/>
                </a:rPr>
                <a:t>管理</a:t>
              </a:r>
              <a:r>
                <a:rPr kumimoji="1" lang="ja-JP" altLang="en-US" sz="1400" dirty="0">
                  <a:solidFill>
                    <a:schemeClr val="tx2"/>
                  </a:solidFill>
                  <a:latin typeface="Meiryo UI" panose="020B0604030504040204" pitchFamily="50" charset="-128"/>
                  <a:ea typeface="Meiryo UI" panose="020B0604030504040204" pitchFamily="50" charset="-128"/>
                </a:rPr>
                <a:t>：保存場所・検収の流れ</a:t>
              </a:r>
            </a:p>
          </p:txBody>
        </p:sp>
        <p:sp>
          <p:nvSpPr>
            <p:cNvPr id="26" name="正方形/長方形 25">
              <a:extLst>
                <a:ext uri="{FF2B5EF4-FFF2-40B4-BE49-F238E27FC236}">
                  <a16:creationId xmlns:a16="http://schemas.microsoft.com/office/drawing/2014/main" id="{687D2CCC-A099-B8F7-7E3B-A44F38A53EEE}"/>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rPr>
                <a:t>④</a:t>
              </a:r>
              <a:r>
                <a:rPr kumimoji="1" lang="zh-CN" altLang="en-US" sz="1400" b="1" dirty="0">
                  <a:solidFill>
                    <a:schemeClr val="bg1"/>
                  </a:solidFill>
                  <a:latin typeface="Meiryo UI" panose="020B0604030504040204" pitchFamily="50" charset="-128"/>
                  <a:ea typeface="Meiryo UI" panose="020B0604030504040204" pitchFamily="50" charset="-128"/>
                </a:rPr>
                <a:t> 施工管理会社</a:t>
              </a:r>
              <a:endParaRPr kumimoji="1" lang="ja-JP" altLang="en-US" sz="1400" b="1" dirty="0">
                <a:solidFill>
                  <a:schemeClr val="bg1"/>
                </a:solidFill>
                <a:latin typeface="Meiryo UI" panose="020B0604030504040204" pitchFamily="50" charset="-128"/>
                <a:ea typeface="Meiryo UI" panose="020B0604030504040204" pitchFamily="50" charset="-128"/>
              </a:endParaRPr>
            </a:p>
          </p:txBody>
        </p:sp>
      </p:grpSp>
      <p:grpSp>
        <p:nvGrpSpPr>
          <p:cNvPr id="27" name="グループ化 26">
            <a:extLst>
              <a:ext uri="{FF2B5EF4-FFF2-40B4-BE49-F238E27FC236}">
                <a16:creationId xmlns:a16="http://schemas.microsoft.com/office/drawing/2014/main" id="{2214C625-98A4-E6C3-5983-A21666384267}"/>
              </a:ext>
            </a:extLst>
          </p:cNvPr>
          <p:cNvGrpSpPr/>
          <p:nvPr/>
        </p:nvGrpSpPr>
        <p:grpSpPr>
          <a:xfrm>
            <a:off x="8249504" y="3855928"/>
            <a:ext cx="3592391" cy="1777932"/>
            <a:chOff x="814918" y="1760428"/>
            <a:chExt cx="3592391" cy="1777932"/>
          </a:xfrm>
        </p:grpSpPr>
        <p:sp>
          <p:nvSpPr>
            <p:cNvPr id="28" name="正方形/長方形 27">
              <a:extLst>
                <a:ext uri="{FF2B5EF4-FFF2-40B4-BE49-F238E27FC236}">
                  <a16:creationId xmlns:a16="http://schemas.microsoft.com/office/drawing/2014/main" id="{459DDFC2-5AE1-10ED-A167-CED1CDFB2EAF}"/>
                </a:ext>
              </a:extLst>
            </p:cNvPr>
            <p:cNvSpPr/>
            <p:nvPr/>
          </p:nvSpPr>
          <p:spPr>
            <a:xfrm>
              <a:off x="814918" y="2125829"/>
              <a:ext cx="3592391" cy="1412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2"/>
                  </a:solidFill>
                  <a:latin typeface="Meiryo UI" panose="020B0604030504040204" pitchFamily="50" charset="-128"/>
                  <a:ea typeface="Meiryo UI" panose="020B0604030504040204" pitchFamily="50" charset="-128"/>
                </a:rPr>
                <a:t>・利用ルール：使って良いツール・禁止事項</a:t>
              </a:r>
            </a:p>
            <a:p>
              <a:r>
                <a:rPr kumimoji="1" lang="ja-JP" altLang="en-US" sz="1400" dirty="0">
                  <a:solidFill>
                    <a:schemeClr val="tx2"/>
                  </a:solidFill>
                  <a:latin typeface="Meiryo UI" panose="020B0604030504040204" pitchFamily="50" charset="-128"/>
                  <a:ea typeface="Meiryo UI" panose="020B0604030504040204" pitchFamily="50" charset="-128"/>
                </a:rPr>
                <a:t>・権限・共有：誰が何を見れるか</a:t>
              </a:r>
            </a:p>
            <a:p>
              <a:r>
                <a:rPr kumimoji="1" lang="ja-JP" altLang="en-US" sz="1400" dirty="0">
                  <a:solidFill>
                    <a:schemeClr val="tx2"/>
                  </a:solidFill>
                  <a:latin typeface="Meiryo UI" panose="020B0604030504040204" pitchFamily="50" charset="-128"/>
                  <a:ea typeface="Meiryo UI" panose="020B0604030504040204" pitchFamily="50" charset="-128"/>
                </a:rPr>
                <a:t>・審査・条件：事前に必要な手続き・資料</a:t>
              </a:r>
            </a:p>
          </p:txBody>
        </p:sp>
        <p:sp>
          <p:nvSpPr>
            <p:cNvPr id="29" name="正方形/長方形 28">
              <a:extLst>
                <a:ext uri="{FF2B5EF4-FFF2-40B4-BE49-F238E27FC236}">
                  <a16:creationId xmlns:a16="http://schemas.microsoft.com/office/drawing/2014/main" id="{D723978B-E0CF-602F-5542-E554703609C8}"/>
                </a:ext>
              </a:extLst>
            </p:cNvPr>
            <p:cNvSpPr/>
            <p:nvPr/>
          </p:nvSpPr>
          <p:spPr>
            <a:xfrm>
              <a:off x="814918" y="1760428"/>
              <a:ext cx="3592391" cy="36540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⑥インフラ・セキュリティ部門</a:t>
              </a:r>
            </a:p>
          </p:txBody>
        </p:sp>
      </p:grpSp>
    </p:spTree>
    <p:extLst>
      <p:ext uri="{BB962C8B-B14F-4D97-AF65-F5344CB8AC3E}">
        <p14:creationId xmlns:p14="http://schemas.microsoft.com/office/powerpoint/2010/main" val="1284808533"/>
      </p:ext>
    </p:extLst>
  </p:cSld>
  <p:clrMapOvr>
    <a:masterClrMapping/>
  </p:clrMapOvr>
</p:sld>
</file>

<file path=ppt/theme/theme1.xml><?xml version="1.0" encoding="utf-8"?>
<a:theme xmlns:a="http://schemas.openxmlformats.org/drawingml/2006/main" name="2025_White_ver.1">
  <a:themeElements>
    <a:clrScheme name="ユーザー定義 59">
      <a:dk1>
        <a:srgbClr val="003D86"/>
      </a:dk1>
      <a:lt1>
        <a:srgbClr val="FFFFFF"/>
      </a:lt1>
      <a:dk2>
        <a:srgbClr val="003D86"/>
      </a:dk2>
      <a:lt2>
        <a:srgbClr val="000000"/>
      </a:lt2>
      <a:accent1>
        <a:srgbClr val="005CCA"/>
      </a:accent1>
      <a:accent2>
        <a:srgbClr val="01B1C9"/>
      </a:accent2>
      <a:accent3>
        <a:srgbClr val="009244"/>
      </a:accent3>
      <a:accent4>
        <a:srgbClr val="FFFF00"/>
      </a:accent4>
      <a:accent5>
        <a:srgbClr val="E80000"/>
      </a:accent5>
      <a:accent6>
        <a:srgbClr val="000000"/>
      </a:accent6>
      <a:hlink>
        <a:srgbClr val="4C8DDA"/>
      </a:hlink>
      <a:folHlink>
        <a:srgbClr val="98BEE9"/>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kumimoji="1"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25_BusinessPromise_ver.1">
  <a:themeElements>
    <a:clrScheme name="ユーザー定義 23">
      <a:dk1>
        <a:srgbClr val="003D86"/>
      </a:dk1>
      <a:lt1>
        <a:srgbClr val="FFFFFF"/>
      </a:lt1>
      <a:dk2>
        <a:srgbClr val="003D86"/>
      </a:dk2>
      <a:lt2>
        <a:srgbClr val="FFFFFF"/>
      </a:lt2>
      <a:accent1>
        <a:srgbClr val="005CCA"/>
      </a:accent1>
      <a:accent2>
        <a:srgbClr val="43AF86"/>
      </a:accent2>
      <a:accent3>
        <a:srgbClr val="E39A49"/>
      </a:accent3>
      <a:accent4>
        <a:srgbClr val="A961BF"/>
      </a:accent4>
      <a:accent5>
        <a:srgbClr val="C2C2C2"/>
      </a:accent5>
      <a:accent6>
        <a:srgbClr val="EE5454"/>
      </a:accent6>
      <a:hlink>
        <a:srgbClr val="4C8DDA"/>
      </a:hlink>
      <a:folHlink>
        <a:srgbClr val="99BEEA"/>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dirty="0">
            <a:latin typeface="游ゴシック" panose="020B0400000000000000" pitchFamily="50" charset="-128"/>
            <a:ea typeface="游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kumimoji="1" dirty="0" smtClean="0">
            <a:solidFill>
              <a:schemeClr val="bg1"/>
            </a:solidFill>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d54735c-8563-480c-aa17-13e507c6fcf6" xsi:nil="true"/>
    <lcf76f155ced4ddcb4097134ff3c332f xmlns="768ecba8-f556-413e-93cf-a669b10e85e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CAA98F3332D97A45A4456E8DA039AEBC" ma:contentTypeVersion="12" ma:contentTypeDescription="新しいドキュメントを作成します。" ma:contentTypeScope="" ma:versionID="3dc0a0df5570a37c5752652cd0607706">
  <xsd:schema xmlns:xsd="http://www.w3.org/2001/XMLSchema" xmlns:xs="http://www.w3.org/2001/XMLSchema" xmlns:p="http://schemas.microsoft.com/office/2006/metadata/properties" xmlns:ns2="768ecba8-f556-413e-93cf-a669b10e85e2" xmlns:ns3="5d54735c-8563-480c-aa17-13e507c6fcf6" targetNamespace="http://schemas.microsoft.com/office/2006/metadata/properties" ma:root="true" ma:fieldsID="5f1a1c0fd865a19a72e4cf3288e2496f" ns2:_="" ns3:_="">
    <xsd:import namespace="768ecba8-f556-413e-93cf-a669b10e85e2"/>
    <xsd:import namespace="5d54735c-8563-480c-aa17-13e507c6fc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8ecba8-f556-413e-93cf-a669b10e85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6bc6290a-8cd6-4a27-9e67-61465016fcd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54735c-8563-480c-aa17-13e507c6fc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a389499-0d15-4af5-a8f8-3328c899a89d}" ma:internalName="TaxCatchAll" ma:showField="CatchAllData" ma:web="5d54735c-8563-480c-aa17-13e507c6fc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FB5523-FEB7-4908-9109-C2FCB7452423}">
  <ds:schemaRefs>
    <ds:schemaRef ds:uri="http://purl.org/dc/terms/"/>
    <ds:schemaRef ds:uri="http://schemas.microsoft.com/office/2006/documentManagement/types"/>
    <ds:schemaRef ds:uri="http://schemas.microsoft.com/office/infopath/2007/PartnerControls"/>
    <ds:schemaRef ds:uri="http://purl.org/dc/elements/1.1/"/>
    <ds:schemaRef ds:uri="5d54735c-8563-480c-aa17-13e507c6fcf6"/>
    <ds:schemaRef ds:uri="http://schemas.openxmlformats.org/package/2006/metadata/core-properties"/>
    <ds:schemaRef ds:uri="http://www.w3.org/XML/1998/namespace"/>
    <ds:schemaRef ds:uri="768ecba8-f556-413e-93cf-a669b10e85e2"/>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458AE83B-8FBF-46E4-95C5-6FC34C176263}">
  <ds:schemaRefs>
    <ds:schemaRef ds:uri="http://schemas.microsoft.com/sharepoint/v3/contenttype/forms"/>
  </ds:schemaRefs>
</ds:datastoreItem>
</file>

<file path=customXml/itemProps3.xml><?xml version="1.0" encoding="utf-8"?>
<ds:datastoreItem xmlns:ds="http://schemas.openxmlformats.org/officeDocument/2006/customXml" ds:itemID="{0A37D949-F58B-46E7-A735-9E9A7DB117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8ecba8-f556-413e-93cf-a669b10e85e2"/>
    <ds:schemaRef ds:uri="5d54735c-8563-480c-aa17-13e507c6fc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194074560</TotalTime>
  <Words>2193</Words>
  <Application>Microsoft Office PowerPoint</Application>
  <PresentationFormat>ワイド画面</PresentationFormat>
  <Paragraphs>400</Paragraphs>
  <Slides>9</Slides>
  <Notes>7</Notes>
  <HiddenSlides>5</HiddenSlides>
  <MMClips>0</MMClips>
  <ScaleCrop>false</ScaleCrop>
  <HeadingPairs>
    <vt:vector size="6" baseType="variant">
      <vt:variant>
        <vt:lpstr>使用されているフォント</vt:lpstr>
      </vt:variant>
      <vt:variant>
        <vt:i4>10</vt:i4>
      </vt:variant>
      <vt:variant>
        <vt:lpstr>テーマ</vt:lpstr>
      </vt:variant>
      <vt:variant>
        <vt:i4>2</vt:i4>
      </vt:variant>
      <vt:variant>
        <vt:lpstr>スライド タイトル</vt:lpstr>
      </vt:variant>
      <vt:variant>
        <vt:i4>9</vt:i4>
      </vt:variant>
    </vt:vector>
  </HeadingPairs>
  <TitlesOfParts>
    <vt:vector size="21" baseType="lpstr">
      <vt:lpstr>(日本語用のフォントを使用)</vt:lpstr>
      <vt:lpstr>Meiryo UI</vt:lpstr>
      <vt:lpstr>ＭＳ Ｐゴシック</vt:lpstr>
      <vt:lpstr>Yu Gothic UI</vt:lpstr>
      <vt:lpstr>游ゴシック</vt:lpstr>
      <vt:lpstr>游ゴシック</vt:lpstr>
      <vt:lpstr>游ゴシック Medium</vt:lpstr>
      <vt:lpstr>游ゴシック Medium</vt:lpstr>
      <vt:lpstr>Arial</vt:lpstr>
      <vt:lpstr>Wingdings</vt:lpstr>
      <vt:lpstr>2025_White_ver.1</vt:lpstr>
      <vt:lpstr>2025_BusinessPromise_ver.1</vt:lpstr>
      <vt:lpstr>充電器販売・施工 DX支援プロジェクト　</vt:lpstr>
      <vt:lpstr>全体スケジュール進捗</vt:lpstr>
      <vt:lpstr>進捗報告</vt:lpstr>
      <vt:lpstr>直近4週間の進め方</vt:lpstr>
      <vt:lpstr>2.ロードマップ(2/2)</vt:lpstr>
      <vt:lpstr>PowerPoint プレゼンテーション</vt:lpstr>
      <vt:lpstr>フェーズ別の作成物と役割分担(1/2)</vt:lpstr>
      <vt:lpstr>フェーズ別の作成物と役割分担(2/2)</vt:lpstr>
      <vt:lpstr>Appendix：ヒアリング項目（要点）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Yuma Mitsui</dc:creator>
  <cp:lastModifiedBy>鈴木　晴勝</cp:lastModifiedBy>
  <cp:revision>278</cp:revision>
  <dcterms:created xsi:type="dcterms:W3CDTF">2025-02-21T11:36:23Z</dcterms:created>
  <dcterms:modified xsi:type="dcterms:W3CDTF">2026-01-21T23:59:02Z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0x010100CAA98F3332D97A45A4456E8DA039AEBC</vt:lpwstr>
  </property>
  <property fmtid="{D5CDD505-2E9C-101B-9397-08002B2CF9AE}" pid="4" name="MSIP_Label_babb27ca-7868-470c-8d5b-74df37759162_Enabled">
    <vt:lpwstr>true</vt:lpwstr>
  </property>
  <property fmtid="{D5CDD505-2E9C-101B-9397-08002B2CF9AE}" pid="5" name="MSIP_Label_babb27ca-7868-470c-8d5b-74df37759162_SetDate">
    <vt:lpwstr>2026-01-21T23:59:02Z</vt:lpwstr>
  </property>
  <property fmtid="{D5CDD505-2E9C-101B-9397-08002B2CF9AE}" pid="6" name="MSIP_Label_babb27ca-7868-470c-8d5b-74df37759162_Method">
    <vt:lpwstr>Privileged</vt:lpwstr>
  </property>
  <property fmtid="{D5CDD505-2E9C-101B-9397-08002B2CF9AE}" pid="7" name="MSIP_Label_babb27ca-7868-470c-8d5b-74df37759162_Name">
    <vt:lpwstr>babb27ca-7868-470c-8d5b-74df37759162</vt:lpwstr>
  </property>
  <property fmtid="{D5CDD505-2E9C-101B-9397-08002B2CF9AE}" pid="8" name="MSIP_Label_babb27ca-7868-470c-8d5b-74df37759162_SiteId">
    <vt:lpwstr>bdda4ca5-4ffd-4f47-9e0d-ce56ad194b37</vt:lpwstr>
  </property>
  <property fmtid="{D5CDD505-2E9C-101B-9397-08002B2CF9AE}" pid="9" name="MSIP_Label_babb27ca-7868-470c-8d5b-74df37759162_ActionId">
    <vt:lpwstr>c35303e2-d2f5-4e71-83fb-227bcc508c03</vt:lpwstr>
  </property>
  <property fmtid="{D5CDD505-2E9C-101B-9397-08002B2CF9AE}" pid="10" name="MSIP_Label_babb27ca-7868-470c-8d5b-74df37759162_ContentBits">
    <vt:lpwstr>0</vt:lpwstr>
  </property>
  <property fmtid="{D5CDD505-2E9C-101B-9397-08002B2CF9AE}" pid="11" name="MSIP_Label_babb27ca-7868-470c-8d5b-74df37759162_Tag">
    <vt:lpwstr>10, 0, 1, 1</vt:lpwstr>
  </property>
</Properties>
</file>